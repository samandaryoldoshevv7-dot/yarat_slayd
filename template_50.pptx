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tags" Target="../tags/tag11.xml"/><Relationship Id="rId3" Type="http://schemas.openxmlformats.org/officeDocument/2006/relationships/image" Target="../media/image2.png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3.pn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image" Target="../media/image4.png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30000"/>
          </a:blip>
          <a:srcRect t="586" r="671" b="-1"/>
          <a:stretch>
            <a:fillRect/>
          </a:stretch>
        </p:blipFill>
        <p:spPr>
          <a:xfrm>
            <a:off x="0" y="-14831"/>
            <a:ext cx="12192000" cy="687283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838200" y="1972310"/>
            <a:ext cx="7421880" cy="2218690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440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838200" y="949960"/>
            <a:ext cx="10515600" cy="1015365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j-lt"/>
                <a:sym typeface="Arial" panose="020B0604020202020204" pitchFamily="34" charset="0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838200" y="4194175"/>
            <a:ext cx="2743200" cy="526415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 algn="l">
              <a:defRPr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6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40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6000" contrast="12000"/>
          </a:blip>
          <a:srcRect t="2579"/>
          <a:stretch>
            <a:fillRect/>
          </a:stretch>
        </p:blipFill>
        <p:spPr>
          <a:xfrm>
            <a:off x="0" y="11430"/>
            <a:ext cx="12192635" cy="6846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21665" y="755650"/>
            <a:ext cx="3260090" cy="5563870"/>
          </a:xfrm>
        </p:spPr>
        <p:txBody>
          <a:bodyPr anchor="t">
            <a:normAutofit/>
          </a:bodyPr>
          <a:lstStyle>
            <a:lvl1pPr>
              <a:defRPr sz="440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24000"/>
          </a:blip>
          <a:srcRect t="1279" r="833"/>
          <a:stretch>
            <a:fillRect/>
          </a:stretch>
        </p:blipFill>
        <p:spPr>
          <a:xfrm>
            <a:off x="1" y="0"/>
            <a:ext cx="12191999" cy="684371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3900170" y="2228215"/>
            <a:ext cx="7291070" cy="3861435"/>
          </a:xfrm>
        </p:spPr>
        <p:txBody>
          <a:bodyPr anchor="t" anchorCtr="0">
            <a:normAutofit/>
          </a:bodyPr>
          <a:lstStyle>
            <a:lvl1pPr algn="r">
              <a:defRPr sz="400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2045335" y="803275"/>
            <a:ext cx="9144000" cy="1405890"/>
          </a:xfrm>
        </p:spPr>
        <p:txBody>
          <a:bodyPr wrap="none" tIns="0" rIns="0" bIns="0" anchor="b" anchorCtr="0">
            <a:normAutofit/>
          </a:bodyPr>
          <a:lstStyle>
            <a:lvl1pPr marL="0" indent="0" algn="r">
              <a:buNone/>
              <a:defRPr sz="8800" b="1">
                <a:solidFill>
                  <a:schemeClr val="accent1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 algn="l">
              <a:defRPr lang="en-US" dirty="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>
            <a:lvl1pPr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6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40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>
            <a:lvl1pPr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6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40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8506" y="266702"/>
            <a:ext cx="10795086" cy="863607"/>
          </a:xfrm>
        </p:spPr>
        <p:txBody>
          <a:bodyPr vert="horz" lIns="0" tIns="0" rIns="0" bIns="0" rtlCol="0" anchor="ctr">
            <a:normAutofit/>
          </a:bodyPr>
          <a:lstStyle>
            <a:lvl1pPr algn="l">
              <a:defRPr lang="en-US" dirty="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>
            <a:lvl1pPr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6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40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>
            <a:lvl1pPr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6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40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 algn="l">
              <a:defRPr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>
            <a:lvl1pPr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6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40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8506" y="266702"/>
            <a:ext cx="10795086" cy="863607"/>
          </a:xfrm>
        </p:spPr>
        <p:txBody>
          <a:bodyPr/>
          <a:lstStyle>
            <a:lvl1pPr algn="l">
              <a:defRPr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8810" cy="539750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24000"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838200" y="1216451"/>
            <a:ext cx="10515000" cy="1800000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838165" y="3380249"/>
            <a:ext cx="10514400" cy="898647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8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9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76415"/>
          </a:xfrm>
          <a:prstGeom prst="rect">
            <a:avLst/>
          </a:prstGeom>
          <a:solidFill>
            <a:srgbClr val="0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9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rgbClr val="FFFFFF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rgbClr val="FFFFFF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rgbClr val="FFFFFF"/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00" kern="1200">
          <a:solidFill>
            <a:srgbClr val="FFFFFF"/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900" kern="1200">
          <a:solidFill>
            <a:srgbClr val="FFFFFF"/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00" kern="1200">
          <a:solidFill>
            <a:srgbClr val="FFFFFF"/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1972310"/>
            <a:ext cx="7421880" cy="2218690"/>
          </a:xfrm>
        </p:spPr>
        <p:txBody>
          <a:bodyPr/>
          <a:lstStyle/>
          <a:p>
            <a:r>
              <a:rPr lang="en-US">
                <a:ea typeface="+mj-ea"/>
              </a:rPr>
              <a:t>Your title here</a:t>
            </a:r>
            <a:endParaRPr lang="en-US">
              <a:ea typeface="+mj-ea"/>
            </a:endParaRPr>
          </a:p>
        </p:txBody>
      </p:sp>
      <p:sp>
        <p:nvSpPr>
          <p:cNvPr id="8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838200" y="949960"/>
            <a:ext cx="10515600" cy="1015365"/>
          </a:xfrm>
        </p:spPr>
        <p:txBody>
          <a:bodyPr/>
          <a:lstStyle/>
          <a:p>
            <a:r>
              <a:rPr lang="en-US"/>
              <a:t>Add description</a:t>
            </a:r>
            <a:endParaRPr lang="en-US"/>
          </a:p>
        </p:txBody>
      </p:sp>
      <p:sp>
        <p:nvSpPr>
          <p:cNvPr id="9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838200" y="4194175"/>
            <a:ext cx="2743200" cy="526415"/>
          </a:xfrm>
        </p:spPr>
        <p:txBody>
          <a:bodyPr/>
          <a:lstStyle/>
          <a:p>
            <a:r>
              <a:rPr lang="en-US"/>
              <a:t>Name</a:t>
            </a:r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476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8007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8007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07"/>
  <p:tag name="KSO_WM_TEMPLATE_THUMBS_INDEX" val="1、9"/>
  <p:tag name="KSO_WM_SPECIAL_SOURCE" val="bdnull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07_1*a*1"/>
  <p:tag name="KSO_WM_TEMPLATE_CATEGORY" val="custom"/>
  <p:tag name="KSO_WM_TEMPLATE_INDEX" val="20238007"/>
  <p:tag name="KSO_WM_UNIT_LAYERLEVEL" val="1"/>
  <p:tag name="KSO_WM_TAG_VERSION" val="3.0"/>
  <p:tag name="KSO_WM_BEAUTIFY_FLAG" val="#wm#"/>
  <p:tag name="KSO_WM_UNIT_PRESET_TEXT" val="Your title here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007_1*b*1"/>
  <p:tag name="KSO_WM_TEMPLATE_CATEGORY" val="custom"/>
  <p:tag name="KSO_WM_TEMPLATE_INDEX" val="20238007"/>
  <p:tag name="KSO_WM_UNIT_LAYERLEVEL" val="1"/>
  <p:tag name="KSO_WM_TAG_VERSION" val="3.0"/>
  <p:tag name="KSO_WM_BEAUTIFY_FLAG" val="#wm#"/>
  <p:tag name="KSO_WM_UNIT_PRESET_TEXT" val="Add description"/>
</p:tagLst>
</file>

<file path=ppt/tags/tag60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007_1*f*4"/>
  <p:tag name="KSO_WM_TEMPLATE_CATEGORY" val="custom"/>
  <p:tag name="KSO_WM_TEMPLATE_INDEX" val="20238007"/>
  <p:tag name="KSO_WM_UNIT_LAYERLEVEL" val="1"/>
  <p:tag name="KSO_WM_TAG_VERSION" val="3.0"/>
  <p:tag name="KSO_WM_BEAUTIFY_FLAG" val="#wm#"/>
  <p:tag name="KSO_WM_UNIT_PRESET_TEXT" val="Name"/>
</p:tagLst>
</file>

<file path=ppt/tags/tag61.xml><?xml version="1.0" encoding="utf-8"?>
<p:tagLst xmlns:p="http://schemas.openxmlformats.org/presentationml/2006/main">
  <p:tag name="KSO_WM_SLIDE_ID" val="custom20238007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07"/>
  <p:tag name="KSO_WM_SLIDE_LAYOUT" val="a_b_f"/>
  <p:tag name="KSO_WM_SLIDE_LAYOUT_CNT" val="1_1_1"/>
  <p:tag name="KSO_WM_SLIDE_TYPE" val="title"/>
  <p:tag name="KSO_WM_SLIDE_SUBTYPE" val="pureTxt"/>
  <p:tag name="KSO_WM_TEMPLATE_THUMBS_INDEX" val="1、9"/>
  <p:tag name="KSO_WM_SPECIAL_SOURCE" val="bdnull"/>
  <p:tag name="KSO_WM_SLIDE_THEME_ID" val="3313846"/>
  <p:tag name="KSO_WM_SLIDE_THEME_NAME" val="Black Tech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自定义 160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00A7FF"/>
      </a:accent1>
      <a:accent2>
        <a:srgbClr val="3386ED"/>
      </a:accent2>
      <a:accent3>
        <a:srgbClr val="33F0FF"/>
      </a:accent3>
      <a:accent4>
        <a:srgbClr val="FA406C"/>
      </a:accent4>
      <a:accent5>
        <a:srgbClr val="C933FE"/>
      </a:accent5>
      <a:accent6>
        <a:srgbClr val="FF00A7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 w="12700">
          <a:solidFill>
            <a:schemeClr val="tx1">
              <a:alpha val="70000"/>
            </a:schemeClr>
          </a:solidFill>
          <a:prstDash val="solid"/>
        </a:ln>
      </a:spPr>
      <a:bodyPr/>
      <a:lstStyle/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WPS Presentation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Nunito Sans</vt:lpstr>
      <vt:lpstr>Nunito Sans ExtraBold</vt:lpstr>
      <vt:lpstr>Inter Bold</vt:lpstr>
      <vt:lpstr>Inter</vt:lpstr>
      <vt:lpstr>Office Theme</vt:lpstr>
      <vt:lpstr>2_Office Theme</vt:lpstr>
      <vt:lpstr>Your title here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Muhammad Poyonov</cp:lastModifiedBy>
  <cp:revision>3</cp:revision>
  <dcterms:created xsi:type="dcterms:W3CDTF">2025-07-23T00:59:00Z</dcterms:created>
  <dcterms:modified xsi:type="dcterms:W3CDTF">2026-05-08T07:45:42Z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2D76858EFF644ABDAB28045BB769E8CA_11</vt:lpwstr>
  </property>
  <property fmtid="{D5CDD505-2E9C-101B-9397-08002B2CF9AE}" pid="3" name="KSOProductBuildVer">
    <vt:lpwstr>1033-12.1.0.25862</vt:lpwstr>
  </property>
</Properties>
</file>