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NULL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3.png"/><Relationship Id="rId6" Type="http://schemas.openxmlformats.org/officeDocument/2006/relationships/tags" Target="../tags/tag16.xml"/><Relationship Id="rId5" Type="http://schemas.openxmlformats.org/officeDocument/2006/relationships/image" Target="NULL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NULL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image" Target="NULL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@png2x_01_封面" descr="C:/Users/kingsoft/AppData/Local/Temp/fig2wpp/@png2x_01_封面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3812540" y="401955"/>
            <a:ext cx="8375650" cy="64554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200" y="2455545"/>
            <a:ext cx="5974080" cy="2397760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defRPr sz="44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838200" y="1426235"/>
            <a:ext cx="5974080" cy="9720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838200" y="4968875"/>
            <a:ext cx="5974080" cy="1186815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@png2x_bottom_目录" descr="C:/Users/kingsoft/AppData/Local/Temp/fig2wpp/@png2x_bottom_目录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5715000"/>
            <a:ext cx="3154680" cy="1143000"/>
          </a:xfrm>
          <a:prstGeom prst="rect">
            <a:avLst/>
          </a:prstGeom>
        </p:spPr>
      </p:pic>
      <p:pic>
        <p:nvPicPr>
          <p:cNvPr id="13" name="@png2x_top_目录" descr="C:/Users/kingsoft/AppData/Local/Temp/fig2wpp/@png2x_top_目录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5"/>
          <a:stretch>
            <a:fillRect/>
          </a:stretch>
        </p:blipFill>
        <p:spPr>
          <a:xfrm>
            <a:off x="7827010" y="0"/>
            <a:ext cx="3712210" cy="17278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490472" y="863917"/>
            <a:ext cx="9281160" cy="777608"/>
          </a:xfrm>
        </p:spPr>
        <p:txBody>
          <a:bodyPr wrap="square" anchor="ctr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@png2x_02_章节" descr="C:/Users/kingsoft/AppData/Local/Temp/fig2wpp/@png2x_02_章节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0"/>
            <a:ext cx="836676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758565" y="3337560"/>
            <a:ext cx="7410450" cy="2409825"/>
          </a:xfrm>
        </p:spPr>
        <p:txBody>
          <a:bodyPr wrap="square" anchor="t" anchorCtr="0">
            <a:normAutofit/>
          </a:bodyPr>
          <a:lstStyle>
            <a:lvl1pPr algn="r">
              <a:defRPr sz="36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3759200" y="1056640"/>
            <a:ext cx="7409815" cy="228092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58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@png2x_01_结束" descr="C:/Users/kingsoft/AppData/Local/Temp/fig2wpp/@png2x_01_结束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0"/>
            <a:ext cx="8375650" cy="64554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095400" y="731520"/>
            <a:ext cx="5257800" cy="2724480"/>
          </a:xfrm>
        </p:spPr>
        <p:txBody>
          <a:bodyPr wrap="square" lIns="0" rIns="0" anchor="b">
            <a:normAutofit/>
          </a:bodyPr>
          <a:lstStyle>
            <a:lvl1pPr algn="r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6096000" y="3943800"/>
            <a:ext cx="5257800" cy="2412550"/>
          </a:xfrm>
        </p:spPr>
        <p:txBody>
          <a:bodyPr wrap="square" rIns="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73.xml"/><Relationship Id="rId22" Type="http://schemas.openxmlformats.org/officeDocument/2006/relationships/tags" Target="../tags/tag7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image" Target="../media/image7.png"/><Relationship Id="rId16" Type="http://schemas.openxmlformats.org/officeDocument/2006/relationships/tags" Target="../tags/tag67.xml"/><Relationship Id="rId15" Type="http://schemas.openxmlformats.org/officeDocument/2006/relationships/image" Target="NULL" TargetMode="External"/><Relationship Id="rId14" Type="http://schemas.openxmlformats.org/officeDocument/2006/relationships/image" Target="../media/image6.png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11" name="@png2x_02_正文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r:link="rId15"/>
          <a:stretch>
            <a:fillRect/>
          </a:stretch>
        </p:blipFill>
        <p:spPr>
          <a:xfrm>
            <a:off x="1587" y="0"/>
            <a:ext cx="4279265" cy="2276475"/>
          </a:xfrm>
          <a:prstGeom prst="rect">
            <a:avLst/>
          </a:prstGeom>
        </p:spPr>
      </p:pic>
      <p:pic>
        <p:nvPicPr>
          <p:cNvPr id="12" name="@png2x_01_正文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 r:link="rId15"/>
          <a:stretch>
            <a:fillRect/>
          </a:stretch>
        </p:blipFill>
        <p:spPr>
          <a:xfrm>
            <a:off x="10341913" y="4638501"/>
            <a:ext cx="1847864" cy="2218863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455545"/>
            <a:ext cx="5974080" cy="2397760"/>
          </a:xfrm>
        </p:spPr>
        <p:txBody>
          <a:bodyPr anchor="ctr" anchorCtr="0"/>
          <a:lstStyle/>
          <a:p>
            <a:r>
              <a:rPr lang="en-US" dirty="0">
                <a:ea typeface="+mj-ea"/>
              </a:rPr>
              <a:t>Your title here</a:t>
            </a:r>
            <a:endParaRPr lang="en-US" dirty="0">
              <a:ea typeface="+mj-ea"/>
            </a:endParaRPr>
          </a:p>
        </p:txBody>
      </p:sp>
      <p:sp>
        <p:nvSpPr>
          <p:cNvPr id="6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38200" y="1426235"/>
            <a:ext cx="5974080" cy="972000"/>
          </a:xfrm>
        </p:spPr>
        <p:txBody>
          <a:bodyPr/>
          <a:lstStyle/>
          <a:p>
            <a:r>
              <a:rPr lang="en-US">
                <a:ea typeface="+mn-ea"/>
              </a:rPr>
              <a:t>Add description</a:t>
            </a:r>
            <a:endParaRPr lang="en-US">
              <a:ea typeface="+mn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838200" y="4968875"/>
            <a:ext cx="5974080" cy="1186815"/>
          </a:xfrm>
        </p:spPr>
        <p:txBody>
          <a:bodyPr/>
          <a:lstStyle/>
          <a:p>
            <a:r>
              <a:rPr lang="en-US">
                <a:ea typeface="+mn-ea"/>
              </a:rPr>
              <a:t>Name</a:t>
            </a:r>
            <a:endParaRPr lang="en-US">
              <a:ea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0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0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0_1*a*1"/>
  <p:tag name="KSO_WM_TEMPLATE_CATEGORY" val="custom"/>
  <p:tag name="KSO_WM_TEMPLATE_INDEX" val="20238020"/>
  <p:tag name="KSO_WM_UNIT_LAYERLEVEL" val="1"/>
  <p:tag name="KSO_WM_TAG_VERSION" val="3.0"/>
  <p:tag name="KSO_WM_BEAUTIFY_FLAG" val="#wm#"/>
  <p:tag name="KSO_WM_UNIT_PRESET_TEXT" val="Your title here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20_1*b*1"/>
  <p:tag name="KSO_WM_TEMPLATE_CATEGORY" val="custom"/>
  <p:tag name="KSO_WM_TEMPLATE_INDEX" val="20238020"/>
  <p:tag name="KSO_WM_UNIT_LAYERLEVEL" val="1"/>
  <p:tag name="KSO_WM_TAG_VERSION" val="3.0"/>
  <p:tag name="KSO_WM_BEAUTIFY_FLAG" val="#wm#"/>
  <p:tag name="KSO_WM_UNIT_PRESET_TEXT" val="Add description"/>
</p:tagLst>
</file>

<file path=ppt/tags/tag76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20_1*f*4"/>
  <p:tag name="KSO_WM_TEMPLATE_CATEGORY" val="custom"/>
  <p:tag name="KSO_WM_TEMPLATE_INDEX" val="20238020"/>
  <p:tag name="KSO_WM_UNIT_LAYERLEVEL" val="1"/>
  <p:tag name="KSO_WM_TAG_VERSION" val="3.0"/>
  <p:tag name="KSO_WM_BEAUTIFY_FLAG" val="#wm#"/>
  <p:tag name="KSO_WM_UNIT_PRESET_TEXT" val="Name"/>
</p:tagLst>
</file>

<file path=ppt/tags/tag7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2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20"/>
  <p:tag name="KSO_WM_SLIDE_LAYOUT" val="a_b_f"/>
  <p:tag name="KSO_WM_SLIDE_LAYOUT_CNT" val="1_1_1"/>
  <p:tag name="KSO_WM_SLIDE_THEME_ID" val="3316240"/>
  <p:tag name="KSO_WM_SLIDE_THEME_NAME" val="Purpl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85">
      <a:dk1>
        <a:srgbClr val="000000"/>
      </a:dk1>
      <a:lt1>
        <a:srgbClr val="FFFFFF"/>
      </a:lt1>
      <a:dk2>
        <a:srgbClr val="4E0054"/>
      </a:dk2>
      <a:lt2>
        <a:srgbClr val="FCEBFF"/>
      </a:lt2>
      <a:accent1>
        <a:srgbClr val="6E58F6"/>
      </a:accent1>
      <a:accent2>
        <a:srgbClr val="4530E1"/>
      </a:accent2>
      <a:accent3>
        <a:srgbClr val="A749E1"/>
      </a:accent3>
      <a:accent4>
        <a:srgbClr val="3B67FF"/>
      </a:accent4>
      <a:accent5>
        <a:srgbClr val="1EA2ED"/>
      </a:accent5>
      <a:accent6>
        <a:srgbClr val="63CC7A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Lato</vt:lpstr>
      <vt:lpstr>Alex Brush</vt:lpstr>
      <vt:lpstr>Manrope ExtraBold</vt:lpstr>
      <vt:lpstr>Office Theme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659B1DA64DF546468F012F08A5ECAB81_11</vt:lpwstr>
  </property>
  <property fmtid="{D5CDD505-2E9C-101B-9397-08002B2CF9AE}" pid="3" name="KSOProductBuildVer">
    <vt:lpwstr>1033-12.1.0.25862</vt:lpwstr>
  </property>
</Properties>
</file>