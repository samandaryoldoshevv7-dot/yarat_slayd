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5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889EF5-3226-4050-A1D0-275EBAB0C44C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7F6402-4096-4E18-AE92-F55D020D8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479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34033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3003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86637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33970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85240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43424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5/7/2026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617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5/7/2026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079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5/7/2026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094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5/7/2026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615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5/7/2026</a:t>
            </a:fld>
            <a:endParaRPr lang="en-US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141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5/7/2026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748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5/7/2026</a:t>
            </a:fld>
            <a:endParaRPr lang="en-US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148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5/7/2026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663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5/7/2026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1047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5/7/2026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017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5/7/2026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63113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A2A6FDFB-46FD-4D32-A054-BC9C55F6A0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45075" y="2041438"/>
            <a:ext cx="6408725" cy="2367799"/>
          </a:xfrm>
        </p:spPr>
        <p:txBody>
          <a:bodyPr anchor="b"/>
          <a:lstStyle>
            <a:lvl1pPr algn="ctr">
              <a:defRPr sz="6600">
                <a:solidFill>
                  <a:srgbClr val="F85F0E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C1F0D0AA-12EA-49AC-BF55-4B2556467E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45075" y="4548386"/>
            <a:ext cx="6408725" cy="1347307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D611355A-2485-4AA5-91FA-EA5F3157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64A10338-DE30-4CA9-A21B-D50D6579B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49D5EB62-2B81-475B-92EC-DEB93DC3B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72B7600-67E3-4D97-B453-880E2742B9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4767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0D08B00A-9A13-4AB1-A72D-2F499BA2E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7443439" cy="712825"/>
          </a:xfrm>
        </p:spPr>
        <p:txBody>
          <a:bodyPr/>
          <a:lstStyle>
            <a:lvl1pPr algn="l">
              <a:defRPr>
                <a:solidFill>
                  <a:srgbClr val="F85F0E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489DC5E6-DDCD-4B67-B47F-0BD6C54B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6452"/>
            <a:ext cx="6952488" cy="5063413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768C53B7-7FCD-400A-9752-7BFFD8BB3D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Date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10C428BE-FED7-45A5-9425-7445C51F3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Your Footer Here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18FDE52B-46E4-490F-8D9A-1A96457A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72B7600-67E3-4D97-B453-880E2742B9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2718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08888851-8419-4D40-B1E3-9D279F24C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1373" y="365125"/>
            <a:ext cx="8142427" cy="710209"/>
          </a:xfrm>
        </p:spPr>
        <p:txBody>
          <a:bodyPr/>
          <a:lstStyle>
            <a:lvl1pPr algn="r">
              <a:defRPr>
                <a:solidFill>
                  <a:srgbClr val="F85F0E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CCD0F33-6122-4DA2-AA9D-CA48CEFB9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1373" y="1177747"/>
            <a:ext cx="8142427" cy="5014331"/>
          </a:xfr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  <a:lvl2pPr algn="r">
              <a:defRPr>
                <a:solidFill>
                  <a:schemeClr val="tx1"/>
                </a:solidFill>
              </a:defRPr>
            </a:lvl2pPr>
            <a:lvl3pPr algn="r">
              <a:defRPr>
                <a:solidFill>
                  <a:schemeClr val="tx1"/>
                </a:solidFill>
              </a:defRPr>
            </a:lvl3pPr>
            <a:lvl4pPr algn="r">
              <a:defRPr>
                <a:solidFill>
                  <a:schemeClr val="tx1"/>
                </a:solidFill>
              </a:defRPr>
            </a:lvl4pPr>
            <a:lvl5pPr algn="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7A8A3FA1-377F-4383-B7E8-14D9409AF6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r>
              <a:rPr lang="en-US"/>
              <a:t>Date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566F5CF8-699B-4A09-9AD0-718B0175E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7C55771C-35B2-4842-A572-EEE14A727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72B7600-67E3-4D97-B453-880E2742B9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331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7E228BF-1CA5-4856-ADE1-3CF4E8475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10" y="358532"/>
            <a:ext cx="5559915" cy="2729731"/>
          </a:xfrm>
        </p:spPr>
        <p:txBody>
          <a:bodyPr anchor="b"/>
          <a:lstStyle>
            <a:lvl1pPr algn="l">
              <a:defRPr sz="6000">
                <a:solidFill>
                  <a:srgbClr val="F85F0E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75560DB-B208-41C1-AC26-ACACF8AE7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810" y="3254060"/>
            <a:ext cx="5559915" cy="137476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BE4794E-B8B9-45F1-346F-E7297097AA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6DD4566-751E-E458-97E3-FDF901394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Your Footer Here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5969B7F-7392-2D98-F2DD-7EC3980E8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4624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8A6F9C6-84D1-561D-B117-D97F3735A0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92AC689-5953-34D0-2444-AC89D4AC5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Your Footer Here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20C0D48-72D0-9B1C-7F45-71EC7D8EA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72B7600-67E3-4D97-B453-880E2742B98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2C795C7-AA77-98C9-C8AD-1664D381C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0794" y="1992386"/>
            <a:ext cx="4506163" cy="2832384"/>
          </a:xfrm>
        </p:spPr>
        <p:txBody>
          <a:bodyPr anchor="b"/>
          <a:lstStyle>
            <a:lvl1pPr algn="r"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7EDE4BA-59FC-C803-C965-4306C641A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20794" y="4915838"/>
            <a:ext cx="4506163" cy="985675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6833416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907DC5D-4F3E-4A99-A621-6F93F322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747" y="3101386"/>
            <a:ext cx="5490711" cy="1869365"/>
          </a:xfrm>
        </p:spPr>
        <p:txBody>
          <a:bodyPr anchor="b"/>
          <a:lstStyle>
            <a:lvl1pPr algn="l">
              <a:defRPr sz="6000">
                <a:solidFill>
                  <a:srgbClr val="F85F0E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DA8F992-7750-4566-AB4F-B2E8F379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5079343"/>
            <a:ext cx="5505371" cy="788054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5" name="Picture Placeholder 15">
            <a:extLst>
              <a:ext uri="{FF2B5EF4-FFF2-40B4-BE49-F238E27FC236}">
                <a16:creationId xmlns:a16="http://schemas.microsoft.com/office/drawing/2014/main" id="{33CC49E4-6647-47F5-895A-9CFC416CE1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5747" y="482252"/>
            <a:ext cx="1333500" cy="1333500"/>
          </a:xfrm>
          <a:prstGeom prst="ellipse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Вставка рисунка</a:t>
            </a:r>
            <a:endParaRPr lang="en-US"/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A537F86F-E8D6-44FF-939F-7EB5A46935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5747" y="1998956"/>
            <a:ext cx="1701800" cy="228600"/>
          </a:xfrm>
          <a:noFill/>
        </p:spPr>
        <p:txBody>
          <a:bodyPr anchor="ctr"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17C97F11-0CC0-4E01-8422-6143830432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5747" y="2226289"/>
            <a:ext cx="1701800" cy="228600"/>
          </a:xfrm>
          <a:noFill/>
        </p:spPr>
        <p:txBody>
          <a:bodyPr anchor="ctr"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Mobile / email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22609FE-C556-4394-9CD9-CACD20BC72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5747" y="2453622"/>
            <a:ext cx="1701800" cy="228600"/>
          </a:xfrm>
          <a:noFill/>
        </p:spPr>
        <p:txBody>
          <a:bodyPr anchor="ctr"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Company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CE4E427-9DC8-F2A9-D2F1-4487E164C9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Date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12BA2E-5B78-367E-BFBA-376FC426B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BE75FDB-C307-D84D-32D1-0AA4CAE99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6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5/7/2026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705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  <p:sldLayoutId id="2147483682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96478-0438-4D0D-A7E9-EF6F93B41D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45075" y="2041438"/>
            <a:ext cx="6408725" cy="2367799"/>
          </a:xfrm>
        </p:spPr>
        <p:txBody>
          <a:bodyPr>
            <a:noAutofit/>
          </a:bodyPr>
          <a:lstStyle/>
          <a:p>
            <a:r>
              <a:rPr lang="en-US" b="1" dirty="0"/>
              <a:t>Title of Your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D2917B-2853-4208-8FE6-72388B0C5B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45075" y="4548386"/>
            <a:ext cx="6408725" cy="1347307"/>
          </a:xfrm>
        </p:spPr>
        <p:txBody>
          <a:bodyPr/>
          <a:lstStyle/>
          <a:p>
            <a:r>
              <a:rPr lang="en-US" dirty="0"/>
              <a:t>A Free Presentation Template</a:t>
            </a:r>
          </a:p>
        </p:txBody>
      </p:sp>
    </p:spTree>
    <p:extLst>
      <p:ext uri="{BB962C8B-B14F-4D97-AF65-F5344CB8AC3E}">
        <p14:creationId xmlns:p14="http://schemas.microsoft.com/office/powerpoint/2010/main" val="1372886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49B84D-A234-4296-B4C9-92A57C6D1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7443439" cy="712825"/>
          </a:xfrm>
        </p:spPr>
        <p:txBody>
          <a:bodyPr/>
          <a:lstStyle/>
          <a:p>
            <a:r>
              <a:rPr lang="en-US" dirty="0"/>
              <a:t>Title of Your Slide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780FC3-EBC9-4538-91F6-C3852A655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6452"/>
            <a:ext cx="6952488" cy="5063413"/>
          </a:xfrm>
        </p:spPr>
        <p:txBody>
          <a:bodyPr>
            <a:normAutofit/>
          </a:bodyPr>
          <a:lstStyle/>
          <a:p>
            <a:r>
              <a:rPr lang="en-US" noProof="1"/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r>
              <a:rPr lang="en-US" noProof="1"/>
              <a:t>Nunc viverra imperdiet enim. Fusce est. Vivamus a tellus.</a:t>
            </a:r>
          </a:p>
          <a:p>
            <a:r>
              <a:rPr lang="en-US" noProof="1"/>
              <a:t>Pellentesque habitant morbi tristique senectus et netus et malesuada fames ac turpis egestas. Proin pharetra nonummy pede. Mauris et orci.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E294D89-4B92-4C25-93C3-28017F1DC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/>
            <a:fld id="{672B7600-67E3-4D97-B453-880E2742B982}" type="slidenum">
              <a:rPr lang="en-US" noProof="0" smtClean="0"/>
              <a:pPr lvl="0"/>
              <a:t>2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56702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49B84D-A234-4296-B4C9-92A57C6D1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1373" y="365125"/>
            <a:ext cx="8142427" cy="710209"/>
          </a:xfrm>
        </p:spPr>
        <p:txBody>
          <a:bodyPr/>
          <a:lstStyle/>
          <a:p>
            <a:r>
              <a:rPr lang="en-US" dirty="0"/>
              <a:t>Title of Your Slide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780FC3-EBC9-4538-91F6-C3852A655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1373" y="1177747"/>
            <a:ext cx="8142427" cy="5014331"/>
          </a:xfrm>
        </p:spPr>
        <p:txBody>
          <a:bodyPr>
            <a:normAutofit/>
          </a:bodyPr>
          <a:lstStyle/>
          <a:p>
            <a:r>
              <a:rPr lang="en-US" noProof="1"/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r>
              <a:rPr lang="en-US" noProof="1"/>
              <a:t>Nunc viverra imperdiet enim. Fusce est vivamus a.</a:t>
            </a:r>
          </a:p>
          <a:p>
            <a:r>
              <a:rPr lang="en-US" noProof="1"/>
              <a:t>Pellentesque habitant morbi tristique senectus et netus et malesuada fames ac turpis egestas. Proin pharetra nonummy pede. Mauris et orci.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92738-5ABF-4B0E-8DE3-867BE4D42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/>
            <a:fld id="{672B7600-67E3-4D97-B453-880E2742B982}" type="slidenum">
              <a:rPr lang="en-US" noProof="0" smtClean="0"/>
              <a:pPr lvl="0"/>
              <a:t>3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63925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84E382-9EF1-4EBC-8F04-8C4130B8A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10" y="358532"/>
            <a:ext cx="5559915" cy="2729731"/>
          </a:xfrm>
        </p:spPr>
        <p:txBody>
          <a:bodyPr/>
          <a:lstStyle/>
          <a:p>
            <a:r>
              <a:rPr lang="en-US" dirty="0"/>
              <a:t>Title of Your Section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BD888B-972E-42BE-8FD6-806C5A5A3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810" y="3254060"/>
            <a:ext cx="5559915" cy="1374769"/>
          </a:xfrm>
        </p:spPr>
        <p:txBody>
          <a:bodyPr/>
          <a:lstStyle/>
          <a:p>
            <a:r>
              <a:rPr lang="en-US" dirty="0"/>
              <a:t>Here Goes the Subtitle of Your Section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2ABB03D-568D-4321-8FC9-B6B10C349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/>
            <a:fld id="{672B7600-67E3-4D97-B453-880E2742B982}" type="slidenum">
              <a:rPr lang="en-US" noProof="0" smtClean="0"/>
              <a:pPr lvl="0"/>
              <a:t>4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180746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E8A21-3691-4C04-B978-15B30DA2E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/>
            <a:fld id="{672B7600-67E3-4D97-B453-880E2742B982}" type="slidenum">
              <a:rPr lang="en-US" noProof="0" smtClean="0"/>
              <a:pPr lvl="0"/>
              <a:t>5</a:t>
            </a:fld>
            <a:endParaRPr lang="en-US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284E382-9EF1-4EBC-8F04-8C4130B8A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0794" y="1992386"/>
            <a:ext cx="4506163" cy="2832384"/>
          </a:xfrm>
        </p:spPr>
        <p:txBody>
          <a:bodyPr>
            <a:normAutofit/>
          </a:bodyPr>
          <a:lstStyle/>
          <a:p>
            <a:r>
              <a:rPr lang="en-US" dirty="0"/>
              <a:t>Title of Your Section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BD888B-972E-42BE-8FD6-806C5A5A3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20794" y="4915838"/>
            <a:ext cx="4506163" cy="985675"/>
          </a:xfrm>
        </p:spPr>
        <p:txBody>
          <a:bodyPr/>
          <a:lstStyle/>
          <a:p>
            <a:r>
              <a:rPr lang="en-US" dirty="0"/>
              <a:t>Here Goes the Subtitle of Your Section</a:t>
            </a:r>
          </a:p>
        </p:txBody>
      </p:sp>
    </p:spTree>
    <p:extLst>
      <p:ext uri="{BB962C8B-B14F-4D97-AF65-F5344CB8AC3E}">
        <p14:creationId xmlns:p14="http://schemas.microsoft.com/office/powerpoint/2010/main" val="3136635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CB435-CC94-4A79-91D6-FFCD67E9C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747" y="838200"/>
            <a:ext cx="5615853" cy="4132551"/>
          </a:xfrm>
        </p:spPr>
        <p:txBody>
          <a:bodyPr>
            <a:normAutofit/>
          </a:bodyPr>
          <a:lstStyle/>
          <a:p>
            <a:r>
              <a:rPr lang="en-US" sz="9600" b="1" dirty="0"/>
              <a:t>Thank You!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3CB89D-0D9C-4549-AD4E-9811C01F9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5079343"/>
            <a:ext cx="5505371" cy="788054"/>
          </a:xfrm>
        </p:spPr>
        <p:txBody>
          <a:bodyPr>
            <a:noAutofit/>
          </a:bodyPr>
          <a:lstStyle/>
          <a:p>
            <a:r>
              <a:rPr lang="en-US" noProof="1"/>
              <a:t>Lorem ipsum dolor sit amet, tollit epicuri est ex, exerci accumsan singulis ei mel.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ECD98-5237-4EFB-ACE2-3AF54D228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62260" y="6538912"/>
            <a:ext cx="4114800" cy="365125"/>
          </a:xfrm>
        </p:spPr>
        <p:txBody>
          <a:bodyPr/>
          <a:lstStyle/>
          <a:p>
            <a:pPr lvl="0" algn="l"/>
            <a:r>
              <a:rPr lang="uz-Latn-UZ" noProof="0" smtClean="0">
                <a:solidFill>
                  <a:schemeClr val="bg1"/>
                </a:solidFill>
              </a:rPr>
              <a:t>@SlatdTop01_bot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78E58-1DFD-4153-BE18-AC20F7B49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/>
            <a:fld id="{672B7600-67E3-4D97-B453-880E2742B982}" type="slidenum">
              <a:rPr lang="en-US" noProof="0" smtClean="0"/>
              <a:pPr lvl="0"/>
              <a:t>6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74466710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289</Words>
  <Application>Microsoft Office PowerPoint</Application>
  <PresentationFormat>Широкоэкранный</PresentationFormat>
  <Paragraphs>34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Тема Office</vt:lpstr>
      <vt:lpstr>Title of Your Presentation</vt:lpstr>
      <vt:lpstr>Title of Your Slide</vt:lpstr>
      <vt:lpstr>Title of Your Slide</vt:lpstr>
      <vt:lpstr>Title of Your Section</vt:lpstr>
      <vt:lpstr>Title of Your Section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Your Presentation</dc:title>
  <dc:creator>204-07</dc:creator>
  <cp:lastModifiedBy>204-07</cp:lastModifiedBy>
  <cp:revision>5</cp:revision>
  <dcterms:created xsi:type="dcterms:W3CDTF">2026-05-07T08:25:50Z</dcterms:created>
  <dcterms:modified xsi:type="dcterms:W3CDTF">2026-05-07T10:15:44Z</dcterms:modified>
</cp:coreProperties>
</file>