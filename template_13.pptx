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838200" y="1712270"/>
            <a:ext cx="4369067" cy="1811792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838200" y="3911600"/>
            <a:ext cx="4369068" cy="1625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88457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29463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657325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70595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962886"/>
            <a:ext cx="5661338" cy="190161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200" y="3007442"/>
            <a:ext cx="4263189" cy="175505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886"/>
            <a:ext cx="5661338" cy="190161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007442"/>
            <a:ext cx="4263189" cy="190161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1" y="1051152"/>
            <a:ext cx="5257800" cy="1917246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201" y="3094591"/>
            <a:ext cx="4282439" cy="131608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Free Presentation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non.</a:t>
            </a:r>
            <a:endParaRPr lang="en-US" noProof="1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occaecat.</a:t>
            </a:r>
            <a:endParaRPr lang="en-US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3094591"/>
            <a:ext cx="4282439" cy="1316083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</a:t>
            </a:r>
            <a:endParaRPr lang="en-US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WPS Presentation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EF25B4D302EB405981037F706EEBE8A9_11</vt:lpwstr>
  </property>
  <property fmtid="{D5CDD505-2E9C-101B-9397-08002B2CF9AE}" pid="3" name="KSOProductBuildVer">
    <vt:lpwstr>1033-12.1.0.25862</vt:lpwstr>
  </property>
</Properties>
</file>