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3" Type="http://schemas.openxmlformats.org/officeDocument/2006/relationships/tags" Target="../tags/tag45.xml"/><Relationship Id="rId12" Type="http://schemas.openxmlformats.org/officeDocument/2006/relationships/tags" Target="../tags/tag44.xml"/><Relationship Id="rId11" Type="http://schemas.openxmlformats.org/officeDocument/2006/relationships/tags" Target="../tags/tag43.xml"/><Relationship Id="rId10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8" Type="http://schemas.openxmlformats.org/officeDocument/2006/relationships/tags" Target="../tags/tag92.xml"/><Relationship Id="rId17" Type="http://schemas.openxmlformats.org/officeDocument/2006/relationships/tags" Target="../tags/tag91.xml"/><Relationship Id="rId16" Type="http://schemas.openxmlformats.org/officeDocument/2006/relationships/tags" Target="../tags/tag90.xml"/><Relationship Id="rId15" Type="http://schemas.openxmlformats.org/officeDocument/2006/relationships/tags" Target="../tags/tag89.xml"/><Relationship Id="rId14" Type="http://schemas.openxmlformats.org/officeDocument/2006/relationships/tags" Target="../tags/tag88.xml"/><Relationship Id="rId13" Type="http://schemas.openxmlformats.org/officeDocument/2006/relationships/tags" Target="../tags/tag87.xml"/><Relationship Id="rId12" Type="http://schemas.openxmlformats.org/officeDocument/2006/relationships/tags" Target="../tags/tag86.xml"/><Relationship Id="rId11" Type="http://schemas.openxmlformats.org/officeDocument/2006/relationships/tags" Target="../tags/tag85.xml"/><Relationship Id="rId10" Type="http://schemas.openxmlformats.org/officeDocument/2006/relationships/tags" Target="../tags/tag84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g_#color-2047&amp;997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5" name="Rectangle 2_#color-2047&amp;1065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4864608" cy="1179576"/>
          </a:xfrm>
          <a:custGeom>
            <a:avLst/>
            <a:gdLst/>
            <a:ahLst/>
            <a:cxnLst/>
            <a:rect l="l" t="t" r="r" b="b"/>
            <a:pathLst>
              <a:path w="4864608" h="1179576">
                <a:moveTo>
                  <a:pt x="4864608" y="0"/>
                </a:moveTo>
                <a:lnTo>
                  <a:pt x="4087368" y="850392"/>
                </a:lnTo>
                <a:cubicBezTo>
                  <a:pt x="3895344" y="1060704"/>
                  <a:pt x="3621024" y="1179576"/>
                  <a:pt x="3337560" y="1179576"/>
                </a:cubicBezTo>
                <a:lnTo>
                  <a:pt x="0" y="1179576"/>
                </a:lnTo>
                <a:lnTo>
                  <a:pt x="0" y="0"/>
                </a:lnTo>
                <a:lnTo>
                  <a:pt x="4864608" y="0"/>
                </a:lnTo>
              </a:path>
            </a:pathLst>
          </a:custGeom>
          <a:solidFill>
            <a:schemeClr val="lt1">
              <a:alpha val="14000"/>
            </a:schemeClr>
          </a:solidFill>
        </p:spPr>
      </p:sp>
      <p:sp>
        <p:nvSpPr>
          <p:cNvPr id="26" name="Rectangle 1_#color_$accent1_$accent1-2047&amp;10662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2788920" cy="1179576"/>
          </a:xfrm>
          <a:custGeom>
            <a:avLst/>
            <a:gdLst/>
            <a:ahLst/>
            <a:cxnLst/>
            <a:rect l="l" t="t" r="r" b="b"/>
            <a:pathLst>
              <a:path w="2788920" h="1179576">
                <a:moveTo>
                  <a:pt x="2788920" y="0"/>
                </a:moveTo>
                <a:lnTo>
                  <a:pt x="2002536" y="850392"/>
                </a:lnTo>
                <a:cubicBezTo>
                  <a:pt x="1810512" y="1060704"/>
                  <a:pt x="1536192" y="1179576"/>
                  <a:pt x="1252728" y="1179576"/>
                </a:cubicBezTo>
                <a:lnTo>
                  <a:pt x="0" y="1179576"/>
                </a:lnTo>
                <a:lnTo>
                  <a:pt x="0" y="0"/>
                </a:lnTo>
                <a:lnTo>
                  <a:pt x="2788920" y="0"/>
                </a:lnTo>
              </a:path>
            </a:pathLst>
          </a:cu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0"/>
                </a:schemeClr>
              </a:gs>
            </a:gsLst>
            <a:lin ang="10446898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7" name="Rectangle 3_#color_$lt1_$lt1-2047&amp;10665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5641848" cy="1691640"/>
          </a:xfrm>
          <a:custGeom>
            <a:avLst/>
            <a:gdLst/>
            <a:ahLst/>
            <a:cxnLst/>
            <a:rect l="l" t="t" r="r" b="b"/>
            <a:pathLst>
              <a:path w="5641848" h="1691640">
                <a:moveTo>
                  <a:pt x="5641848" y="0"/>
                </a:moveTo>
                <a:lnTo>
                  <a:pt x="4480560" y="1207008"/>
                </a:lnTo>
                <a:cubicBezTo>
                  <a:pt x="4187952" y="1517904"/>
                  <a:pt x="3776472" y="1691640"/>
                  <a:pt x="3346704" y="1691640"/>
                </a:cubicBezTo>
                <a:lnTo>
                  <a:pt x="0" y="1691640"/>
                </a:lnTo>
                <a:lnTo>
                  <a:pt x="0" y="1435608"/>
                </a:lnTo>
                <a:lnTo>
                  <a:pt x="3346704" y="1435608"/>
                </a:lnTo>
                <a:cubicBezTo>
                  <a:pt x="3703320" y="1435608"/>
                  <a:pt x="4050792" y="1289304"/>
                  <a:pt x="4297680" y="1033272"/>
                </a:cubicBezTo>
                <a:lnTo>
                  <a:pt x="5285232" y="0"/>
                </a:lnTo>
                <a:lnTo>
                  <a:pt x="5641848" y="0"/>
                </a:lnTo>
              </a:path>
            </a:pathLst>
          </a:custGeom>
          <a:gradFill>
            <a:gsLst>
              <a:gs pos="0">
                <a:schemeClr val="lt1">
                  <a:alpha val="20000"/>
                </a:schemeClr>
              </a:gs>
              <a:gs pos="100000">
                <a:schemeClr val="lt1">
                  <a:alpha val="20000"/>
                </a:schemeClr>
              </a:gs>
            </a:gsLst>
            <a:lin ang="10788063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8" name="Rectangle 14 (Stroke)_#color_$lt1_$lt1-2047&amp;10668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3547872" cy="3840480"/>
          </a:xfrm>
          <a:custGeom>
            <a:avLst/>
            <a:gdLst/>
            <a:ahLst/>
            <a:cxnLst/>
            <a:rect l="l" t="t" r="r" b="b"/>
            <a:pathLst>
              <a:path w="3547872" h="3840480">
                <a:moveTo>
                  <a:pt x="3547872" y="0"/>
                </a:moveTo>
                <a:lnTo>
                  <a:pt x="0" y="3840480"/>
                </a:lnTo>
                <a:lnTo>
                  <a:pt x="0" y="1435608"/>
                </a:lnTo>
                <a:lnTo>
                  <a:pt x="1216152" y="1435608"/>
                </a:lnTo>
                <a:cubicBezTo>
                  <a:pt x="1581912" y="1435608"/>
                  <a:pt x="1920240" y="1289304"/>
                  <a:pt x="2176272" y="1033272"/>
                </a:cubicBezTo>
                <a:lnTo>
                  <a:pt x="3163824" y="0"/>
                </a:lnTo>
                <a:lnTo>
                  <a:pt x="3547872" y="0"/>
                </a:lnTo>
              </a:path>
            </a:pathLst>
          </a:cu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lt1">
                  <a:alpha val="40000"/>
                </a:schemeClr>
              </a:gs>
            </a:gsLst>
            <a:lin ang="20171107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9" name="Rectangle 14 (Stroke)_#color_$lt1_$lt1-2047&amp;10671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4142232" cy="3502152"/>
          </a:xfrm>
          <a:custGeom>
            <a:avLst/>
            <a:gdLst/>
            <a:ahLst/>
            <a:cxnLst/>
            <a:rect l="l" t="t" r="r" b="b"/>
            <a:pathLst>
              <a:path w="4142232" h="3502152">
                <a:moveTo>
                  <a:pt x="4142232" y="3502152"/>
                </a:moveTo>
                <a:lnTo>
                  <a:pt x="0" y="3502152"/>
                </a:lnTo>
                <a:lnTo>
                  <a:pt x="3246120" y="0"/>
                </a:lnTo>
                <a:lnTo>
                  <a:pt x="4142232" y="0"/>
                </a:lnTo>
                <a:lnTo>
                  <a:pt x="4142232" y="1280160"/>
                </a:lnTo>
                <a:lnTo>
                  <a:pt x="3063240" y="1280160"/>
                </a:lnTo>
                <a:cubicBezTo>
                  <a:pt x="2697480" y="1280160"/>
                  <a:pt x="2359152" y="1426464"/>
                  <a:pt x="2112264" y="1691640"/>
                </a:cubicBezTo>
                <a:lnTo>
                  <a:pt x="594360" y="3255264"/>
                </a:lnTo>
                <a:lnTo>
                  <a:pt x="4142232" y="3255264"/>
                </a:lnTo>
                <a:lnTo>
                  <a:pt x="4142232" y="3502152"/>
                </a:lnTo>
              </a:path>
            </a:pathLst>
          </a:cu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lt1">
                  <a:alpha val="800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30" name="Line 4 (Stroke)_#color_$lt1_$lt1-2047&amp;10674"/>
          <p:cNvSpPr/>
          <p:nvPr userDrawn="1">
            <p:custDataLst>
              <p:tags r:id="rId8"/>
            </p:custDataLst>
          </p:nvPr>
        </p:nvSpPr>
        <p:spPr>
          <a:xfrm>
            <a:off x="8119872" y="0"/>
            <a:ext cx="2770632" cy="2706624"/>
          </a:xfrm>
          <a:custGeom>
            <a:avLst/>
            <a:gdLst/>
            <a:ahLst/>
            <a:cxnLst/>
            <a:rect l="l" t="t" r="r" b="b"/>
            <a:pathLst>
              <a:path w="2770632" h="2706624">
                <a:moveTo>
                  <a:pt x="2770632" y="0"/>
                </a:moveTo>
                <a:lnTo>
                  <a:pt x="219456" y="2706624"/>
                </a:lnTo>
                <a:lnTo>
                  <a:pt x="0" y="2505456"/>
                </a:lnTo>
                <a:lnTo>
                  <a:pt x="2350008" y="0"/>
                </a:lnTo>
                <a:lnTo>
                  <a:pt x="2770632" y="0"/>
                </a:lnTo>
              </a:path>
            </a:pathLst>
          </a:cu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lt1">
                  <a:alpha val="8000"/>
                </a:schemeClr>
              </a:gs>
            </a:gsLst>
            <a:lin ang="21599939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31" name="Rectangle 14 (Stroke)_#color_$lt1_$lt1-2047&amp;10677"/>
          <p:cNvSpPr/>
          <p:nvPr userDrawn="1">
            <p:custDataLst>
              <p:tags r:id="rId9"/>
            </p:custDataLst>
          </p:nvPr>
        </p:nvSpPr>
        <p:spPr>
          <a:xfrm>
            <a:off x="0" y="3502152"/>
            <a:ext cx="3831336" cy="3355848"/>
          </a:xfrm>
          <a:custGeom>
            <a:avLst/>
            <a:gdLst/>
            <a:ahLst/>
            <a:cxnLst/>
            <a:rect l="l" t="t" r="r" b="b"/>
            <a:pathLst>
              <a:path w="3831336" h="3355848">
                <a:moveTo>
                  <a:pt x="731520" y="3355848"/>
                </a:moveTo>
                <a:lnTo>
                  <a:pt x="3831336" y="36576"/>
                </a:lnTo>
                <a:lnTo>
                  <a:pt x="0" y="0"/>
                </a:lnTo>
                <a:lnTo>
                  <a:pt x="0" y="256032"/>
                </a:lnTo>
                <a:lnTo>
                  <a:pt x="3236976" y="256032"/>
                </a:lnTo>
                <a:lnTo>
                  <a:pt x="1728216" y="1819656"/>
                </a:lnTo>
                <a:cubicBezTo>
                  <a:pt x="1481328" y="2075688"/>
                  <a:pt x="1133856" y="2221992"/>
                  <a:pt x="777240" y="2221992"/>
                </a:cubicBezTo>
                <a:lnTo>
                  <a:pt x="0" y="2221992"/>
                </a:lnTo>
                <a:lnTo>
                  <a:pt x="0" y="3355848"/>
                </a:lnTo>
                <a:lnTo>
                  <a:pt x="731520" y="3355848"/>
                </a:lnTo>
              </a:path>
            </a:pathLst>
          </a:cu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lt1">
                  <a:alpha val="800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32" name="Line 5 (Stroke)_#color_$lt1_$lt1-2047&amp;10680"/>
          <p:cNvSpPr/>
          <p:nvPr userDrawn="1">
            <p:custDataLst>
              <p:tags r:id="rId10"/>
            </p:custDataLst>
          </p:nvPr>
        </p:nvSpPr>
        <p:spPr>
          <a:xfrm>
            <a:off x="1152144" y="4297680"/>
            <a:ext cx="2624328" cy="2560320"/>
          </a:xfrm>
          <a:custGeom>
            <a:avLst/>
            <a:gdLst/>
            <a:ahLst/>
            <a:cxnLst/>
            <a:rect l="l" t="t" r="r" b="b"/>
            <a:pathLst>
              <a:path w="2624328" h="2560320">
                <a:moveTo>
                  <a:pt x="420624" y="2560320"/>
                </a:moveTo>
                <a:lnTo>
                  <a:pt x="0" y="2560320"/>
                </a:lnTo>
                <a:lnTo>
                  <a:pt x="2404872" y="0"/>
                </a:lnTo>
                <a:lnTo>
                  <a:pt x="2624328" y="210312"/>
                </a:lnTo>
                <a:lnTo>
                  <a:pt x="420624" y="2560320"/>
                </a:lnTo>
              </a:path>
            </a:pathLst>
          </a:cu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lt1">
                  <a:alpha val="8000"/>
                </a:schemeClr>
              </a:gs>
            </a:gsLst>
            <a:lin ang="21599939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33" name="Rectangle 9_#color_$lt1_$lt1-2047&amp;10683"/>
          <p:cNvSpPr/>
          <p:nvPr userDrawn="1">
            <p:custDataLst>
              <p:tags r:id="rId11"/>
            </p:custDataLst>
          </p:nvPr>
        </p:nvSpPr>
        <p:spPr>
          <a:xfrm>
            <a:off x="6181344" y="5660136"/>
            <a:ext cx="3639312" cy="1197864"/>
          </a:xfrm>
          <a:custGeom>
            <a:avLst/>
            <a:gdLst/>
            <a:ahLst/>
            <a:cxnLst/>
            <a:rect l="l" t="t" r="r" b="b"/>
            <a:pathLst>
              <a:path w="3639312" h="1197864">
                <a:moveTo>
                  <a:pt x="3639312" y="1197864"/>
                </a:moveTo>
                <a:lnTo>
                  <a:pt x="0" y="1197864"/>
                </a:lnTo>
                <a:lnTo>
                  <a:pt x="722376" y="402336"/>
                </a:lnTo>
                <a:cubicBezTo>
                  <a:pt x="960120" y="146304"/>
                  <a:pt x="1298448" y="0"/>
                  <a:pt x="1655064" y="0"/>
                </a:cubicBezTo>
                <a:lnTo>
                  <a:pt x="3639312" y="0"/>
                </a:lnTo>
                <a:lnTo>
                  <a:pt x="3639312" y="1197864"/>
                </a:lnTo>
              </a:path>
            </a:pathLst>
          </a:custGeom>
          <a:gradFill>
            <a:gsLst>
              <a:gs pos="0">
                <a:schemeClr val="lt1">
                  <a:alpha val="21000"/>
                </a:schemeClr>
              </a:gs>
              <a:gs pos="100000">
                <a:schemeClr val="lt1"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34" name="Rectangle 10_#color_$lt1_$lt1-2047&amp;10686"/>
          <p:cNvSpPr/>
          <p:nvPr userDrawn="1">
            <p:custDataLst>
              <p:tags r:id="rId12"/>
            </p:custDataLst>
          </p:nvPr>
        </p:nvSpPr>
        <p:spPr>
          <a:xfrm>
            <a:off x="8644128" y="5650992"/>
            <a:ext cx="3547872" cy="1207008"/>
          </a:xfrm>
          <a:custGeom>
            <a:avLst/>
            <a:gdLst/>
            <a:ahLst/>
            <a:cxnLst/>
            <a:rect l="l" t="t" r="r" b="b"/>
            <a:pathLst>
              <a:path w="3547872" h="1207008">
                <a:moveTo>
                  <a:pt x="3547872" y="0"/>
                </a:moveTo>
                <a:lnTo>
                  <a:pt x="3547872" y="1207008"/>
                </a:lnTo>
                <a:lnTo>
                  <a:pt x="0" y="1207008"/>
                </a:lnTo>
                <a:lnTo>
                  <a:pt x="722376" y="420624"/>
                </a:lnTo>
                <a:cubicBezTo>
                  <a:pt x="969264" y="155448"/>
                  <a:pt x="1307592" y="0"/>
                  <a:pt x="1664208" y="0"/>
                </a:cubicBezTo>
                <a:lnTo>
                  <a:pt x="3547872" y="0"/>
                </a:lnTo>
              </a:path>
            </a:pathLst>
          </a:custGeom>
          <a:gradFill>
            <a:gsLst>
              <a:gs pos="0">
                <a:schemeClr val="lt1">
                  <a:alpha val="31000"/>
                </a:schemeClr>
              </a:gs>
              <a:gs pos="100000">
                <a:schemeClr val="lt1">
                  <a:alpha val="0"/>
                </a:schemeClr>
              </a:gs>
            </a:gsLst>
            <a:lin ang="1001916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35" name="Rectangle 11_#color_$lt1_$lt1-2047&amp;10689"/>
          <p:cNvSpPr/>
          <p:nvPr userDrawn="1">
            <p:custDataLst>
              <p:tags r:id="rId13"/>
            </p:custDataLst>
          </p:nvPr>
        </p:nvSpPr>
        <p:spPr>
          <a:xfrm>
            <a:off x="5458968" y="5129784"/>
            <a:ext cx="6729984" cy="1728216"/>
          </a:xfrm>
          <a:custGeom>
            <a:avLst/>
            <a:gdLst/>
            <a:ahLst/>
            <a:cxnLst/>
            <a:rect l="l" t="t" r="r" b="b"/>
            <a:pathLst>
              <a:path w="6729984" h="1728216">
                <a:moveTo>
                  <a:pt x="6729984" y="36576"/>
                </a:moveTo>
                <a:lnTo>
                  <a:pt x="2414016" y="0"/>
                </a:lnTo>
                <a:cubicBezTo>
                  <a:pt x="1938528" y="0"/>
                  <a:pt x="1481328" y="192024"/>
                  <a:pt x="1143000" y="530352"/>
                </a:cubicBezTo>
                <a:lnTo>
                  <a:pt x="0" y="1728216"/>
                </a:lnTo>
                <a:lnTo>
                  <a:pt x="365760" y="1728216"/>
                </a:lnTo>
                <a:lnTo>
                  <a:pt x="1335024" y="722376"/>
                </a:lnTo>
                <a:cubicBezTo>
                  <a:pt x="1618488" y="429768"/>
                  <a:pt x="2011680" y="265176"/>
                  <a:pt x="2414016" y="265176"/>
                </a:cubicBezTo>
                <a:lnTo>
                  <a:pt x="6729984" y="265176"/>
                </a:lnTo>
                <a:lnTo>
                  <a:pt x="6729984" y="36576"/>
                </a:lnTo>
              </a:path>
            </a:pathLst>
          </a:cu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lt1">
                  <a:alpha val="40000"/>
                </a:schemeClr>
              </a:gs>
            </a:gsLst>
            <a:lin ang="108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4"/>
            </p:custDataLst>
          </p:nvPr>
        </p:nvSpPr>
        <p:spPr>
          <a:xfrm>
            <a:off x="838200" y="2417445"/>
            <a:ext cx="10515600" cy="1765300"/>
          </a:xfrm>
        </p:spPr>
        <p:txBody>
          <a:bodyPr wrap="square" anchor="t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lt1">
                    <a:lumMod val="100000"/>
                  </a:schemeClr>
                </a:solidFill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5"/>
            </p:custDataLst>
          </p:nvPr>
        </p:nvSpPr>
        <p:spPr>
          <a:xfrm>
            <a:off x="838200" y="807720"/>
            <a:ext cx="10515600" cy="1552408"/>
          </a:xfrm>
        </p:spPr>
        <p:txBody>
          <a:bodyPr wrap="square" anchor="b">
            <a:normAutofit/>
          </a:bodyPr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lt1">
                    <a:lumMod val="100000"/>
                  </a:schemeClr>
                </a:solidFill>
                <a:latin typeface="+mj-lt"/>
                <a:sym typeface="+mn-ea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>
                <a:latin typeface="+mj-lt"/>
              </a:rPr>
              <a:t>Click to add subtitle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9"/>
            </p:custDataLst>
          </p:nvPr>
        </p:nvSpPr>
        <p:spPr>
          <a:xfrm>
            <a:off x="838198" y="4247248"/>
            <a:ext cx="10515600" cy="1724819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lt1">
                    <a:lumMod val="100000"/>
                  </a:schemeClr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>
                <a:latin typeface="+mn-lt"/>
              </a:rPr>
              <a:t>Click to add text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_#color_$accent2_$accent2-2047&amp;10692"/>
          <p:cNvSpPr/>
          <p:nvPr userDrawn="1">
            <p:custDataLst>
              <p:tags r:id="rId2"/>
            </p:custDataLst>
          </p:nvPr>
        </p:nvSpPr>
        <p:spPr>
          <a:xfrm>
            <a:off x="2377440" y="0"/>
            <a:ext cx="4123944" cy="1572768"/>
          </a:xfrm>
          <a:custGeom>
            <a:avLst/>
            <a:gdLst/>
            <a:ahLst/>
            <a:cxnLst/>
            <a:rect l="l" t="t" r="r" b="b"/>
            <a:pathLst>
              <a:path w="4123944" h="1572768">
                <a:moveTo>
                  <a:pt x="4123944" y="0"/>
                </a:moveTo>
                <a:lnTo>
                  <a:pt x="3054096" y="1161288"/>
                </a:lnTo>
                <a:cubicBezTo>
                  <a:pt x="2816352" y="1426464"/>
                  <a:pt x="2478024" y="1572768"/>
                  <a:pt x="2121408" y="1572768"/>
                </a:cubicBezTo>
                <a:lnTo>
                  <a:pt x="0" y="1572768"/>
                </a:lnTo>
                <a:lnTo>
                  <a:pt x="18288" y="0"/>
                </a:lnTo>
                <a:lnTo>
                  <a:pt x="4123944" y="0"/>
                </a:lnTo>
              </a:path>
            </a:pathLst>
          </a:custGeom>
          <a:gradFill>
            <a:gsLst>
              <a:gs pos="0">
                <a:schemeClr val="accent2">
                  <a:alpha val="80000"/>
                </a:schemeClr>
              </a:gs>
              <a:gs pos="100000">
                <a:schemeClr val="accent2">
                  <a:alpha val="0"/>
                </a:schemeClr>
              </a:gs>
            </a:gsLst>
            <a:lin ang="9764995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5" name="Rectangle 10_#color_$accent2_$accent2-2047&amp;10695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4846320" cy="1572768"/>
          </a:xfrm>
          <a:custGeom>
            <a:avLst/>
            <a:gdLst/>
            <a:ahLst/>
            <a:cxnLst/>
            <a:rect l="l" t="t" r="r" b="b"/>
            <a:pathLst>
              <a:path w="4846320" h="1572768">
                <a:moveTo>
                  <a:pt x="4846320" y="0"/>
                </a:moveTo>
                <a:lnTo>
                  <a:pt x="3785616" y="1161288"/>
                </a:lnTo>
                <a:cubicBezTo>
                  <a:pt x="3538728" y="1426464"/>
                  <a:pt x="3200400" y="1572768"/>
                  <a:pt x="2843784" y="1572768"/>
                </a:cubicBezTo>
                <a:lnTo>
                  <a:pt x="0" y="1572768"/>
                </a:lnTo>
                <a:lnTo>
                  <a:pt x="0" y="0"/>
                </a:lnTo>
                <a:lnTo>
                  <a:pt x="4846320" y="0"/>
                </a:lnTo>
              </a:path>
            </a:pathLst>
          </a:cu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9764995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6" name="Rectangle 11 (Stroke)_#color_$accent2_$accent2-2047&amp;10698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7287768" cy="2130552"/>
          </a:xfrm>
          <a:custGeom>
            <a:avLst/>
            <a:gdLst/>
            <a:ahLst/>
            <a:cxnLst/>
            <a:rect l="l" t="t" r="r" b="b"/>
            <a:pathLst>
              <a:path w="7287768" h="2130552">
                <a:moveTo>
                  <a:pt x="7287768" y="0"/>
                </a:moveTo>
                <a:lnTo>
                  <a:pt x="5751576" y="1600200"/>
                </a:lnTo>
                <a:cubicBezTo>
                  <a:pt x="5422392" y="1947672"/>
                  <a:pt x="4965192" y="2130552"/>
                  <a:pt x="4480560" y="2130552"/>
                </a:cubicBezTo>
                <a:lnTo>
                  <a:pt x="0" y="2130552"/>
                </a:lnTo>
                <a:lnTo>
                  <a:pt x="0" y="1865376"/>
                </a:lnTo>
                <a:lnTo>
                  <a:pt x="4480560" y="1865376"/>
                </a:lnTo>
                <a:cubicBezTo>
                  <a:pt x="4892040" y="1865376"/>
                  <a:pt x="5285232" y="1700784"/>
                  <a:pt x="5559552" y="1408176"/>
                </a:cubicBezTo>
                <a:lnTo>
                  <a:pt x="6922008" y="0"/>
                </a:lnTo>
                <a:lnTo>
                  <a:pt x="7287768" y="0"/>
                </a:lnTo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80000"/>
                </a:schemeClr>
              </a:gs>
            </a:gsLst>
            <a:lin ang="10133699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0" name="Rectangle 9_#color_$accent1_$accent1-2047&amp;10701"/>
          <p:cNvSpPr/>
          <p:nvPr userDrawn="1">
            <p:custDataLst>
              <p:tags r:id="rId5"/>
            </p:custDataLst>
          </p:nvPr>
        </p:nvSpPr>
        <p:spPr>
          <a:xfrm>
            <a:off x="7086600" y="6400800"/>
            <a:ext cx="2971800" cy="457200"/>
          </a:xfrm>
          <a:custGeom>
            <a:avLst/>
            <a:gdLst/>
            <a:ahLst/>
            <a:cxnLst/>
            <a:rect l="l" t="t" r="r" b="b"/>
            <a:pathLst>
              <a:path w="2971800" h="457200">
                <a:moveTo>
                  <a:pt x="2971800" y="457200"/>
                </a:moveTo>
                <a:lnTo>
                  <a:pt x="0" y="457200"/>
                </a:lnTo>
                <a:lnTo>
                  <a:pt x="45720" y="402336"/>
                </a:lnTo>
                <a:cubicBezTo>
                  <a:pt x="283464" y="146304"/>
                  <a:pt x="630936" y="0"/>
                  <a:pt x="987552" y="0"/>
                </a:cubicBezTo>
                <a:lnTo>
                  <a:pt x="2971800" y="0"/>
                </a:lnTo>
                <a:lnTo>
                  <a:pt x="2971800" y="457200"/>
                </a:lnTo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4000"/>
                </a:schemeClr>
              </a:gs>
            </a:gsLst>
            <a:lin ang="10817101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1" name="Rectangle 10_#color_$accent1_$accent1-2047&amp;10704"/>
          <p:cNvSpPr/>
          <p:nvPr userDrawn="1">
            <p:custDataLst>
              <p:tags r:id="rId6"/>
            </p:custDataLst>
          </p:nvPr>
        </p:nvSpPr>
        <p:spPr>
          <a:xfrm>
            <a:off x="9582912" y="6400800"/>
            <a:ext cx="2606040" cy="457200"/>
          </a:xfrm>
          <a:custGeom>
            <a:avLst/>
            <a:gdLst/>
            <a:ahLst/>
            <a:cxnLst/>
            <a:rect l="l" t="t" r="r" b="b"/>
            <a:pathLst>
              <a:path w="2606040" h="457200">
                <a:moveTo>
                  <a:pt x="2606040" y="36576"/>
                </a:moveTo>
                <a:lnTo>
                  <a:pt x="2606040" y="457200"/>
                </a:lnTo>
                <a:lnTo>
                  <a:pt x="0" y="457200"/>
                </a:lnTo>
                <a:lnTo>
                  <a:pt x="45720" y="411480"/>
                </a:lnTo>
                <a:cubicBezTo>
                  <a:pt x="283464" y="146304"/>
                  <a:pt x="621792" y="0"/>
                  <a:pt x="978408" y="0"/>
                </a:cubicBezTo>
                <a:lnTo>
                  <a:pt x="2606040" y="36576"/>
                </a:lnTo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4000"/>
                </a:schemeClr>
              </a:gs>
            </a:gsLst>
            <a:lin ang="21588995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2" name="Rectangle 11_#color_$accent1_$accent1-2047&amp;10707"/>
          <p:cNvSpPr/>
          <p:nvPr userDrawn="1">
            <p:custDataLst>
              <p:tags r:id="rId7"/>
            </p:custDataLst>
          </p:nvPr>
        </p:nvSpPr>
        <p:spPr>
          <a:xfrm>
            <a:off x="6403848" y="5870448"/>
            <a:ext cx="5788152" cy="987552"/>
          </a:xfrm>
          <a:custGeom>
            <a:avLst/>
            <a:gdLst/>
            <a:ahLst/>
            <a:cxnLst/>
            <a:rect l="l" t="t" r="r" b="b"/>
            <a:pathLst>
              <a:path w="5788152" h="987552">
                <a:moveTo>
                  <a:pt x="5788152" y="36576"/>
                </a:moveTo>
                <a:lnTo>
                  <a:pt x="1709928" y="0"/>
                </a:lnTo>
                <a:cubicBezTo>
                  <a:pt x="1234440" y="0"/>
                  <a:pt x="768096" y="192024"/>
                  <a:pt x="438912" y="530352"/>
                </a:cubicBezTo>
                <a:lnTo>
                  <a:pt x="0" y="987552"/>
                </a:lnTo>
                <a:lnTo>
                  <a:pt x="374904" y="987552"/>
                </a:lnTo>
                <a:lnTo>
                  <a:pt x="630936" y="722376"/>
                </a:lnTo>
                <a:cubicBezTo>
                  <a:pt x="914400" y="429768"/>
                  <a:pt x="1307592" y="265176"/>
                  <a:pt x="1709928" y="265176"/>
                </a:cubicBezTo>
                <a:lnTo>
                  <a:pt x="5788152" y="265176"/>
                </a:lnTo>
                <a:lnTo>
                  <a:pt x="5788152" y="36576"/>
                </a:lnTo>
              </a:path>
            </a:pathLst>
          </a:custGeom>
          <a:gradFill>
            <a:gsLst>
              <a:gs pos="0">
                <a:schemeClr val="accent1">
                  <a:alpha val="14000"/>
                </a:schemeClr>
              </a:gs>
              <a:gs pos="100000">
                <a:schemeClr val="accent1">
                  <a:alpha val="0"/>
                </a:schemeClr>
              </a:gs>
            </a:gsLst>
            <a:lin ang="20819163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696595" y="334645"/>
            <a:ext cx="4434205" cy="1081405"/>
          </a:xfrm>
        </p:spPr>
        <p:txBody>
          <a:bodyPr wrap="square" anchor="t">
            <a:normAutofit/>
          </a:bodyPr>
          <a:lstStyle>
            <a:lvl1pPr algn="l">
              <a:defRPr sz="5000">
                <a:solidFill>
                  <a:schemeClr val="lt1">
                    <a:lumMod val="100000"/>
                  </a:schemeClr>
                </a:solidFill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g_#color-2047&amp;1001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</p:spPr>
      </p:sp>
      <p:sp>
        <p:nvSpPr>
          <p:cNvPr id="9" name="Rectangle 2_#color_$accent2_1_$accent2_2-2047&amp;10710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5733288" cy="1719072"/>
          </a:xfrm>
          <a:custGeom>
            <a:avLst/>
            <a:gdLst/>
            <a:ahLst/>
            <a:cxnLst/>
            <a:rect l="l" t="t" r="r" b="b"/>
            <a:pathLst>
              <a:path w="5733288" h="1719072">
                <a:moveTo>
                  <a:pt x="5733288" y="0"/>
                </a:moveTo>
                <a:lnTo>
                  <a:pt x="4471416" y="1380744"/>
                </a:lnTo>
                <a:cubicBezTo>
                  <a:pt x="4279392" y="1591056"/>
                  <a:pt x="4005072" y="1719072"/>
                  <a:pt x="3721608" y="1719072"/>
                </a:cubicBezTo>
                <a:lnTo>
                  <a:pt x="0" y="1719072"/>
                </a:lnTo>
                <a:lnTo>
                  <a:pt x="0" y="0"/>
                </a:lnTo>
                <a:lnTo>
                  <a:pt x="5733288" y="0"/>
                </a:lnTo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21000"/>
                </a:schemeClr>
              </a:gs>
              <a:gs pos="100000">
                <a:schemeClr val="accent6">
                  <a:alpha val="0"/>
                </a:schemeClr>
              </a:gs>
            </a:gsLst>
            <a:lin ang="10305797" scaled="0"/>
          </a:gra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0" name="Rectangle 3 (Stroke)_#color_$accent2_1_$accent2_2-2047&amp;10713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6537960" cy="2221992"/>
          </a:xfrm>
          <a:custGeom>
            <a:avLst/>
            <a:gdLst/>
            <a:ahLst/>
            <a:cxnLst/>
            <a:rect l="l" t="t" r="r" b="b"/>
            <a:pathLst>
              <a:path w="6537960" h="2221992">
                <a:moveTo>
                  <a:pt x="6537960" y="0"/>
                </a:moveTo>
                <a:lnTo>
                  <a:pt x="4864608" y="1737360"/>
                </a:lnTo>
                <a:cubicBezTo>
                  <a:pt x="4562856" y="2048256"/>
                  <a:pt x="4151376" y="2221992"/>
                  <a:pt x="3721608" y="2221992"/>
                </a:cubicBezTo>
                <a:lnTo>
                  <a:pt x="0" y="2221992"/>
                </a:lnTo>
                <a:lnTo>
                  <a:pt x="0" y="1965960"/>
                </a:lnTo>
                <a:lnTo>
                  <a:pt x="3721608" y="1965960"/>
                </a:lnTo>
                <a:cubicBezTo>
                  <a:pt x="4078224" y="1965960"/>
                  <a:pt x="4425696" y="1819656"/>
                  <a:pt x="4672584" y="1563624"/>
                </a:cubicBezTo>
                <a:lnTo>
                  <a:pt x="6181344" y="0"/>
                </a:lnTo>
                <a:lnTo>
                  <a:pt x="6537960" y="0"/>
                </a:lnTo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21000"/>
                </a:schemeClr>
              </a:gs>
              <a:gs pos="100000">
                <a:schemeClr val="accent6">
                  <a:alpha val="0"/>
                </a:schemeClr>
              </a:gs>
            </a:gsLst>
            <a:lin ang="10305797" scaled="0"/>
          </a:gra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1" name="Rectangle 11 (Stroke)_#color_$accent2_1_$accent2_2-2047&amp;10716"/>
          <p:cNvSpPr/>
          <p:nvPr userDrawn="1">
            <p:custDataLst>
              <p:tags r:id="rId5"/>
            </p:custDataLst>
          </p:nvPr>
        </p:nvSpPr>
        <p:spPr>
          <a:xfrm>
            <a:off x="5983224" y="5285232"/>
            <a:ext cx="6208776" cy="1572768"/>
          </a:xfrm>
          <a:custGeom>
            <a:avLst/>
            <a:gdLst/>
            <a:ahLst/>
            <a:cxnLst/>
            <a:rect l="l" t="t" r="r" b="b"/>
            <a:pathLst>
              <a:path w="6208776" h="1572768">
                <a:moveTo>
                  <a:pt x="6208776" y="36576"/>
                </a:moveTo>
                <a:lnTo>
                  <a:pt x="2267712" y="0"/>
                </a:lnTo>
                <a:cubicBezTo>
                  <a:pt x="1792224" y="0"/>
                  <a:pt x="1335024" y="192024"/>
                  <a:pt x="996696" y="530352"/>
                </a:cubicBezTo>
                <a:lnTo>
                  <a:pt x="0" y="1572768"/>
                </a:lnTo>
                <a:lnTo>
                  <a:pt x="374904" y="1572768"/>
                </a:lnTo>
                <a:lnTo>
                  <a:pt x="1188720" y="722376"/>
                </a:lnTo>
                <a:cubicBezTo>
                  <a:pt x="1472184" y="429768"/>
                  <a:pt x="1865376" y="265176"/>
                  <a:pt x="2267712" y="265176"/>
                </a:cubicBezTo>
                <a:lnTo>
                  <a:pt x="6208776" y="265176"/>
                </a:lnTo>
                <a:lnTo>
                  <a:pt x="6208776" y="36576"/>
                </a:lnTo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30000"/>
                </a:schemeClr>
              </a:gs>
              <a:gs pos="100000">
                <a:schemeClr val="accent6">
                  <a:alpha val="0"/>
                </a:schemeClr>
              </a:gs>
            </a:gsLst>
            <a:lin ang="10305797" scaled="0"/>
          </a:gra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3" name="Rectangle 7_#color-2047&amp;10025"/>
          <p:cNvSpPr/>
          <p:nvPr userDrawn="1">
            <p:custDataLst>
              <p:tags r:id="rId6"/>
            </p:custDataLst>
          </p:nvPr>
        </p:nvSpPr>
        <p:spPr>
          <a:xfrm>
            <a:off x="1179576" y="859536"/>
            <a:ext cx="9838944" cy="5148072"/>
          </a:xfrm>
          <a:custGeom>
            <a:avLst/>
            <a:gdLst/>
            <a:ahLst/>
            <a:cxnLst/>
            <a:rect l="l" t="t" r="r" b="b"/>
            <a:pathLst>
              <a:path w="9838944" h="5148072">
                <a:moveTo>
                  <a:pt x="0" y="347472"/>
                </a:moveTo>
                <a:cubicBezTo>
                  <a:pt x="0" y="155448"/>
                  <a:pt x="155448" y="0"/>
                  <a:pt x="347472" y="0"/>
                </a:cubicBezTo>
                <a:lnTo>
                  <a:pt x="9491472" y="0"/>
                </a:lnTo>
                <a:cubicBezTo>
                  <a:pt x="9683496" y="0"/>
                  <a:pt x="9838944" y="155448"/>
                  <a:pt x="9838944" y="347472"/>
                </a:cubicBezTo>
                <a:lnTo>
                  <a:pt x="9838944" y="4791456"/>
                </a:lnTo>
                <a:cubicBezTo>
                  <a:pt x="9838944" y="4983480"/>
                  <a:pt x="9683496" y="5148072"/>
                  <a:pt x="9491472" y="5148072"/>
                </a:cubicBezTo>
                <a:lnTo>
                  <a:pt x="347472" y="5148072"/>
                </a:lnTo>
                <a:cubicBezTo>
                  <a:pt x="155448" y="5148072"/>
                  <a:pt x="0" y="4983480"/>
                  <a:pt x="0" y="4791456"/>
                </a:cubicBezTo>
                <a:lnTo>
                  <a:pt x="0" y="347472"/>
                </a:lnTo>
              </a:path>
            </a:pathLst>
          </a:custGeom>
          <a:solidFill>
            <a:schemeClr val="bg1"/>
          </a:solidFill>
        </p:spPr>
      </p:sp>
      <p:sp>
        <p:nvSpPr>
          <p:cNvPr id="14" name="Rectangle 1_#color_$accent1_$accent1-2047&amp;10722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3666744" cy="1719072"/>
          </a:xfrm>
          <a:custGeom>
            <a:avLst/>
            <a:gdLst/>
            <a:ahLst/>
            <a:cxnLst/>
            <a:rect l="l" t="t" r="r" b="b"/>
            <a:pathLst>
              <a:path w="3666744" h="1719072">
                <a:moveTo>
                  <a:pt x="3666744" y="0"/>
                </a:moveTo>
                <a:lnTo>
                  <a:pt x="2386584" y="1389888"/>
                </a:lnTo>
                <a:cubicBezTo>
                  <a:pt x="2194560" y="1600200"/>
                  <a:pt x="1920240" y="1719072"/>
                  <a:pt x="1636776" y="1719072"/>
                </a:cubicBezTo>
                <a:lnTo>
                  <a:pt x="0" y="1719072"/>
                </a:lnTo>
                <a:lnTo>
                  <a:pt x="0" y="0"/>
                </a:lnTo>
                <a:lnTo>
                  <a:pt x="3666744" y="0"/>
                </a:lnTo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0446898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5" name="Rectangle 10_#color_$accent2_1_$accent2_2-2047&amp;10725"/>
          <p:cNvSpPr/>
          <p:nvPr userDrawn="1">
            <p:custDataLst>
              <p:tags r:id="rId8"/>
            </p:custDataLst>
          </p:nvPr>
        </p:nvSpPr>
        <p:spPr>
          <a:xfrm>
            <a:off x="9171432" y="5815584"/>
            <a:ext cx="3017520" cy="1042416"/>
          </a:xfrm>
          <a:custGeom>
            <a:avLst/>
            <a:gdLst/>
            <a:ahLst/>
            <a:cxnLst/>
            <a:rect l="l" t="t" r="r" b="b"/>
            <a:pathLst>
              <a:path w="3017520" h="1042416">
                <a:moveTo>
                  <a:pt x="3017520" y="36576"/>
                </a:moveTo>
                <a:lnTo>
                  <a:pt x="3017520" y="1042416"/>
                </a:lnTo>
                <a:lnTo>
                  <a:pt x="0" y="1042416"/>
                </a:lnTo>
                <a:lnTo>
                  <a:pt x="585216" y="411480"/>
                </a:lnTo>
                <a:cubicBezTo>
                  <a:pt x="822960" y="146304"/>
                  <a:pt x="1161288" y="0"/>
                  <a:pt x="1517904" y="0"/>
                </a:cubicBezTo>
                <a:lnTo>
                  <a:pt x="3017520" y="36576"/>
                </a:lnTo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30000"/>
                </a:schemeClr>
              </a:gs>
              <a:gs pos="100000">
                <a:schemeClr val="accent6">
                  <a:alpha val="0"/>
                </a:schemeClr>
              </a:gs>
            </a:gsLst>
            <a:lin ang="10305797" scaled="0"/>
          </a:gra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2"/>
            </p:custDataLst>
          </p:nvPr>
        </p:nvSpPr>
        <p:spPr>
          <a:xfrm>
            <a:off x="1526400" y="3333640"/>
            <a:ext cx="9144000" cy="2639424"/>
          </a:xfrm>
        </p:spPr>
        <p:txBody>
          <a:bodyPr wrap="square" anchor="t">
            <a:normAutofit/>
          </a:bodyPr>
          <a:lstStyle>
            <a:lvl1pPr algn="ctr">
              <a:defRPr sz="4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1524000" y="859536"/>
            <a:ext cx="9144000" cy="2190312"/>
          </a:xfrm>
        </p:spPr>
        <p:txBody>
          <a:bodyPr wrap="none" anchor="b">
            <a:normAutofit/>
          </a:bodyPr>
          <a:lstStyle>
            <a:lvl1pPr marL="0" indent="0" algn="ctr">
              <a:buNone/>
              <a:defRPr sz="5800" b="1">
                <a:solidFill>
                  <a:schemeClr val="accent2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>
                <a:latin typeface="+mn-lt"/>
              </a:rPr>
              <a:t>Click to add text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>
                <a:latin typeface="+mj-lt"/>
              </a:rPr>
              <a:t>Click to add text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>
                <a:latin typeface="+mj-lt"/>
              </a:rPr>
              <a:t>Click to add text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 wrap="square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>
                <a:latin typeface="+mj-lt"/>
              </a:rPr>
              <a:t>Click to add text</a:t>
            </a:r>
            <a:endParaRPr 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g_#color-2047&amp;1042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</p:spPr>
      </p:sp>
      <p:sp>
        <p:nvSpPr>
          <p:cNvPr id="8" name="Rectangle 2_#color-2047&amp;1073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4864608" cy="1179576"/>
          </a:xfrm>
          <a:custGeom>
            <a:avLst/>
            <a:gdLst/>
            <a:ahLst/>
            <a:cxnLst/>
            <a:rect l="l" t="t" r="r" b="b"/>
            <a:pathLst>
              <a:path w="4864608" h="1179576">
                <a:moveTo>
                  <a:pt x="4864608" y="0"/>
                </a:moveTo>
                <a:lnTo>
                  <a:pt x="4087368" y="850392"/>
                </a:lnTo>
                <a:cubicBezTo>
                  <a:pt x="3895344" y="1060704"/>
                  <a:pt x="3621024" y="1179576"/>
                  <a:pt x="3337560" y="1179576"/>
                </a:cubicBezTo>
                <a:lnTo>
                  <a:pt x="0" y="1179576"/>
                </a:lnTo>
                <a:lnTo>
                  <a:pt x="0" y="0"/>
                </a:lnTo>
                <a:lnTo>
                  <a:pt x="4864608" y="0"/>
                </a:lnTo>
              </a:path>
            </a:pathLst>
          </a:custGeom>
          <a:solidFill>
            <a:schemeClr val="lt1">
              <a:alpha val="14000"/>
            </a:schemeClr>
          </a:solidFill>
        </p:spPr>
      </p:sp>
      <p:sp>
        <p:nvSpPr>
          <p:cNvPr id="9" name="Rectangle 1_#color_$accent1_$accent1-2047&amp;10740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2788920" cy="1179576"/>
          </a:xfrm>
          <a:custGeom>
            <a:avLst/>
            <a:gdLst/>
            <a:ahLst/>
            <a:cxnLst/>
            <a:rect l="l" t="t" r="r" b="b"/>
            <a:pathLst>
              <a:path w="2788920" h="1179576">
                <a:moveTo>
                  <a:pt x="2788920" y="0"/>
                </a:moveTo>
                <a:lnTo>
                  <a:pt x="2002536" y="850392"/>
                </a:lnTo>
                <a:cubicBezTo>
                  <a:pt x="1810512" y="1060704"/>
                  <a:pt x="1536192" y="1179576"/>
                  <a:pt x="1252728" y="1179576"/>
                </a:cubicBezTo>
                <a:lnTo>
                  <a:pt x="0" y="1179576"/>
                </a:lnTo>
                <a:lnTo>
                  <a:pt x="0" y="0"/>
                </a:lnTo>
                <a:lnTo>
                  <a:pt x="2788920" y="0"/>
                </a:lnTo>
              </a:path>
            </a:pathLst>
          </a:cu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0"/>
                </a:schemeClr>
              </a:gs>
            </a:gsLst>
            <a:lin ang="10446898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1" name="Rectangle 3_#color_$lt1_$lt1-2047&amp;10743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5641848" cy="1691640"/>
          </a:xfrm>
          <a:custGeom>
            <a:avLst/>
            <a:gdLst/>
            <a:ahLst/>
            <a:cxnLst/>
            <a:rect l="l" t="t" r="r" b="b"/>
            <a:pathLst>
              <a:path w="5641848" h="1691640">
                <a:moveTo>
                  <a:pt x="5641848" y="0"/>
                </a:moveTo>
                <a:lnTo>
                  <a:pt x="4480560" y="1207008"/>
                </a:lnTo>
                <a:cubicBezTo>
                  <a:pt x="4187952" y="1517904"/>
                  <a:pt x="3776472" y="1691640"/>
                  <a:pt x="3346704" y="1691640"/>
                </a:cubicBezTo>
                <a:lnTo>
                  <a:pt x="0" y="1691640"/>
                </a:lnTo>
                <a:lnTo>
                  <a:pt x="0" y="1435608"/>
                </a:lnTo>
                <a:lnTo>
                  <a:pt x="3346704" y="1435608"/>
                </a:lnTo>
                <a:cubicBezTo>
                  <a:pt x="3703320" y="1435608"/>
                  <a:pt x="4050792" y="1289304"/>
                  <a:pt x="4297680" y="1033272"/>
                </a:cubicBezTo>
                <a:lnTo>
                  <a:pt x="5285232" y="0"/>
                </a:lnTo>
                <a:lnTo>
                  <a:pt x="5641848" y="0"/>
                </a:lnTo>
              </a:path>
            </a:pathLst>
          </a:custGeom>
          <a:gradFill>
            <a:gsLst>
              <a:gs pos="0">
                <a:schemeClr val="lt1">
                  <a:alpha val="20000"/>
                </a:schemeClr>
              </a:gs>
              <a:gs pos="100000">
                <a:schemeClr val="lt1">
                  <a:alpha val="20000"/>
                </a:schemeClr>
              </a:gs>
            </a:gsLst>
            <a:lin ang="10788063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2" name="Rectangle 14 (Stroke)_#color_$lt1_$lt1-2047&amp;10746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3547872" cy="3840480"/>
          </a:xfrm>
          <a:custGeom>
            <a:avLst/>
            <a:gdLst/>
            <a:ahLst/>
            <a:cxnLst/>
            <a:rect l="l" t="t" r="r" b="b"/>
            <a:pathLst>
              <a:path w="3547872" h="3840480">
                <a:moveTo>
                  <a:pt x="3547872" y="0"/>
                </a:moveTo>
                <a:lnTo>
                  <a:pt x="0" y="3840480"/>
                </a:lnTo>
                <a:lnTo>
                  <a:pt x="0" y="1435608"/>
                </a:lnTo>
                <a:lnTo>
                  <a:pt x="1216152" y="1435608"/>
                </a:lnTo>
                <a:cubicBezTo>
                  <a:pt x="1581912" y="1435608"/>
                  <a:pt x="1920240" y="1289304"/>
                  <a:pt x="2176272" y="1033272"/>
                </a:cubicBezTo>
                <a:lnTo>
                  <a:pt x="3163824" y="0"/>
                </a:lnTo>
                <a:lnTo>
                  <a:pt x="3547872" y="0"/>
                </a:lnTo>
              </a:path>
            </a:pathLst>
          </a:cu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lt1">
                  <a:alpha val="40000"/>
                </a:schemeClr>
              </a:gs>
            </a:gsLst>
            <a:lin ang="20171107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3" name="Rectangle 14 (Stroke)_#color_$lt1_$lt1-2047&amp;10749"/>
          <p:cNvSpPr/>
          <p:nvPr userDrawn="1">
            <p:custDataLst>
              <p:tags r:id="rId7"/>
            </p:custDataLst>
          </p:nvPr>
        </p:nvSpPr>
        <p:spPr>
          <a:xfrm>
            <a:off x="8049768" y="0"/>
            <a:ext cx="4142232" cy="3502152"/>
          </a:xfrm>
          <a:custGeom>
            <a:avLst/>
            <a:gdLst/>
            <a:ahLst/>
            <a:cxnLst/>
            <a:rect l="l" t="t" r="r" b="b"/>
            <a:pathLst>
              <a:path w="4142232" h="3502152">
                <a:moveTo>
                  <a:pt x="4142232" y="3502152"/>
                </a:moveTo>
                <a:lnTo>
                  <a:pt x="0" y="3502152"/>
                </a:lnTo>
                <a:lnTo>
                  <a:pt x="3246120" y="0"/>
                </a:lnTo>
                <a:lnTo>
                  <a:pt x="4142232" y="0"/>
                </a:lnTo>
                <a:lnTo>
                  <a:pt x="4142232" y="1280160"/>
                </a:lnTo>
                <a:lnTo>
                  <a:pt x="3063240" y="1280160"/>
                </a:lnTo>
                <a:cubicBezTo>
                  <a:pt x="2697480" y="1280160"/>
                  <a:pt x="2359152" y="1426464"/>
                  <a:pt x="2112264" y="1691640"/>
                </a:cubicBezTo>
                <a:lnTo>
                  <a:pt x="594360" y="3255264"/>
                </a:lnTo>
                <a:lnTo>
                  <a:pt x="4142232" y="3255264"/>
                </a:lnTo>
                <a:lnTo>
                  <a:pt x="4142232" y="3502152"/>
                </a:lnTo>
              </a:path>
            </a:pathLst>
          </a:cu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lt1">
                  <a:alpha val="800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5" name="Line 4 (Stroke)_#color_$lt1_$lt1-2047&amp;10752"/>
          <p:cNvSpPr/>
          <p:nvPr userDrawn="1">
            <p:custDataLst>
              <p:tags r:id="rId8"/>
            </p:custDataLst>
          </p:nvPr>
        </p:nvSpPr>
        <p:spPr>
          <a:xfrm>
            <a:off x="8119872" y="0"/>
            <a:ext cx="2770632" cy="2706624"/>
          </a:xfrm>
          <a:custGeom>
            <a:avLst/>
            <a:gdLst/>
            <a:ahLst/>
            <a:cxnLst/>
            <a:rect l="l" t="t" r="r" b="b"/>
            <a:pathLst>
              <a:path w="2770632" h="2706624">
                <a:moveTo>
                  <a:pt x="2770632" y="0"/>
                </a:moveTo>
                <a:lnTo>
                  <a:pt x="219456" y="2706624"/>
                </a:lnTo>
                <a:lnTo>
                  <a:pt x="0" y="2505456"/>
                </a:lnTo>
                <a:lnTo>
                  <a:pt x="2350008" y="0"/>
                </a:lnTo>
                <a:lnTo>
                  <a:pt x="2770632" y="0"/>
                </a:lnTo>
              </a:path>
            </a:pathLst>
          </a:cu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lt1">
                  <a:alpha val="8000"/>
                </a:schemeClr>
              </a:gs>
            </a:gsLst>
            <a:lin ang="21599939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6" name="Rectangle 14 (Stroke)_#color_$lt1_$lt1-2047&amp;10755"/>
          <p:cNvSpPr/>
          <p:nvPr userDrawn="1">
            <p:custDataLst>
              <p:tags r:id="rId9"/>
            </p:custDataLst>
          </p:nvPr>
        </p:nvSpPr>
        <p:spPr>
          <a:xfrm>
            <a:off x="0" y="3502152"/>
            <a:ext cx="3831336" cy="3355848"/>
          </a:xfrm>
          <a:custGeom>
            <a:avLst/>
            <a:gdLst/>
            <a:ahLst/>
            <a:cxnLst/>
            <a:rect l="l" t="t" r="r" b="b"/>
            <a:pathLst>
              <a:path w="3831336" h="3355848">
                <a:moveTo>
                  <a:pt x="731520" y="3355848"/>
                </a:moveTo>
                <a:lnTo>
                  <a:pt x="3831336" y="36576"/>
                </a:lnTo>
                <a:lnTo>
                  <a:pt x="0" y="0"/>
                </a:lnTo>
                <a:lnTo>
                  <a:pt x="0" y="256032"/>
                </a:lnTo>
                <a:lnTo>
                  <a:pt x="3236976" y="256032"/>
                </a:lnTo>
                <a:lnTo>
                  <a:pt x="1728216" y="1819656"/>
                </a:lnTo>
                <a:cubicBezTo>
                  <a:pt x="1481328" y="2075688"/>
                  <a:pt x="1133856" y="2221992"/>
                  <a:pt x="777240" y="2221992"/>
                </a:cubicBezTo>
                <a:lnTo>
                  <a:pt x="0" y="2221992"/>
                </a:lnTo>
                <a:lnTo>
                  <a:pt x="0" y="3355848"/>
                </a:lnTo>
                <a:lnTo>
                  <a:pt x="731520" y="3355848"/>
                </a:lnTo>
              </a:path>
            </a:pathLst>
          </a:cu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lt1">
                  <a:alpha val="800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" name="Line 5 (Stroke)_#color_$lt1_$lt1-2047&amp;10758"/>
          <p:cNvSpPr/>
          <p:nvPr userDrawn="1">
            <p:custDataLst>
              <p:tags r:id="rId10"/>
            </p:custDataLst>
          </p:nvPr>
        </p:nvSpPr>
        <p:spPr>
          <a:xfrm>
            <a:off x="1152144" y="4297680"/>
            <a:ext cx="2624328" cy="2560320"/>
          </a:xfrm>
          <a:custGeom>
            <a:avLst/>
            <a:gdLst/>
            <a:ahLst/>
            <a:cxnLst/>
            <a:rect l="l" t="t" r="r" b="b"/>
            <a:pathLst>
              <a:path w="2624328" h="2560320">
                <a:moveTo>
                  <a:pt x="420624" y="2560320"/>
                </a:moveTo>
                <a:lnTo>
                  <a:pt x="0" y="2560320"/>
                </a:lnTo>
                <a:lnTo>
                  <a:pt x="2404872" y="0"/>
                </a:lnTo>
                <a:lnTo>
                  <a:pt x="2624328" y="210312"/>
                </a:lnTo>
                <a:lnTo>
                  <a:pt x="420624" y="2560320"/>
                </a:lnTo>
              </a:path>
            </a:pathLst>
          </a:cu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lt1">
                  <a:alpha val="8000"/>
                </a:schemeClr>
              </a:gs>
            </a:gsLst>
            <a:lin ang="21599939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9" name="Rectangle 9_#color_$lt1_$lt1-2047&amp;10761"/>
          <p:cNvSpPr/>
          <p:nvPr userDrawn="1">
            <p:custDataLst>
              <p:tags r:id="rId11"/>
            </p:custDataLst>
          </p:nvPr>
        </p:nvSpPr>
        <p:spPr>
          <a:xfrm>
            <a:off x="6181344" y="5660136"/>
            <a:ext cx="3639312" cy="1197864"/>
          </a:xfrm>
          <a:custGeom>
            <a:avLst/>
            <a:gdLst/>
            <a:ahLst/>
            <a:cxnLst/>
            <a:rect l="l" t="t" r="r" b="b"/>
            <a:pathLst>
              <a:path w="3639312" h="1197864">
                <a:moveTo>
                  <a:pt x="3639312" y="1197864"/>
                </a:moveTo>
                <a:lnTo>
                  <a:pt x="0" y="1197864"/>
                </a:lnTo>
                <a:lnTo>
                  <a:pt x="722376" y="402336"/>
                </a:lnTo>
                <a:cubicBezTo>
                  <a:pt x="960120" y="146304"/>
                  <a:pt x="1298448" y="0"/>
                  <a:pt x="1655064" y="0"/>
                </a:cubicBezTo>
                <a:lnTo>
                  <a:pt x="3639312" y="0"/>
                </a:lnTo>
                <a:lnTo>
                  <a:pt x="3639312" y="1197864"/>
                </a:lnTo>
              </a:path>
            </a:pathLst>
          </a:custGeom>
          <a:gradFill>
            <a:gsLst>
              <a:gs pos="0">
                <a:schemeClr val="lt1">
                  <a:alpha val="21000"/>
                </a:schemeClr>
              </a:gs>
              <a:gs pos="100000">
                <a:schemeClr val="lt1"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1" name="Rectangle 10_#color_$lt1_$lt1-2047&amp;10764"/>
          <p:cNvSpPr/>
          <p:nvPr userDrawn="1">
            <p:custDataLst>
              <p:tags r:id="rId12"/>
            </p:custDataLst>
          </p:nvPr>
        </p:nvSpPr>
        <p:spPr>
          <a:xfrm>
            <a:off x="8644128" y="5650992"/>
            <a:ext cx="3547872" cy="1207008"/>
          </a:xfrm>
          <a:custGeom>
            <a:avLst/>
            <a:gdLst/>
            <a:ahLst/>
            <a:cxnLst/>
            <a:rect l="l" t="t" r="r" b="b"/>
            <a:pathLst>
              <a:path w="3547872" h="1207008">
                <a:moveTo>
                  <a:pt x="3547872" y="0"/>
                </a:moveTo>
                <a:lnTo>
                  <a:pt x="3547872" y="1207008"/>
                </a:lnTo>
                <a:lnTo>
                  <a:pt x="0" y="1207008"/>
                </a:lnTo>
                <a:lnTo>
                  <a:pt x="722376" y="420624"/>
                </a:lnTo>
                <a:cubicBezTo>
                  <a:pt x="969264" y="155448"/>
                  <a:pt x="1307592" y="0"/>
                  <a:pt x="1664208" y="0"/>
                </a:cubicBezTo>
                <a:lnTo>
                  <a:pt x="3547872" y="0"/>
                </a:lnTo>
              </a:path>
            </a:pathLst>
          </a:custGeom>
          <a:gradFill>
            <a:gsLst>
              <a:gs pos="0">
                <a:schemeClr val="lt1">
                  <a:alpha val="31000"/>
                </a:schemeClr>
              </a:gs>
              <a:gs pos="100000">
                <a:schemeClr val="lt1">
                  <a:alpha val="0"/>
                </a:schemeClr>
              </a:gs>
            </a:gsLst>
            <a:lin ang="1001916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2" name="Rectangle 11_#color_$lt1_$lt1-2047&amp;10767"/>
          <p:cNvSpPr/>
          <p:nvPr userDrawn="1">
            <p:custDataLst>
              <p:tags r:id="rId13"/>
            </p:custDataLst>
          </p:nvPr>
        </p:nvSpPr>
        <p:spPr>
          <a:xfrm>
            <a:off x="5458968" y="5129784"/>
            <a:ext cx="6729984" cy="1728216"/>
          </a:xfrm>
          <a:custGeom>
            <a:avLst/>
            <a:gdLst/>
            <a:ahLst/>
            <a:cxnLst/>
            <a:rect l="l" t="t" r="r" b="b"/>
            <a:pathLst>
              <a:path w="6729984" h="1728216">
                <a:moveTo>
                  <a:pt x="6729984" y="36576"/>
                </a:moveTo>
                <a:lnTo>
                  <a:pt x="2414016" y="0"/>
                </a:lnTo>
                <a:cubicBezTo>
                  <a:pt x="1938528" y="0"/>
                  <a:pt x="1481328" y="192024"/>
                  <a:pt x="1143000" y="530352"/>
                </a:cubicBezTo>
                <a:lnTo>
                  <a:pt x="0" y="1728216"/>
                </a:lnTo>
                <a:lnTo>
                  <a:pt x="365760" y="1728216"/>
                </a:lnTo>
                <a:lnTo>
                  <a:pt x="1335024" y="722376"/>
                </a:lnTo>
                <a:cubicBezTo>
                  <a:pt x="1618488" y="429768"/>
                  <a:pt x="2011680" y="265176"/>
                  <a:pt x="2414016" y="265176"/>
                </a:cubicBezTo>
                <a:lnTo>
                  <a:pt x="6729984" y="265176"/>
                </a:lnTo>
                <a:lnTo>
                  <a:pt x="6729984" y="36576"/>
                </a:lnTo>
              </a:path>
            </a:pathLst>
          </a:cu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lt1">
                  <a:alpha val="40000"/>
                </a:schemeClr>
              </a:gs>
            </a:gsLst>
            <a:lin ang="108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14"/>
            </p:custDataLst>
          </p:nvPr>
        </p:nvSpPr>
        <p:spPr>
          <a:xfrm>
            <a:off x="838200" y="504000"/>
            <a:ext cx="10515000" cy="3028200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000">
                <a:solidFill>
                  <a:schemeClr val="lt1">
                    <a:lumMod val="100000"/>
                  </a:schemeClr>
                </a:solidFill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1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1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18"/>
            </p:custDataLst>
          </p:nvPr>
        </p:nvSpPr>
        <p:spPr>
          <a:xfrm>
            <a:off x="838798" y="3958094"/>
            <a:ext cx="10514402" cy="1620278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lt1">
                    <a:lumMod val="100000"/>
                  </a:schemeClr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>
                <a:latin typeface="+mn-lt"/>
              </a:rPr>
              <a:t>Click to add text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tags" Target="../tags/tag10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00.xml"/><Relationship Id="rId18" Type="http://schemas.openxmlformats.org/officeDocument/2006/relationships/tags" Target="../tags/tag99.xml"/><Relationship Id="rId17" Type="http://schemas.openxmlformats.org/officeDocument/2006/relationships/tags" Target="../tags/tag98.xml"/><Relationship Id="rId16" Type="http://schemas.openxmlformats.org/officeDocument/2006/relationships/tags" Target="../tags/tag97.xml"/><Relationship Id="rId15" Type="http://schemas.openxmlformats.org/officeDocument/2006/relationships/tags" Target="../tags/tag96.xml"/><Relationship Id="rId14" Type="http://schemas.openxmlformats.org/officeDocument/2006/relationships/tags" Target="../tags/tag95.xml"/><Relationship Id="rId13" Type="http://schemas.openxmlformats.org/officeDocument/2006/relationships/tags" Target="../tags/tag94.xml"/><Relationship Id="rId12" Type="http://schemas.openxmlformats.org/officeDocument/2006/relationships/tags" Target="../tags/tag93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9_#color_$accent1_$accent1-2047&amp;10728"/>
          <p:cNvSpPr/>
          <p:nvPr userDrawn="1">
            <p:custDataLst>
              <p:tags r:id="rId12"/>
            </p:custDataLst>
          </p:nvPr>
        </p:nvSpPr>
        <p:spPr>
          <a:xfrm>
            <a:off x="7390765" y="6015355"/>
            <a:ext cx="2962275" cy="842645"/>
          </a:xfrm>
          <a:custGeom>
            <a:avLst/>
            <a:gdLst/>
            <a:ahLst/>
            <a:cxnLst/>
            <a:rect l="l" t="t" r="r" b="b"/>
            <a:pathLst>
              <a:path w="3438144" h="978408">
                <a:moveTo>
                  <a:pt x="3438144" y="978408"/>
                </a:moveTo>
                <a:lnTo>
                  <a:pt x="0" y="978408"/>
                </a:lnTo>
                <a:lnTo>
                  <a:pt x="521208" y="402336"/>
                </a:lnTo>
                <a:cubicBezTo>
                  <a:pt x="758952" y="146304"/>
                  <a:pt x="1106424" y="0"/>
                  <a:pt x="1463040" y="0"/>
                </a:cubicBezTo>
                <a:lnTo>
                  <a:pt x="3438144" y="0"/>
                </a:lnTo>
                <a:lnTo>
                  <a:pt x="3438144" y="978408"/>
                </a:lnTo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5000"/>
                </a:schemeClr>
              </a:gs>
            </a:gsLst>
            <a:lin ang="10817101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2" name="Rectangle 10_#color_$accent1_$accent1-2047&amp;10731"/>
          <p:cNvSpPr/>
          <p:nvPr userDrawn="1">
            <p:custDataLst>
              <p:tags r:id="rId13"/>
            </p:custDataLst>
          </p:nvPr>
        </p:nvSpPr>
        <p:spPr>
          <a:xfrm>
            <a:off x="9528810" y="6015355"/>
            <a:ext cx="2663190" cy="842645"/>
          </a:xfrm>
          <a:custGeom>
            <a:avLst/>
            <a:gdLst/>
            <a:ahLst/>
            <a:cxnLst/>
            <a:rect l="l" t="t" r="r" b="b"/>
            <a:pathLst>
              <a:path w="3090672" h="978408">
                <a:moveTo>
                  <a:pt x="3090672" y="36576"/>
                </a:moveTo>
                <a:lnTo>
                  <a:pt x="3090672" y="978408"/>
                </a:lnTo>
                <a:lnTo>
                  <a:pt x="0" y="978408"/>
                </a:lnTo>
                <a:lnTo>
                  <a:pt x="530352" y="411480"/>
                </a:lnTo>
                <a:cubicBezTo>
                  <a:pt x="768096" y="146304"/>
                  <a:pt x="1106424" y="0"/>
                  <a:pt x="1463040" y="0"/>
                </a:cubicBezTo>
                <a:lnTo>
                  <a:pt x="3090672" y="36576"/>
                </a:lnTo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5000"/>
                </a:schemeClr>
              </a:gs>
            </a:gsLst>
            <a:lin ang="21588995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3" name="Rectangle 11_#color_$accent1_$accent1-2047&amp;10734"/>
          <p:cNvSpPr/>
          <p:nvPr userDrawn="1">
            <p:custDataLst>
              <p:tags r:id="rId14"/>
            </p:custDataLst>
          </p:nvPr>
        </p:nvSpPr>
        <p:spPr>
          <a:xfrm>
            <a:off x="6776085" y="5558155"/>
            <a:ext cx="5412740" cy="1299845"/>
          </a:xfrm>
          <a:custGeom>
            <a:avLst/>
            <a:gdLst/>
            <a:ahLst/>
            <a:cxnLst/>
            <a:rect l="l" t="t" r="r" b="b"/>
            <a:pathLst>
              <a:path w="6281928" h="1508760">
                <a:moveTo>
                  <a:pt x="6281928" y="36576"/>
                </a:moveTo>
                <a:lnTo>
                  <a:pt x="2203704" y="0"/>
                </a:lnTo>
                <a:cubicBezTo>
                  <a:pt x="1728216" y="0"/>
                  <a:pt x="1271016" y="192024"/>
                  <a:pt x="941832" y="530352"/>
                </a:cubicBezTo>
                <a:lnTo>
                  <a:pt x="0" y="1508760"/>
                </a:lnTo>
                <a:lnTo>
                  <a:pt x="374904" y="1508760"/>
                </a:lnTo>
                <a:lnTo>
                  <a:pt x="1124712" y="722376"/>
                </a:lnTo>
                <a:cubicBezTo>
                  <a:pt x="1408176" y="429768"/>
                  <a:pt x="1801368" y="265176"/>
                  <a:pt x="2203704" y="265176"/>
                </a:cubicBezTo>
                <a:lnTo>
                  <a:pt x="6281928" y="265176"/>
                </a:lnTo>
                <a:lnTo>
                  <a:pt x="6281928" y="36576"/>
                </a:lnTo>
              </a:path>
            </a:pathLst>
          </a:custGeom>
          <a:gradFill>
            <a:gsLst>
              <a:gs pos="0">
                <a:schemeClr val="accent1">
                  <a:alpha val="4000"/>
                </a:schemeClr>
              </a:gs>
              <a:gs pos="100000">
                <a:schemeClr val="accent1">
                  <a:alpha val="0"/>
                </a:schemeClr>
              </a:gs>
            </a:gsLst>
            <a:lin ang="20819163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2"/>
          </a:soli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38200" y="2417445"/>
            <a:ext cx="10515600" cy="1765300"/>
          </a:xfrm>
        </p:spPr>
        <p:txBody>
          <a:bodyPr/>
          <a:lstStyle/>
          <a:p>
            <a:r>
              <a:rPr lang="en-US" dirty="0">
                <a:ea typeface="+mj-ea"/>
              </a:rPr>
              <a:t>Your title here</a:t>
            </a:r>
            <a:endParaRPr lang="en-US" dirty="0">
              <a:ea typeface="+mj-ea"/>
            </a:endParaRPr>
          </a:p>
        </p:txBody>
      </p:sp>
      <p:sp>
        <p:nvSpPr>
          <p:cNvPr id="6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838200" y="807720"/>
            <a:ext cx="10515600" cy="1552408"/>
          </a:xfrm>
        </p:spPr>
        <p:txBody>
          <a:bodyPr/>
          <a:lstStyle/>
          <a:p>
            <a:r>
              <a:rPr lang="en-US"/>
              <a:t>Add description</a:t>
            </a:r>
            <a:endParaRPr lang="en-US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838198" y="4247248"/>
            <a:ext cx="10515600" cy="1724819"/>
          </a:xfrm>
        </p:spPr>
        <p:txBody>
          <a:bodyPr/>
          <a:lstStyle/>
          <a:p>
            <a:r>
              <a:rPr lang="en-US"/>
              <a:t>Name</a:t>
            </a:r>
            <a:endParaRPr lang="en-US"/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61"/>
</p:tagLst>
</file>

<file path=ppt/tags/tag97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6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61"/>
</p:tagLst>
</file>

<file path=ppt/tags/tag10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061_1*a*1"/>
  <p:tag name="KSO_WM_TEMPLATE_CATEGORY" val="custom"/>
  <p:tag name="KSO_WM_TEMPLATE_INDEX" val="20238061"/>
  <p:tag name="KSO_WM_UNIT_LAYERLEVEL" val="1"/>
  <p:tag name="KSO_WM_TAG_VERSION" val="3.0"/>
  <p:tag name="KSO_WM_BEAUTIFY_FLAG" val="#wm#"/>
  <p:tag name="KSO_WM_UNIT_PRESET_TEXT" val="Your title here"/>
</p:tagLst>
</file>

<file path=ppt/tags/tag10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8061_1*b*1"/>
  <p:tag name="KSO_WM_TEMPLATE_CATEGORY" val="custom"/>
  <p:tag name="KSO_WM_TEMPLATE_INDEX" val="20238061"/>
  <p:tag name="KSO_WM_UNIT_LAYERLEVEL" val="1"/>
  <p:tag name="KSO_WM_TAG_VERSION" val="3.0"/>
  <p:tag name="KSO_WM_BEAUTIFY_FLAG" val="#wm#"/>
  <p:tag name="KSO_WM_UNIT_PRESET_TEXT" val="Add description"/>
</p:tagLst>
</file>

<file path=ppt/tags/tag104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8061_1*f*4"/>
  <p:tag name="KSO_WM_TEMPLATE_CATEGORY" val="custom"/>
  <p:tag name="KSO_WM_TEMPLATE_INDEX" val="20238061"/>
  <p:tag name="KSO_WM_UNIT_LAYERLEVEL" val="1"/>
  <p:tag name="KSO_WM_TAG_VERSION" val="3.0"/>
  <p:tag name="KSO_WM_BEAUTIFY_FLAG" val="#wm#"/>
  <p:tag name="KSO_WM_UNIT_PRESET_TEXT" val="Name"/>
</p:tagLst>
</file>

<file path=ppt/tags/tag105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8061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061"/>
  <p:tag name="KSO_WM_SLIDE_LAYOUT" val="a_b_f"/>
  <p:tag name="KSO_WM_SLIDE_LAYOUT_CNT" val="1_1_1"/>
  <p:tag name="KSO_WM_SLIDE_THEME_ID" val="3321310"/>
  <p:tag name="KSO_WM_SLIDE_THEME_NAME" val="Blue Minimalist Business"/>
</p:tagLst>
</file>

<file path=ppt/theme/theme1.xml><?xml version="1.0" encoding="utf-8"?>
<a:theme xmlns:a="http://schemas.openxmlformats.org/drawingml/2006/main" name="1_Office Theme">
  <a:themeElements>
    <a:clrScheme name="自定义 80">
      <a:dk1>
        <a:srgbClr val="000000"/>
      </a:dk1>
      <a:lt1>
        <a:srgbClr val="FFFFFF"/>
      </a:lt1>
      <a:dk2>
        <a:srgbClr val="1A2028"/>
      </a:dk2>
      <a:lt2>
        <a:srgbClr val="FFFFFF"/>
      </a:lt2>
      <a:accent1>
        <a:srgbClr val="5562C0"/>
      </a:accent1>
      <a:accent2>
        <a:srgbClr val="0218BE"/>
      </a:accent2>
      <a:accent3>
        <a:srgbClr val="843ACE"/>
      </a:accent3>
      <a:accent4>
        <a:srgbClr val="75BD42"/>
      </a:accent4>
      <a:accent5>
        <a:srgbClr val="30C0B4"/>
      </a:accent5>
      <a:accent6>
        <a:srgbClr val="3950FC"/>
      </a:accent6>
      <a:hlink>
        <a:srgbClr val="658BD5"/>
      </a:hlink>
      <a:folHlink>
        <a:srgbClr val="A16AA5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WPS Presentation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Inter</vt:lpstr>
      <vt:lpstr>Inter Bold</vt:lpstr>
      <vt:lpstr>1_Office Theme</vt:lpstr>
      <vt:lpstr>Your title here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</dc:creator>
  <cp:lastModifiedBy>Muhammad Poyonov</cp:lastModifiedBy>
  <cp:revision>3</cp:revision>
  <dcterms:created xsi:type="dcterms:W3CDTF">2025-07-23T00:59:00Z</dcterms:created>
  <dcterms:modified xsi:type="dcterms:W3CDTF">2026-05-11T07:56:56Z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2614B1AB044D4B0EA44E0D55E886EF49_11</vt:lpwstr>
  </property>
  <property fmtid="{D5CDD505-2E9C-101B-9397-08002B2CF9AE}" pid="3" name="KSOProductBuildVer">
    <vt:lpwstr>1033-12.1.0.25862</vt:lpwstr>
  </property>
</Properties>
</file>