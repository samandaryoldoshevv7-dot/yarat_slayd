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image" Target="../media/image4.png"/><Relationship Id="rId4" Type="http://schemas.openxmlformats.org/officeDocument/2006/relationships/tags" Target="../tags/tag27.xml"/><Relationship Id="rId3" Type="http://schemas.openxmlformats.org/officeDocument/2006/relationships/image" Target="../media/image1.png"/><Relationship Id="rId2" Type="http://schemas.openxmlformats.org/officeDocument/2006/relationships/tags" Target="../tags/tag26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image" Target="../media/image2.png"/><Relationship Id="rId4" Type="http://schemas.openxmlformats.org/officeDocument/2006/relationships/tags" Target="../tags/tag82.xml"/><Relationship Id="rId3" Type="http://schemas.openxmlformats.org/officeDocument/2006/relationships/image" Target="../media/image1.png"/><Relationship Id="rId2" Type="http://schemas.openxmlformats.org/officeDocument/2006/relationships/tags" Target="../tags/tag81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image" Target="../media/image3.png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6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46292" r="37615"/>
          <a:stretch>
            <a:fillRect/>
          </a:stretch>
        </p:blipFill>
        <p:spPr>
          <a:xfrm>
            <a:off x="5011354" y="0"/>
            <a:ext cx="7180647" cy="6181870"/>
          </a:xfrm>
          <a:custGeom>
            <a:avLst/>
            <a:gdLst>
              <a:gd name="connsiteX0" fmla="*/ 0 w 7180647"/>
              <a:gd name="connsiteY0" fmla="*/ 0 h 6181870"/>
              <a:gd name="connsiteX1" fmla="*/ 7180647 w 7180647"/>
              <a:gd name="connsiteY1" fmla="*/ 0 h 6181870"/>
              <a:gd name="connsiteX2" fmla="*/ 7180647 w 7180647"/>
              <a:gd name="connsiteY2" fmla="*/ 6181870 h 6181870"/>
              <a:gd name="connsiteX3" fmla="*/ 0 w 7180647"/>
              <a:gd name="connsiteY3" fmla="*/ 6181870 h 6181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0647" h="6181870">
                <a:moveTo>
                  <a:pt x="0" y="0"/>
                </a:moveTo>
                <a:lnTo>
                  <a:pt x="7180647" y="0"/>
                </a:lnTo>
                <a:lnTo>
                  <a:pt x="7180647" y="6181870"/>
                </a:lnTo>
                <a:lnTo>
                  <a:pt x="0" y="6181870"/>
                </a:lnTo>
                <a:close/>
              </a:path>
            </a:pathLst>
          </a:custGeom>
        </p:spPr>
      </p:pic>
      <p:pic>
        <p:nvPicPr>
          <p:cNvPr id="68" name="图片 6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753" b="74987"/>
          <a:stretch>
            <a:fillRect/>
          </a:stretch>
        </p:blipFill>
        <p:spPr>
          <a:xfrm>
            <a:off x="0" y="3978907"/>
            <a:ext cx="4519776" cy="2879094"/>
          </a:xfrm>
          <a:custGeom>
            <a:avLst/>
            <a:gdLst>
              <a:gd name="connsiteX0" fmla="*/ 0 w 4519776"/>
              <a:gd name="connsiteY0" fmla="*/ 0 h 2879094"/>
              <a:gd name="connsiteX1" fmla="*/ 4519776 w 4519776"/>
              <a:gd name="connsiteY1" fmla="*/ 0 h 2879094"/>
              <a:gd name="connsiteX2" fmla="*/ 4519776 w 4519776"/>
              <a:gd name="connsiteY2" fmla="*/ 2879094 h 2879094"/>
              <a:gd name="connsiteX3" fmla="*/ 0 w 4519776"/>
              <a:gd name="connsiteY3" fmla="*/ 2879094 h 287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9776" h="2879094">
                <a:moveTo>
                  <a:pt x="0" y="0"/>
                </a:moveTo>
                <a:lnTo>
                  <a:pt x="4519776" y="0"/>
                </a:lnTo>
                <a:lnTo>
                  <a:pt x="4519776" y="2879094"/>
                </a:lnTo>
                <a:lnTo>
                  <a:pt x="0" y="2879094"/>
                </a:lnTo>
                <a:close/>
              </a:path>
            </a:pathLst>
          </a:custGeom>
        </p:spPr>
      </p:pic>
      <p:sp>
        <p:nvSpPr>
          <p:cNvPr id="79" name="椭圆 78"/>
          <p:cNvSpPr/>
          <p:nvPr>
            <p:custDataLst>
              <p:tags r:id="rId6"/>
            </p:custDataLst>
          </p:nvPr>
        </p:nvSpPr>
        <p:spPr>
          <a:xfrm>
            <a:off x="7410821" y="1236375"/>
            <a:ext cx="4781179" cy="478117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46000">
                <a:schemeClr val="accent4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7" name="图片对象" descr="E:\PPT翻新\图片3.png图片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r="1432" b="3846"/>
          <a:stretch>
            <a:fillRect/>
          </a:stretch>
        </p:blipFill>
        <p:spPr>
          <a:xfrm>
            <a:off x="5417820" y="761365"/>
            <a:ext cx="6774180" cy="6096635"/>
          </a:xfrm>
          <a:prstGeom prst="rect">
            <a:avLst/>
          </a:prstGeom>
        </p:spPr>
      </p:pic>
      <p:sp>
        <p:nvSpPr>
          <p:cNvPr id="78" name="任意多边形: 形状 21"/>
          <p:cNvSpPr/>
          <p:nvPr>
            <p:custDataLst>
              <p:tags r:id="rId9"/>
            </p:custDataLst>
          </p:nvPr>
        </p:nvSpPr>
        <p:spPr>
          <a:xfrm>
            <a:off x="0" y="588645"/>
            <a:ext cx="594995" cy="913765"/>
          </a:xfrm>
          <a:custGeom>
            <a:avLst/>
            <a:gdLst>
              <a:gd name="connsiteX0" fmla="*/ 138215 w 595085"/>
              <a:gd name="connsiteY0" fmla="*/ 0 h 913740"/>
              <a:gd name="connsiteX1" fmla="*/ 595085 w 595085"/>
              <a:gd name="connsiteY1" fmla="*/ 456870 h 913740"/>
              <a:gd name="connsiteX2" fmla="*/ 138215 w 595085"/>
              <a:gd name="connsiteY2" fmla="*/ 913740 h 913740"/>
              <a:gd name="connsiteX3" fmla="*/ 46140 w 595085"/>
              <a:gd name="connsiteY3" fmla="*/ 904458 h 913740"/>
              <a:gd name="connsiteX4" fmla="*/ 0 w 595085"/>
              <a:gd name="connsiteY4" fmla="*/ 890136 h 913740"/>
              <a:gd name="connsiteX5" fmla="*/ 0 w 595085"/>
              <a:gd name="connsiteY5" fmla="*/ 23605 h 913740"/>
              <a:gd name="connsiteX6" fmla="*/ 46140 w 595085"/>
              <a:gd name="connsiteY6" fmla="*/ 9282 h 913740"/>
              <a:gd name="connsiteX7" fmla="*/ 138215 w 595085"/>
              <a:gd name="connsiteY7" fmla="*/ 0 h 91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085" h="913740">
                <a:moveTo>
                  <a:pt x="138215" y="0"/>
                </a:moveTo>
                <a:cubicBezTo>
                  <a:pt x="390537" y="0"/>
                  <a:pt x="595085" y="204548"/>
                  <a:pt x="595085" y="456870"/>
                </a:cubicBezTo>
                <a:cubicBezTo>
                  <a:pt x="595085" y="709192"/>
                  <a:pt x="390537" y="913740"/>
                  <a:pt x="138215" y="913740"/>
                </a:cubicBezTo>
                <a:cubicBezTo>
                  <a:pt x="106675" y="913740"/>
                  <a:pt x="75881" y="910544"/>
                  <a:pt x="46140" y="904458"/>
                </a:cubicBezTo>
                <a:lnTo>
                  <a:pt x="0" y="890136"/>
                </a:lnTo>
                <a:lnTo>
                  <a:pt x="0" y="23605"/>
                </a:lnTo>
                <a:lnTo>
                  <a:pt x="46140" y="9282"/>
                </a:lnTo>
                <a:cubicBezTo>
                  <a:pt x="75881" y="3196"/>
                  <a:pt x="106675" y="0"/>
                  <a:pt x="1382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0"/>
            </p:custDataLst>
          </p:nvPr>
        </p:nvSpPr>
        <p:spPr>
          <a:xfrm>
            <a:off x="939165" y="4658360"/>
            <a:ext cx="5178425" cy="432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939800" y="1496060"/>
            <a:ext cx="5575300" cy="30988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latin typeface="+mj-lt"/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939165" y="512445"/>
            <a:ext cx="5575935" cy="9061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2"/>
          <p:cNvSpPr/>
          <p:nvPr>
            <p:custDataLst>
              <p:tags r:id="rId2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0" y="0"/>
            <a:ext cx="2202180" cy="1774825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607695" y="608330"/>
            <a:ext cx="10969625" cy="671195"/>
          </a:xfrm>
          <a:prstGeom prst="rect">
            <a:avLst/>
          </a:prstGeom>
          <a:noFill/>
        </p:spPr>
        <p:txBody>
          <a:bodyPr vert="horz" wrap="square" lIns="71755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: 形状 24"/>
          <p:cNvSpPr/>
          <p:nvPr>
            <p:custDataLst>
              <p:tags r:id="rId2"/>
            </p:custDataLst>
          </p:nvPr>
        </p:nvSpPr>
        <p:spPr>
          <a:xfrm>
            <a:off x="0" y="0"/>
            <a:ext cx="3695700" cy="3929380"/>
          </a:xfrm>
          <a:custGeom>
            <a:avLst/>
            <a:gdLst>
              <a:gd name="connsiteX0" fmla="*/ 0 w 3934691"/>
              <a:gd name="connsiteY0" fmla="*/ 0 h 4181836"/>
              <a:gd name="connsiteX1" fmla="*/ 3640849 w 3934691"/>
              <a:gd name="connsiteY1" fmla="*/ 0 h 4181836"/>
              <a:gd name="connsiteX2" fmla="*/ 3705761 w 3934691"/>
              <a:gd name="connsiteY2" fmla="*/ 134750 h 4181836"/>
              <a:gd name="connsiteX3" fmla="*/ 3934691 w 3934691"/>
              <a:gd name="connsiteY3" fmla="*/ 1268681 h 4181836"/>
              <a:gd name="connsiteX4" fmla="*/ 1021536 w 3934691"/>
              <a:gd name="connsiteY4" fmla="*/ 4181836 h 4181836"/>
              <a:gd name="connsiteX5" fmla="*/ 155253 w 3934691"/>
              <a:gd name="connsiteY5" fmla="*/ 4050866 h 4181836"/>
              <a:gd name="connsiteX6" fmla="*/ 0 w 3934691"/>
              <a:gd name="connsiteY6" fmla="*/ 3994043 h 418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4691" h="4181836">
                <a:moveTo>
                  <a:pt x="0" y="0"/>
                </a:moveTo>
                <a:lnTo>
                  <a:pt x="3640849" y="0"/>
                </a:lnTo>
                <a:lnTo>
                  <a:pt x="3705761" y="134750"/>
                </a:lnTo>
                <a:cubicBezTo>
                  <a:pt x="3853175" y="483275"/>
                  <a:pt x="3934691" y="866458"/>
                  <a:pt x="3934691" y="1268681"/>
                </a:cubicBezTo>
                <a:cubicBezTo>
                  <a:pt x="3934691" y="2877572"/>
                  <a:pt x="2630427" y="4181836"/>
                  <a:pt x="1021536" y="4181836"/>
                </a:cubicBezTo>
                <a:cubicBezTo>
                  <a:pt x="719869" y="4181836"/>
                  <a:pt x="428912" y="4135983"/>
                  <a:pt x="155253" y="4050866"/>
                </a:cubicBezTo>
                <a:lnTo>
                  <a:pt x="0" y="3994043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55900" y="1920503"/>
            <a:ext cx="10880201" cy="4519029"/>
          </a:xfrm>
          <a:prstGeom prst="rect">
            <a:avLst/>
          </a:prstGeom>
          <a:solidFill>
            <a:schemeClr val="bg1">
              <a:alpha val="83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blurRad="863600" dist="3048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>
            <a:off x="11002010" y="1638622"/>
            <a:ext cx="380365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5337810" y="447040"/>
            <a:ext cx="6015990" cy="119189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46292" r="40370"/>
          <a:stretch>
            <a:fillRect/>
          </a:stretch>
        </p:blipFill>
        <p:spPr>
          <a:xfrm rot="10800000">
            <a:off x="0" y="676129"/>
            <a:ext cx="6863531" cy="6181870"/>
          </a:xfrm>
          <a:custGeom>
            <a:avLst/>
            <a:gdLst>
              <a:gd name="connsiteX0" fmla="*/ 6863531 w 6863531"/>
              <a:gd name="connsiteY0" fmla="*/ 6181870 h 6181870"/>
              <a:gd name="connsiteX1" fmla="*/ 0 w 6863531"/>
              <a:gd name="connsiteY1" fmla="*/ 6181870 h 6181870"/>
              <a:gd name="connsiteX2" fmla="*/ 0 w 6863531"/>
              <a:gd name="connsiteY2" fmla="*/ 0 h 6181870"/>
              <a:gd name="connsiteX3" fmla="*/ 6863531 w 6863531"/>
              <a:gd name="connsiteY3" fmla="*/ 0 h 6181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3531" h="6181870">
                <a:moveTo>
                  <a:pt x="6863531" y="6181870"/>
                </a:moveTo>
                <a:lnTo>
                  <a:pt x="0" y="6181870"/>
                </a:lnTo>
                <a:lnTo>
                  <a:pt x="0" y="0"/>
                </a:lnTo>
                <a:lnTo>
                  <a:pt x="6863531" y="0"/>
                </a:lnTo>
                <a:close/>
              </a:path>
            </a:pathLst>
          </a:custGeom>
        </p:spPr>
      </p:pic>
      <p:pic>
        <p:nvPicPr>
          <p:cNvPr id="10" name="图片对象" descr="徽标&#10;&#10;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42" b="6562"/>
          <a:stretch>
            <a:fillRect/>
          </a:stretch>
        </p:blipFill>
        <p:spPr>
          <a:xfrm>
            <a:off x="163830" y="906145"/>
            <a:ext cx="5615305" cy="5951855"/>
          </a:xfrm>
          <a:custGeom>
            <a:avLst/>
            <a:gdLst>
              <a:gd name="connsiteX0" fmla="*/ 0 w 5615492"/>
              <a:gd name="connsiteY0" fmla="*/ 0 h 5705989"/>
              <a:gd name="connsiteX1" fmla="*/ 5615492 w 5615492"/>
              <a:gd name="connsiteY1" fmla="*/ 0 h 5705989"/>
              <a:gd name="connsiteX2" fmla="*/ 5615492 w 5615492"/>
              <a:gd name="connsiteY2" fmla="*/ 5705989 h 5705989"/>
              <a:gd name="connsiteX3" fmla="*/ 0 w 5615492"/>
              <a:gd name="connsiteY3" fmla="*/ 5705989 h 570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5492" h="5705989">
                <a:moveTo>
                  <a:pt x="0" y="0"/>
                </a:moveTo>
                <a:lnTo>
                  <a:pt x="5615492" y="0"/>
                </a:lnTo>
                <a:lnTo>
                  <a:pt x="5615492" y="5705989"/>
                </a:lnTo>
                <a:lnTo>
                  <a:pt x="0" y="5705989"/>
                </a:lnTo>
                <a:close/>
              </a:path>
            </a:pathLst>
          </a:custGeom>
        </p:spPr>
      </p:pic>
      <p:sp>
        <p:nvSpPr>
          <p:cNvPr id="21" name="任意多边形: 形状 22"/>
          <p:cNvSpPr/>
          <p:nvPr>
            <p:custDataLst>
              <p:tags r:id="rId6"/>
            </p:custDataLst>
          </p:nvPr>
        </p:nvSpPr>
        <p:spPr>
          <a:xfrm>
            <a:off x="1" y="1952872"/>
            <a:ext cx="595085" cy="913740"/>
          </a:xfrm>
          <a:custGeom>
            <a:avLst/>
            <a:gdLst>
              <a:gd name="connsiteX0" fmla="*/ 138215 w 595085"/>
              <a:gd name="connsiteY0" fmla="*/ 0 h 913740"/>
              <a:gd name="connsiteX1" fmla="*/ 595085 w 595085"/>
              <a:gd name="connsiteY1" fmla="*/ 456870 h 913740"/>
              <a:gd name="connsiteX2" fmla="*/ 138215 w 595085"/>
              <a:gd name="connsiteY2" fmla="*/ 913740 h 913740"/>
              <a:gd name="connsiteX3" fmla="*/ 46140 w 595085"/>
              <a:gd name="connsiteY3" fmla="*/ 904458 h 913740"/>
              <a:gd name="connsiteX4" fmla="*/ 0 w 595085"/>
              <a:gd name="connsiteY4" fmla="*/ 890136 h 913740"/>
              <a:gd name="connsiteX5" fmla="*/ 0 w 595085"/>
              <a:gd name="connsiteY5" fmla="*/ 23605 h 913740"/>
              <a:gd name="connsiteX6" fmla="*/ 46140 w 595085"/>
              <a:gd name="connsiteY6" fmla="*/ 9282 h 913740"/>
              <a:gd name="connsiteX7" fmla="*/ 138215 w 595085"/>
              <a:gd name="connsiteY7" fmla="*/ 0 h 91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085" h="913740">
                <a:moveTo>
                  <a:pt x="138215" y="0"/>
                </a:moveTo>
                <a:cubicBezTo>
                  <a:pt x="390537" y="0"/>
                  <a:pt x="595085" y="204548"/>
                  <a:pt x="595085" y="456870"/>
                </a:cubicBezTo>
                <a:cubicBezTo>
                  <a:pt x="595085" y="709192"/>
                  <a:pt x="390537" y="913740"/>
                  <a:pt x="138215" y="913740"/>
                </a:cubicBezTo>
                <a:cubicBezTo>
                  <a:pt x="106675" y="913740"/>
                  <a:pt x="75881" y="910544"/>
                  <a:pt x="46140" y="904458"/>
                </a:cubicBezTo>
                <a:lnTo>
                  <a:pt x="0" y="890136"/>
                </a:lnTo>
                <a:lnTo>
                  <a:pt x="0" y="23605"/>
                </a:lnTo>
                <a:lnTo>
                  <a:pt x="46140" y="9282"/>
                </a:lnTo>
                <a:cubicBezTo>
                  <a:pt x="75881" y="3196"/>
                  <a:pt x="106675" y="0"/>
                  <a:pt x="1382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lt"/>
            </a:endParaRPr>
          </a:p>
        </p:txBody>
      </p:sp>
      <p:sp>
        <p:nvSpPr>
          <p:cNvPr id="22" name="任意多边形: 形状 24"/>
          <p:cNvSpPr/>
          <p:nvPr>
            <p:custDataLst>
              <p:tags r:id="rId7"/>
            </p:custDataLst>
          </p:nvPr>
        </p:nvSpPr>
        <p:spPr>
          <a:xfrm>
            <a:off x="10096500" y="5605780"/>
            <a:ext cx="2095500" cy="1252220"/>
          </a:xfrm>
          <a:custGeom>
            <a:avLst/>
            <a:gdLst>
              <a:gd name="connsiteX0" fmla="*/ 2362601 w 3418449"/>
              <a:gd name="connsiteY0" fmla="*/ 0 h 2043644"/>
              <a:gd name="connsiteX1" fmla="*/ 3293126 w 3418449"/>
              <a:gd name="connsiteY1" fmla="*/ 187865 h 2043644"/>
              <a:gd name="connsiteX2" fmla="*/ 3418449 w 3418449"/>
              <a:gd name="connsiteY2" fmla="*/ 248236 h 2043644"/>
              <a:gd name="connsiteX3" fmla="*/ 3418449 w 3418449"/>
              <a:gd name="connsiteY3" fmla="*/ 2043644 h 2043644"/>
              <a:gd name="connsiteX4" fmla="*/ 0 w 3418449"/>
              <a:gd name="connsiteY4" fmla="*/ 2043644 h 2043644"/>
              <a:gd name="connsiteX5" fmla="*/ 20579 w 3418449"/>
              <a:gd name="connsiteY5" fmla="*/ 1908803 h 2043644"/>
              <a:gd name="connsiteX6" fmla="*/ 2362601 w 3418449"/>
              <a:gd name="connsiteY6" fmla="*/ 0 h 2043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18449" h="2043644">
                <a:moveTo>
                  <a:pt x="2362601" y="0"/>
                </a:moveTo>
                <a:cubicBezTo>
                  <a:pt x="2692672" y="0"/>
                  <a:pt x="3007120" y="66894"/>
                  <a:pt x="3293126" y="187865"/>
                </a:cubicBezTo>
                <a:lnTo>
                  <a:pt x="3418449" y="248236"/>
                </a:lnTo>
                <a:lnTo>
                  <a:pt x="3418449" y="2043644"/>
                </a:lnTo>
                <a:lnTo>
                  <a:pt x="0" y="2043644"/>
                </a:lnTo>
                <a:lnTo>
                  <a:pt x="20579" y="1908803"/>
                </a:lnTo>
                <a:cubicBezTo>
                  <a:pt x="243493" y="819452"/>
                  <a:pt x="1207351" y="0"/>
                  <a:pt x="236260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7" name="椭圆 46"/>
          <p:cNvSpPr/>
          <p:nvPr>
            <p:custDataLst>
              <p:tags r:id="rId8"/>
            </p:custDataLst>
          </p:nvPr>
        </p:nvSpPr>
        <p:spPr>
          <a:xfrm flipV="1">
            <a:off x="11371580" y="429260"/>
            <a:ext cx="59055" cy="59055"/>
          </a:xfrm>
          <a:prstGeom prst="ellipse">
            <a:avLst/>
          </a:pr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53" name="椭圆 52"/>
          <p:cNvSpPr/>
          <p:nvPr>
            <p:custDataLst>
              <p:tags r:id="rId9"/>
            </p:custDataLst>
          </p:nvPr>
        </p:nvSpPr>
        <p:spPr>
          <a:xfrm flipV="1">
            <a:off x="11507470" y="429260"/>
            <a:ext cx="59055" cy="59055"/>
          </a:xfrm>
          <a:prstGeom prst="ellipse">
            <a:avLst/>
          </a:pr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 sz="1400" dirty="0">
              <a:solidFill>
                <a:schemeClr val="lt1"/>
              </a:solidFill>
            </a:endParaRPr>
          </a:p>
        </p:txBody>
      </p:sp>
      <p:sp>
        <p:nvSpPr>
          <p:cNvPr id="54" name="椭圆 53"/>
          <p:cNvSpPr/>
          <p:nvPr>
            <p:custDataLst>
              <p:tags r:id="rId10"/>
            </p:custDataLst>
          </p:nvPr>
        </p:nvSpPr>
        <p:spPr>
          <a:xfrm flipV="1">
            <a:off x="11642725" y="429260"/>
            <a:ext cx="59055" cy="59055"/>
          </a:xfrm>
          <a:prstGeom prst="ellipse">
            <a:avLst/>
          </a:prstGeom>
          <a:solidFill>
            <a:schemeClr val="accent2"/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n-US" sz="1400">
              <a:solidFill>
                <a:schemeClr val="lt1"/>
              </a:solidFill>
            </a:endParaRPr>
          </a:p>
        </p:txBody>
      </p:sp>
      <p:sp>
        <p:nvSpPr>
          <p:cNvPr id="9" name="节编号"/>
          <p:cNvSpPr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831205" y="1662430"/>
            <a:ext cx="927735" cy="927735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54000">
                <a:schemeClr val="accent1"/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b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 dirty="0">
                <a:solidFill>
                  <a:schemeClr val="l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2"/>
            </p:custDataLst>
          </p:nvPr>
        </p:nvSpPr>
        <p:spPr>
          <a:xfrm>
            <a:off x="5607050" y="2755265"/>
            <a:ext cx="6095365" cy="259461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just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任意多边形: 形状 22"/>
          <p:cNvSpPr/>
          <p:nvPr>
            <p:custDataLst>
              <p:tags r:id="rId13"/>
            </p:custDataLst>
          </p:nvPr>
        </p:nvSpPr>
        <p:spPr>
          <a:xfrm rot="16200000">
            <a:off x="4525645" y="6398260"/>
            <a:ext cx="372745" cy="572135"/>
          </a:xfrm>
          <a:custGeom>
            <a:avLst/>
            <a:gdLst>
              <a:gd name="connsiteX0" fmla="*/ 138215 w 595085"/>
              <a:gd name="connsiteY0" fmla="*/ 0 h 913740"/>
              <a:gd name="connsiteX1" fmla="*/ 595085 w 595085"/>
              <a:gd name="connsiteY1" fmla="*/ 456870 h 913740"/>
              <a:gd name="connsiteX2" fmla="*/ 138215 w 595085"/>
              <a:gd name="connsiteY2" fmla="*/ 913740 h 913740"/>
              <a:gd name="connsiteX3" fmla="*/ 46140 w 595085"/>
              <a:gd name="connsiteY3" fmla="*/ 904458 h 913740"/>
              <a:gd name="connsiteX4" fmla="*/ 0 w 595085"/>
              <a:gd name="connsiteY4" fmla="*/ 890136 h 913740"/>
              <a:gd name="connsiteX5" fmla="*/ 0 w 595085"/>
              <a:gd name="connsiteY5" fmla="*/ 23605 h 913740"/>
              <a:gd name="connsiteX6" fmla="*/ 46140 w 595085"/>
              <a:gd name="connsiteY6" fmla="*/ 9282 h 913740"/>
              <a:gd name="connsiteX7" fmla="*/ 138215 w 595085"/>
              <a:gd name="connsiteY7" fmla="*/ 0 h 91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085" h="913740">
                <a:moveTo>
                  <a:pt x="138215" y="0"/>
                </a:moveTo>
                <a:cubicBezTo>
                  <a:pt x="390537" y="0"/>
                  <a:pt x="595085" y="204548"/>
                  <a:pt x="595085" y="456870"/>
                </a:cubicBezTo>
                <a:cubicBezTo>
                  <a:pt x="595085" y="709192"/>
                  <a:pt x="390537" y="913740"/>
                  <a:pt x="138215" y="913740"/>
                </a:cubicBezTo>
                <a:cubicBezTo>
                  <a:pt x="106675" y="913740"/>
                  <a:pt x="75881" y="910544"/>
                  <a:pt x="46140" y="904458"/>
                </a:cubicBezTo>
                <a:lnTo>
                  <a:pt x="0" y="890136"/>
                </a:lnTo>
                <a:lnTo>
                  <a:pt x="0" y="23605"/>
                </a:lnTo>
                <a:lnTo>
                  <a:pt x="46140" y="9282"/>
                </a:lnTo>
                <a:cubicBezTo>
                  <a:pt x="75881" y="3196"/>
                  <a:pt x="106675" y="0"/>
                  <a:pt x="1382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algn="ctr"/>
            <a:endParaRPr lang="en-US"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2"/>
          <p:cNvSpPr/>
          <p:nvPr>
            <p:custDataLst>
              <p:tags r:id="rId2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0" y="0"/>
            <a:ext cx="2202180" cy="1774825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4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kern="1200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600" b="0" i="0" u="none" strike="noStrike" kern="1200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600" b="0" i="0" u="none" strike="noStrike" kern="1200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7695" y="608330"/>
            <a:ext cx="10969625" cy="671195"/>
          </a:xfrm>
          <a:prstGeom prst="rect">
            <a:avLst/>
          </a:prstGeom>
          <a:noFill/>
        </p:spPr>
        <p:txBody>
          <a:bodyPr vert="horz" wrap="square" lIns="71755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: 形状 2"/>
          <p:cNvSpPr/>
          <p:nvPr>
            <p:custDataLst>
              <p:tags r:id="rId2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0" y="0"/>
            <a:ext cx="2202180" cy="1774825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4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 hasCustomPrompt="1"/>
            <p:custDataLst>
              <p:tags r:id="rId6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 hasCustomPrompt="1"/>
            <p:custDataLst>
              <p:tags r:id="rId7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607695" y="608330"/>
            <a:ext cx="10969625" cy="671195"/>
          </a:xfrm>
          <a:prstGeom prst="rect">
            <a:avLst/>
          </a:prstGeom>
          <a:noFill/>
        </p:spPr>
        <p:txBody>
          <a:bodyPr vert="horz" wrap="square" lIns="71755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2"/>
          <p:cNvSpPr/>
          <p:nvPr>
            <p:custDataLst>
              <p:tags r:id="rId2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0" y="0"/>
            <a:ext cx="2202180" cy="1774825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07695" y="608330"/>
            <a:ext cx="10969625" cy="671195"/>
          </a:xfrm>
          <a:prstGeom prst="rect">
            <a:avLst/>
          </a:prstGeom>
          <a:noFill/>
        </p:spPr>
        <p:txBody>
          <a:bodyPr vert="horz" wrap="square" lIns="71755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16"/>
          <p:cNvSpPr/>
          <p:nvPr>
            <p:custDataLst>
              <p:tags r:id="rId2"/>
            </p:custDataLst>
          </p:nvPr>
        </p:nvSpPr>
        <p:spPr>
          <a:xfrm>
            <a:off x="0" y="0"/>
            <a:ext cx="1666875" cy="1343660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任意多边形: 形状 2"/>
          <p:cNvSpPr/>
          <p:nvPr>
            <p:custDataLst>
              <p:tags r:id="rId3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2"/>
          <p:cNvSpPr/>
          <p:nvPr>
            <p:custDataLst>
              <p:tags r:id="rId2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任意多边形: 形状 16"/>
          <p:cNvSpPr/>
          <p:nvPr>
            <p:custDataLst>
              <p:tags r:id="rId3"/>
            </p:custDataLst>
          </p:nvPr>
        </p:nvSpPr>
        <p:spPr>
          <a:xfrm>
            <a:off x="0" y="0"/>
            <a:ext cx="1666875" cy="1343660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2"/>
          <p:cNvSpPr/>
          <p:nvPr>
            <p:custDataLst>
              <p:tags r:id="rId2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任意多边形: 形状 16"/>
          <p:cNvSpPr/>
          <p:nvPr>
            <p:custDataLst>
              <p:tags r:id="rId3"/>
            </p:custDataLst>
          </p:nvPr>
        </p:nvSpPr>
        <p:spPr>
          <a:xfrm>
            <a:off x="0" y="0"/>
            <a:ext cx="2202180" cy="1774825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07695" y="1301750"/>
            <a:ext cx="10969625" cy="405553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1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07695" y="608330"/>
            <a:ext cx="10969625" cy="671195"/>
          </a:xfrm>
          <a:prstGeom prst="rect">
            <a:avLst/>
          </a:prstGeom>
          <a:noFill/>
        </p:spPr>
        <p:txBody>
          <a:bodyPr vert="horz" wrap="square" lIns="71755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6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46292" r="37615"/>
          <a:stretch>
            <a:fillRect/>
          </a:stretch>
        </p:blipFill>
        <p:spPr>
          <a:xfrm>
            <a:off x="5011354" y="0"/>
            <a:ext cx="7180647" cy="6181870"/>
          </a:xfrm>
          <a:custGeom>
            <a:avLst/>
            <a:gdLst>
              <a:gd name="connsiteX0" fmla="*/ 0 w 7180647"/>
              <a:gd name="connsiteY0" fmla="*/ 0 h 6181870"/>
              <a:gd name="connsiteX1" fmla="*/ 7180647 w 7180647"/>
              <a:gd name="connsiteY1" fmla="*/ 0 h 6181870"/>
              <a:gd name="connsiteX2" fmla="*/ 7180647 w 7180647"/>
              <a:gd name="connsiteY2" fmla="*/ 6181870 h 6181870"/>
              <a:gd name="connsiteX3" fmla="*/ 0 w 7180647"/>
              <a:gd name="connsiteY3" fmla="*/ 6181870 h 6181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0647" h="6181870">
                <a:moveTo>
                  <a:pt x="0" y="0"/>
                </a:moveTo>
                <a:lnTo>
                  <a:pt x="7180647" y="0"/>
                </a:lnTo>
                <a:lnTo>
                  <a:pt x="7180647" y="6181870"/>
                </a:lnTo>
                <a:lnTo>
                  <a:pt x="0" y="6181870"/>
                </a:lnTo>
                <a:close/>
              </a:path>
            </a:pathLst>
          </a:custGeom>
        </p:spPr>
      </p:pic>
      <p:pic>
        <p:nvPicPr>
          <p:cNvPr id="68" name="图片 6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0753" b="74987"/>
          <a:stretch>
            <a:fillRect/>
          </a:stretch>
        </p:blipFill>
        <p:spPr>
          <a:xfrm>
            <a:off x="0" y="3978907"/>
            <a:ext cx="4519776" cy="2879094"/>
          </a:xfrm>
          <a:custGeom>
            <a:avLst/>
            <a:gdLst>
              <a:gd name="connsiteX0" fmla="*/ 0 w 4519776"/>
              <a:gd name="connsiteY0" fmla="*/ 0 h 2879094"/>
              <a:gd name="connsiteX1" fmla="*/ 4519776 w 4519776"/>
              <a:gd name="connsiteY1" fmla="*/ 0 h 2879094"/>
              <a:gd name="connsiteX2" fmla="*/ 4519776 w 4519776"/>
              <a:gd name="connsiteY2" fmla="*/ 2879094 h 2879094"/>
              <a:gd name="connsiteX3" fmla="*/ 0 w 4519776"/>
              <a:gd name="connsiteY3" fmla="*/ 2879094 h 287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9776" h="2879094">
                <a:moveTo>
                  <a:pt x="0" y="0"/>
                </a:moveTo>
                <a:lnTo>
                  <a:pt x="4519776" y="0"/>
                </a:lnTo>
                <a:lnTo>
                  <a:pt x="4519776" y="2879094"/>
                </a:lnTo>
                <a:lnTo>
                  <a:pt x="0" y="2879094"/>
                </a:lnTo>
                <a:close/>
              </a:path>
            </a:pathLst>
          </a:custGeom>
        </p:spPr>
      </p:pic>
      <p:sp>
        <p:nvSpPr>
          <p:cNvPr id="78" name="任意多边形: 形状 21"/>
          <p:cNvSpPr/>
          <p:nvPr>
            <p:custDataLst>
              <p:tags r:id="rId6"/>
            </p:custDataLst>
          </p:nvPr>
        </p:nvSpPr>
        <p:spPr>
          <a:xfrm>
            <a:off x="0" y="588645"/>
            <a:ext cx="594995" cy="913765"/>
          </a:xfrm>
          <a:custGeom>
            <a:avLst/>
            <a:gdLst>
              <a:gd name="connsiteX0" fmla="*/ 138215 w 595085"/>
              <a:gd name="connsiteY0" fmla="*/ 0 h 913740"/>
              <a:gd name="connsiteX1" fmla="*/ 595085 w 595085"/>
              <a:gd name="connsiteY1" fmla="*/ 456870 h 913740"/>
              <a:gd name="connsiteX2" fmla="*/ 138215 w 595085"/>
              <a:gd name="connsiteY2" fmla="*/ 913740 h 913740"/>
              <a:gd name="connsiteX3" fmla="*/ 46140 w 595085"/>
              <a:gd name="connsiteY3" fmla="*/ 904458 h 913740"/>
              <a:gd name="connsiteX4" fmla="*/ 0 w 595085"/>
              <a:gd name="connsiteY4" fmla="*/ 890136 h 913740"/>
              <a:gd name="connsiteX5" fmla="*/ 0 w 595085"/>
              <a:gd name="connsiteY5" fmla="*/ 23605 h 913740"/>
              <a:gd name="connsiteX6" fmla="*/ 46140 w 595085"/>
              <a:gd name="connsiteY6" fmla="*/ 9282 h 913740"/>
              <a:gd name="connsiteX7" fmla="*/ 138215 w 595085"/>
              <a:gd name="connsiteY7" fmla="*/ 0 h 91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5085" h="913740">
                <a:moveTo>
                  <a:pt x="138215" y="0"/>
                </a:moveTo>
                <a:cubicBezTo>
                  <a:pt x="390537" y="0"/>
                  <a:pt x="595085" y="204548"/>
                  <a:pt x="595085" y="456870"/>
                </a:cubicBezTo>
                <a:cubicBezTo>
                  <a:pt x="595085" y="709192"/>
                  <a:pt x="390537" y="913740"/>
                  <a:pt x="138215" y="913740"/>
                </a:cubicBezTo>
                <a:cubicBezTo>
                  <a:pt x="106675" y="913740"/>
                  <a:pt x="75881" y="910544"/>
                  <a:pt x="46140" y="904458"/>
                </a:cubicBezTo>
                <a:lnTo>
                  <a:pt x="0" y="890136"/>
                </a:lnTo>
                <a:lnTo>
                  <a:pt x="0" y="23605"/>
                </a:lnTo>
                <a:lnTo>
                  <a:pt x="46140" y="9282"/>
                </a:lnTo>
                <a:cubicBezTo>
                  <a:pt x="75881" y="3196"/>
                  <a:pt x="106675" y="0"/>
                  <a:pt x="13821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署名"/>
          <p:cNvSpPr txBox="1">
            <a:spLocks noGrp="1"/>
          </p:cNvSpPr>
          <p:nvPr>
            <p:ph type="body" idx="5" hasCustomPrompt="1"/>
            <p:custDataLst>
              <p:tags r:id="rId7"/>
            </p:custDataLst>
          </p:nvPr>
        </p:nvSpPr>
        <p:spPr>
          <a:xfrm>
            <a:off x="1198245" y="4207510"/>
            <a:ext cx="5168205" cy="432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n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4" hasCustomPrompt="1"/>
            <p:custDataLst>
              <p:tags r:id="rId8"/>
            </p:custDataLst>
          </p:nvPr>
        </p:nvSpPr>
        <p:spPr>
          <a:xfrm>
            <a:off x="1139825" y="2060575"/>
            <a:ext cx="5226685" cy="191833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"/>
          <a:srcRect t="46292" r="37615"/>
          <a:stretch>
            <a:fillRect/>
          </a:stretch>
        </p:blipFill>
        <p:spPr>
          <a:xfrm>
            <a:off x="5062154" y="-45720"/>
            <a:ext cx="7180647" cy="6181870"/>
          </a:xfrm>
          <a:custGeom>
            <a:avLst/>
            <a:gdLst>
              <a:gd name="connsiteX0" fmla="*/ 0 w 7180647"/>
              <a:gd name="connsiteY0" fmla="*/ 0 h 6181870"/>
              <a:gd name="connsiteX1" fmla="*/ 7180647 w 7180647"/>
              <a:gd name="connsiteY1" fmla="*/ 0 h 6181870"/>
              <a:gd name="connsiteX2" fmla="*/ 7180647 w 7180647"/>
              <a:gd name="connsiteY2" fmla="*/ 6181870 h 6181870"/>
              <a:gd name="connsiteX3" fmla="*/ 0 w 7180647"/>
              <a:gd name="connsiteY3" fmla="*/ 6181870 h 6181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0647" h="6181870">
                <a:moveTo>
                  <a:pt x="0" y="0"/>
                </a:moveTo>
                <a:lnTo>
                  <a:pt x="7180647" y="0"/>
                </a:lnTo>
                <a:lnTo>
                  <a:pt x="7180647" y="6181870"/>
                </a:lnTo>
                <a:lnTo>
                  <a:pt x="0" y="6181870"/>
                </a:lnTo>
                <a:close/>
              </a:path>
            </a:pathLst>
          </a:custGeom>
        </p:spPr>
      </p:pic>
      <p:sp>
        <p:nvSpPr>
          <p:cNvPr id="79" name="椭圆 78"/>
          <p:cNvSpPr/>
          <p:nvPr>
            <p:custDataLst>
              <p:tags r:id="rId10"/>
            </p:custDataLst>
          </p:nvPr>
        </p:nvSpPr>
        <p:spPr>
          <a:xfrm>
            <a:off x="7334621" y="1063655"/>
            <a:ext cx="4781179" cy="478117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>
            <a:outerShdw blurRad="203200" dist="101600" dir="8100000" algn="tr" rotWithShape="0">
              <a:srgbClr val="3E3FC2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7" name="图片对象" descr="E:\PPT翻新\图片3.png图片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r="1432" b="3846"/>
          <a:stretch>
            <a:fillRect/>
          </a:stretch>
        </p:blipFill>
        <p:spPr>
          <a:xfrm>
            <a:off x="5341620" y="588645"/>
            <a:ext cx="6774180" cy="609663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9.xml"/><Relationship Id="rId18" Type="http://schemas.openxmlformats.org/officeDocument/2006/relationships/tags" Target="../tags/tag98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2"/>
          <p:cNvSpPr/>
          <p:nvPr>
            <p:custDataLst>
              <p:tags r:id="rId12"/>
            </p:custDataLst>
          </p:nvPr>
        </p:nvSpPr>
        <p:spPr>
          <a:xfrm>
            <a:off x="10841990" y="5400675"/>
            <a:ext cx="1350010" cy="1457325"/>
          </a:xfrm>
          <a:custGeom>
            <a:avLst/>
            <a:gdLst>
              <a:gd name="connsiteX0" fmla="*/ 1655408 w 2097843"/>
              <a:gd name="connsiteY0" fmla="*/ 0 h 2264232"/>
              <a:gd name="connsiteX1" fmla="*/ 1989031 w 2097843"/>
              <a:gd name="connsiteY1" fmla="*/ 33632 h 2264232"/>
              <a:gd name="connsiteX2" fmla="*/ 2097843 w 2097843"/>
              <a:gd name="connsiteY2" fmla="*/ 61611 h 2264232"/>
              <a:gd name="connsiteX3" fmla="*/ 2097843 w 2097843"/>
              <a:gd name="connsiteY3" fmla="*/ 2264232 h 2264232"/>
              <a:gd name="connsiteX4" fmla="*/ 117084 w 2097843"/>
              <a:gd name="connsiteY4" fmla="*/ 2264232 h 2264232"/>
              <a:gd name="connsiteX5" fmla="*/ 74424 w 2097843"/>
              <a:gd name="connsiteY5" fmla="*/ 2147676 h 2264232"/>
              <a:gd name="connsiteX6" fmla="*/ 0 w 2097843"/>
              <a:gd name="connsiteY6" fmla="*/ 1655408 h 2264232"/>
              <a:gd name="connsiteX7" fmla="*/ 1655408 w 2097843"/>
              <a:gd name="connsiteY7" fmla="*/ 0 h 22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7843" h="2264232">
                <a:moveTo>
                  <a:pt x="1655408" y="0"/>
                </a:moveTo>
                <a:cubicBezTo>
                  <a:pt x="1769690" y="0"/>
                  <a:pt x="1881268" y="11581"/>
                  <a:pt x="1989031" y="33632"/>
                </a:cubicBezTo>
                <a:lnTo>
                  <a:pt x="2097843" y="61611"/>
                </a:lnTo>
                <a:lnTo>
                  <a:pt x="2097843" y="2264232"/>
                </a:lnTo>
                <a:lnTo>
                  <a:pt x="117084" y="2264232"/>
                </a:lnTo>
                <a:lnTo>
                  <a:pt x="74424" y="2147676"/>
                </a:lnTo>
                <a:cubicBezTo>
                  <a:pt x="26056" y="1992169"/>
                  <a:pt x="0" y="1826831"/>
                  <a:pt x="0" y="1655408"/>
                </a:cubicBezTo>
                <a:cubicBezTo>
                  <a:pt x="0" y="741151"/>
                  <a:pt x="741151" y="0"/>
                  <a:pt x="165540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46000">
                <a:schemeClr val="accent2"/>
              </a:gs>
              <a:gs pos="100000">
                <a:schemeClr val="accent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7" name="任意多边形: 形状 16"/>
          <p:cNvSpPr/>
          <p:nvPr>
            <p:custDataLst>
              <p:tags r:id="rId13"/>
            </p:custDataLst>
          </p:nvPr>
        </p:nvSpPr>
        <p:spPr>
          <a:xfrm>
            <a:off x="0" y="0"/>
            <a:ext cx="2202180" cy="1774825"/>
          </a:xfrm>
          <a:custGeom>
            <a:avLst/>
            <a:gdLst>
              <a:gd name="connsiteX0" fmla="*/ 0 w 2593145"/>
              <a:gd name="connsiteY0" fmla="*/ 0 h 2089574"/>
              <a:gd name="connsiteX1" fmla="*/ 2585357 w 2593145"/>
              <a:gd name="connsiteY1" fmla="*/ 0 h 2089574"/>
              <a:gd name="connsiteX2" fmla="*/ 2593145 w 2593145"/>
              <a:gd name="connsiteY2" fmla="*/ 154244 h 2089574"/>
              <a:gd name="connsiteX3" fmla="*/ 657815 w 2593145"/>
              <a:gd name="connsiteY3" fmla="*/ 2089574 h 2089574"/>
              <a:gd name="connsiteX4" fmla="*/ 82307 w 2593145"/>
              <a:gd name="connsiteY4" fmla="*/ 2002566 h 2089574"/>
              <a:gd name="connsiteX5" fmla="*/ 0 w 2593145"/>
              <a:gd name="connsiteY5" fmla="*/ 1972441 h 208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3145" h="2089574">
                <a:moveTo>
                  <a:pt x="0" y="0"/>
                </a:moveTo>
                <a:lnTo>
                  <a:pt x="2585357" y="0"/>
                </a:lnTo>
                <a:lnTo>
                  <a:pt x="2593145" y="154244"/>
                </a:lnTo>
                <a:cubicBezTo>
                  <a:pt x="2593145" y="1223097"/>
                  <a:pt x="1726668" y="2089574"/>
                  <a:pt x="657815" y="2089574"/>
                </a:cubicBezTo>
                <a:cubicBezTo>
                  <a:pt x="457405" y="2089574"/>
                  <a:pt x="264110" y="2059112"/>
                  <a:pt x="82307" y="2002566"/>
                </a:cubicBezTo>
                <a:lnTo>
                  <a:pt x="0" y="197244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863600" dist="304800" dir="8100000" algn="tr" rotWithShape="0">
              <a:schemeClr val="accent3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71755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3127340-2293-49D2-96F1-6E7BF0C8FD9C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 smtClean="0"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939165" y="4658360"/>
            <a:ext cx="5178425" cy="432435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6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939800" y="1496060"/>
            <a:ext cx="5575300" cy="3098800"/>
          </a:xfrm>
        </p:spPr>
        <p:txBody>
          <a:bodyPr anchor="ctr" anchorCtr="0"/>
          <a:lstStyle/>
          <a:p>
            <a:r>
              <a:rPr lang="en-US" dirty="0"/>
              <a:t>The title goes here</a:t>
            </a:r>
            <a:endParaRPr lang="en-US" dirty="0"/>
          </a:p>
        </p:txBody>
      </p:sp>
      <p:sp>
        <p:nvSpPr>
          <p:cNvPr id="7" name="文本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39165" y="512445"/>
            <a:ext cx="5575935" cy="90614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 smtClean="0">
                <a:ln>
                  <a:noFill/>
                  <a:prstDash val="sysDot"/>
                </a:ln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  <a:tileRect/>
                </a:gradFill>
                <a:uFillTx/>
                <a:latin typeface="+mj-lt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/>
                </a:gradFill>
              </a:rPr>
              <a:t>Add description</a:t>
            </a:r>
            <a:endParaRPr lang="en-US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/>
              </a:gra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9"/>
  <p:tag name="KSO_WM_UNIT_TEXT_FILL_FORE_SCHEMECOLOR_INDEX_2_POS" val="0.532"/>
  <p:tag name="KSO_WM_UNIT_TEXT_FILL_FORE_SCHEMECOLOR_INDEX_2_TRANS" val="0"/>
  <p:tag name="KSO_WM_UNIT_TEXT_FILL_FORE_SCHEMECOLOR_INDEX_3_BRIGHTNESS" val="0"/>
  <p:tag name="KSO_WM_UNIT_TEXT_FILL_FORE_SCHEMECOLOR_INDEX_3" val="6"/>
  <p:tag name="KSO_WM_UNIT_TEXT_FILL_FORE_SCHEMECOLOR_INDEX_3_POS" val="1"/>
  <p:tag name="KSO_WM_UNIT_TEXT_FILL_FORE_SCHEMECOLOR_INDEX_3_TRANS" val="0"/>
  <p:tag name="KSO_WM_UNIT_TEXT_FILL_GRADIENT_TYPE" val="0"/>
  <p:tag name="KSO_WM_UNIT_TEXT_FILL_GRADIENT_ANGLE" val="0"/>
  <p:tag name="KSO_WM_UNIT_TEXT_FILL_GRADIENT_DIRECTION" val="3"/>
  <p:tag name="KSO_WM_UNIT_TEXT_FILL_TYPE" val="3"/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LINE_FORE_SCHEMECOLOR_INDEX_BRIGHTNESS" val="0.4"/>
  <p:tag name="KSO_WM_UNIT_LINE_FORE_SCHEMECOLOR_INDEX" val="1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TEXT_FILL_FORE_SCHEMECOLOR_INDEX_BRIGHTNESS" val="0"/>
  <p:tag name="KSO_WM_UNIT_TEXT_FILL_FORE_SCHEMECOLOR_INDEX" val="14"/>
  <p:tag name="KSO_WM_UNIT_TEXT_FILL_TYPE" val="1"/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TEXT_FILL_FORE_SCHEMECOLOR_INDEX_BRIGHTNESS" val="0.5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内容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FILL_FORE_SCHEMECOLOR_INDEX_1_BRIGHTNESS" val="0"/>
  <p:tag name="KSO_WM_UNIT_FILL_FORE_SCHEMECOLOR_INDEX_1" val="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7"/>
  <p:tag name="KSO_WM_UNIT_FILL_FORE_SCHEMECOLOR_INDEX_2_POS" val="0.46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8"/>
  <p:tag name="KSO_WM_UNIT_FILL_TYPE" val="3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1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3412"/>
</p:tagLst>
</file>

<file path=ppt/tags/tag99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2"/>
</p:tagLst>
</file>

<file path=ppt/tags/tag100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12_1*f*1"/>
  <p:tag name="KSO_WM_TEMPLATE_CATEGORY" val="custom"/>
  <p:tag name="KSO_WM_TEMPLATE_INDEX" val="20233412"/>
  <p:tag name="KSO_WM_UNIT_LAYERLEVEL" val="1"/>
  <p:tag name="KSO_WM_TAG_VERSION" val="3.0"/>
  <p:tag name="KSO_WM_BEAUTIFY_FLAG" val="#wm#"/>
  <p:tag name="KSO_WM_UNIT_PRESET_TEXT" val="Name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12_1*a*1"/>
  <p:tag name="KSO_WM_TEMPLATE_CATEGORY" val="custom"/>
  <p:tag name="KSO_WM_TEMPLATE_INDEX" val="20233412"/>
  <p:tag name="KSO_WM_UNIT_LAYERLEVEL" val="1"/>
  <p:tag name="KSO_WM_TAG_VERSION" val="3.0"/>
  <p:tag name="KSO_WM_BEAUTIFY_FLAG" val="#wm#"/>
  <p:tag name="KSO_WM_UNIT_PRESET_TEXT" val="The title goes here"/>
</p:tagLst>
</file>

<file path=ppt/tags/tag102.xml><?xml version="1.0" encoding="utf-8"?>
<p:tagLst xmlns:p="http://schemas.openxmlformats.org/presentationml/2006/main"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9"/>
  <p:tag name="KSO_WM_UNIT_TEXT_FILL_FORE_SCHEMECOLOR_INDEX_2_POS" val="0.532"/>
  <p:tag name="KSO_WM_UNIT_TEXT_FILL_FORE_SCHEMECOLOR_INDEX_2_TRANS" val="0"/>
  <p:tag name="KSO_WM_UNIT_TEXT_FILL_FORE_SCHEMECOLOR_INDEX_3_BRIGHTNESS" val="0"/>
  <p:tag name="KSO_WM_UNIT_TEXT_FILL_FORE_SCHEMECOLOR_INDEX_3" val="6"/>
  <p:tag name="KSO_WM_UNIT_TEXT_FILL_FORE_SCHEMECOLOR_INDEX_3_POS" val="1"/>
  <p:tag name="KSO_WM_UNIT_TEXT_FILL_FORE_SCHEMECOLOR_INDEX_3_TRANS" val="0"/>
  <p:tag name="KSO_WM_UNIT_TEXT_FILL_GRADIENT_TYPE" val="0"/>
  <p:tag name="KSO_WM_UNIT_TEXT_FILL_GRADIENT_ANGLE" val="0"/>
  <p:tag name="KSO_WM_UNIT_TEXT_FILL_GRADIENT_DIRECTION" val="3"/>
  <p:tag name="KSO_WM_UNIT_TEXT_FILL_TYPE" val="3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12_1*b*1"/>
  <p:tag name="KSO_WM_TEMPLATE_CATEGORY" val="custom"/>
  <p:tag name="KSO_WM_TEMPLATE_INDEX" val="20233412"/>
  <p:tag name="KSO_WM_UNIT_LAYERLEVEL" val="1"/>
  <p:tag name="KSO_WM_TAG_VERSION" val="3.0"/>
  <p:tag name="KSO_WM_BEAUTIFY_FLAG" val="#wm#"/>
  <p:tag name="KSO_WM_UNIT_PRESET_TEXT" val="Add description"/>
</p:tagLst>
</file>

<file path=ppt/tags/tag103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6.85&quot;,&quot;top&quot;:&quot;89.2&quot;,&quot;width&quot;:&quot;568.5&quot;,&quot;height&quot;:&quot;371.8&quot;}"/>
  <p:tag name="KSO_WM_SLIDE_ID" val="custom2023341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12"/>
  <p:tag name="KSO_WM_SLIDE_LAYOUT" val="a_b_f"/>
  <p:tag name="KSO_WM_SLIDE_LAYOUT_CNT" val="1_1_1"/>
  <p:tag name="KSO_WM_SLIDE_THEME_ID" val="3302444"/>
  <p:tag name="KSO_WM_SLIDE_THEME_NAME" val="Blue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7">
      <a:dk1>
        <a:srgbClr val="000000"/>
      </a:dk1>
      <a:lt1>
        <a:srgbClr val="FFFFFF"/>
      </a:lt1>
      <a:dk2>
        <a:srgbClr val="44546A"/>
      </a:dk2>
      <a:lt2>
        <a:srgbClr val="F2F3F7"/>
      </a:lt2>
      <a:accent1>
        <a:srgbClr val="1CA5F0"/>
      </a:accent1>
      <a:accent2>
        <a:srgbClr val="0048E5"/>
      </a:accent2>
      <a:accent3>
        <a:srgbClr val="55D5EF"/>
      </a:accent3>
      <a:accent4>
        <a:srgbClr val="5845AA"/>
      </a:accent4>
      <a:accent5>
        <a:srgbClr val="7E6CFF"/>
      </a:accent5>
      <a:accent6>
        <a:srgbClr val="F6406A"/>
      </a:accent6>
      <a:hlink>
        <a:srgbClr val="2B86F7"/>
      </a:hlink>
      <a:folHlink>
        <a:srgbClr val="E537EB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Nunito Sans</vt:lpstr>
      <vt:lpstr>Nunito Sans ExtraBold</vt:lpstr>
      <vt:lpstr>Office Theme</vt:lpstr>
      <vt:lpstr>1_Office Theme</vt:lpstr>
      <vt:lpstr>The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6F2791B4B6F84A68B532BBE1058F44B4_11</vt:lpwstr>
  </property>
  <property fmtid="{D5CDD505-2E9C-101B-9397-08002B2CF9AE}" pid="3" name="KSOProductBuildVer">
    <vt:lpwstr>1033-12.1.0.25862</vt:lpwstr>
  </property>
</Properties>
</file>