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7641CB-EC41-46F4-A45D-A4917080DD4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B2838C-8337-4349-8496-4DCD7E8BC2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051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69652-F550-4AAA-A293-BF28EFA7B0C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8444D-4EF5-4AF9-8DBD-CE440E3B5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45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smtClean="0"/>
              <a:t>© Copyright </a:t>
            </a:r>
            <a:r>
              <a:rPr lang="en-US" altLang="en-US" b="1" smtClean="0"/>
              <a:t>PresentationGO.com</a:t>
            </a:r>
            <a:r>
              <a:rPr lang="en-US" altLang="en-US" smtClean="0"/>
              <a:t> – Free Templates &amp; Infographics for PowerPoint and Google Slides</a:t>
            </a: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1CEED65-F8A2-4F32-8A13-60DAE68BF056}" type="slidenum">
              <a:rPr lang="en-US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41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smtClean="0"/>
              <a:t>© Copyright </a:t>
            </a:r>
            <a:r>
              <a:rPr lang="en-US" altLang="en-US" b="1" smtClean="0"/>
              <a:t>PresentationGO.com</a:t>
            </a:r>
            <a:r>
              <a:rPr lang="en-US" altLang="en-US" smtClean="0"/>
              <a:t> – Free Templates &amp; Infographics for PowerPoint and Google Slides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3FF0126-E049-45EF-BC8F-1521D8E92826}" type="slidenum">
              <a:rPr lang="en-US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862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smtClean="0"/>
              <a:t>© Copyright </a:t>
            </a:r>
            <a:r>
              <a:rPr lang="en-US" altLang="en-US" b="1" smtClean="0"/>
              <a:t>PresentationGO.com</a:t>
            </a:r>
            <a:r>
              <a:rPr lang="en-US" altLang="en-US" smtClean="0"/>
              <a:t> – Free Templates &amp; Infographics for PowerPoint and Google Slides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A0EC18B-144C-472A-B271-AD99738C219D}" type="slidenum">
              <a:rPr lang="en-US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293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smtClean="0"/>
              <a:t>© Copyright </a:t>
            </a:r>
            <a:r>
              <a:rPr lang="en-US" altLang="en-US" b="1" smtClean="0"/>
              <a:t>PresentationGO.com</a:t>
            </a:r>
            <a:r>
              <a:rPr lang="en-US" altLang="en-US" smtClean="0"/>
              <a:t> – Free Templates &amp; Infographics for PowerPoint and Google Slides</a:t>
            </a:r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8F5212A-8730-4017-AB3D-F913FB2C65A4}" type="slidenum">
              <a:rPr lang="en-US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658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smtClean="0"/>
              <a:t>© Copyright </a:t>
            </a:r>
            <a:r>
              <a:rPr lang="en-US" altLang="en-US" b="1" smtClean="0"/>
              <a:t>PresentationGO.com</a:t>
            </a:r>
            <a:r>
              <a:rPr lang="en-US" altLang="en-US" smtClean="0"/>
              <a:t> – Free Templates &amp; Infographics for PowerPoint and Google Slides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42968CE-68DB-4FE3-9F28-86914A87A545}" type="slidenum">
              <a:rPr lang="en-US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366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smtClean="0"/>
              <a:t>© Copyright </a:t>
            </a:r>
            <a:r>
              <a:rPr lang="en-US" altLang="en-US" b="1" smtClean="0"/>
              <a:t>PresentationGO.com</a:t>
            </a:r>
            <a:r>
              <a:rPr lang="en-US" altLang="en-US" smtClean="0"/>
              <a:t> – Free Templates &amp; Infographics for PowerPoint and Google Slides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E0F563C-0F2C-4116-9532-7863B70806A7}" type="slidenum">
              <a:rPr lang="en-US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497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1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8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1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32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565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0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73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7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39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329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004479"/>
            <a:ext cx="5257800" cy="2066152"/>
          </a:xfrm>
        </p:spPr>
        <p:txBody>
          <a:bodyPr anchor="b"/>
          <a:lstStyle>
            <a:lvl1pPr algn="l">
              <a:defRPr sz="6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209780"/>
            <a:ext cx="4196508" cy="1347307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E962D-4618-4B48-82D0-BE80642ACD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69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9286" y="365126"/>
            <a:ext cx="6594514" cy="1088118"/>
          </a:xfrm>
        </p:spPr>
        <p:txBody>
          <a:bodyPr/>
          <a:lstStyle>
            <a:lvl1pPr algn="r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26" y="1556951"/>
            <a:ext cx="10694774" cy="4541662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0E2868-0B35-44C3-8C0C-B5A61D6E02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59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118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99"/>
            <a:ext cx="6609202" cy="460181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EBCF85-FBAC-480F-9654-10519FE386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2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8130"/>
            <a:ext cx="5037524" cy="2359740"/>
          </a:xfrm>
        </p:spPr>
        <p:txBody>
          <a:bodyPr anchor="b"/>
          <a:lstStyle>
            <a:lvl1pPr algn="l"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228776"/>
            <a:ext cx="5037524" cy="9755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58120-9548-4414-8924-F606EB19C4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33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2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2C795C7-AA77-98C9-C8AD-1664D381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5720" y="736067"/>
            <a:ext cx="5658080" cy="2368561"/>
          </a:xfrm>
        </p:spPr>
        <p:txBody>
          <a:bodyPr anchor="b"/>
          <a:lstStyle>
            <a:lvl1pPr algn="r"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EDE4BA-59FC-C803-C965-4306C641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33003" y="3270425"/>
            <a:ext cx="4806390" cy="137476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4C6AE-7BBA-42E5-9EB3-2DAD10912E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88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1183310"/>
            <a:ext cx="4709374" cy="1869365"/>
          </a:xfrm>
        </p:spPr>
        <p:txBody>
          <a:bodyPr anchor="b"/>
          <a:lstStyle>
            <a:lvl1pPr algn="r"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31852" y="3161267"/>
            <a:ext cx="4721948" cy="788054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CE4E427-9DC8-F2A9-D2F1-4487E164C921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813486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uz-Latn-UZ" smtClean="0"/>
              <a:t>@SlaydTop01_bot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BE75FDB-C307-D84D-32D1-0AA4CAE9952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E7DB6-7FD8-4524-AA84-072B83986C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1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B4A43-31DD-4F84-A524-A378E70682E9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DE693-0E26-45A1-B43A-A086394FB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45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838200" y="1004888"/>
            <a:ext cx="5257800" cy="2065337"/>
          </a:xfrm>
        </p:spPr>
        <p:txBody>
          <a:bodyPr/>
          <a:lstStyle/>
          <a:p>
            <a:r>
              <a:rPr lang="en-US" altLang="en-US" smtClean="0"/>
              <a:t>Title of Your Presentation</a:t>
            </a:r>
          </a:p>
        </p:txBody>
      </p:sp>
      <p:sp>
        <p:nvSpPr>
          <p:cNvPr id="12291" name="Subtitle 2"/>
          <p:cNvSpPr>
            <a:spLocks noGrp="1"/>
          </p:cNvSpPr>
          <p:nvPr>
            <p:ph type="subTitle" idx="1"/>
          </p:nvPr>
        </p:nvSpPr>
        <p:spPr>
          <a:xfrm>
            <a:off x="838200" y="3209925"/>
            <a:ext cx="4195763" cy="1347788"/>
          </a:xfrm>
        </p:spPr>
        <p:txBody>
          <a:bodyPr/>
          <a:lstStyle/>
          <a:p>
            <a:r>
              <a:rPr lang="en-US" altLang="en-US" smtClean="0"/>
              <a:t>A Free 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3687300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3"/>
          <p:cNvSpPr>
            <a:spLocks noGrp="1"/>
          </p:cNvSpPr>
          <p:nvPr>
            <p:ph type="title"/>
          </p:nvPr>
        </p:nvSpPr>
        <p:spPr>
          <a:xfrm>
            <a:off x="4759325" y="365125"/>
            <a:ext cx="6594475" cy="1087438"/>
          </a:xfrm>
        </p:spPr>
        <p:txBody>
          <a:bodyPr/>
          <a:lstStyle/>
          <a:p>
            <a:r>
              <a:rPr lang="en-US" altLang="en-US" smtClean="0"/>
              <a:t>Title of Your Slide</a:t>
            </a:r>
          </a:p>
        </p:txBody>
      </p:sp>
      <p:sp>
        <p:nvSpPr>
          <p:cNvPr id="14339" name="Content Placeholder 4"/>
          <p:cNvSpPr>
            <a:spLocks noGrp="1"/>
          </p:cNvSpPr>
          <p:nvPr>
            <p:ph idx="1"/>
          </p:nvPr>
        </p:nvSpPr>
        <p:spPr>
          <a:xfrm>
            <a:off x="4759325" y="1600200"/>
            <a:ext cx="6594475" cy="4602163"/>
          </a:xfrm>
        </p:spPr>
        <p:txBody>
          <a:bodyPr/>
          <a:lstStyle/>
          <a:p>
            <a:r>
              <a:rPr lang="en-US" altLang="en-US" noProof="1" smtClean="0"/>
              <a:t>Lorem ipsum dolor sit amet, tollit epicuri est ex, exerci accumsan singulis ei mel. Non blandit massa enim nec dui nunc mattis enim. Fermentum et sollicitudin ac.</a:t>
            </a:r>
          </a:p>
          <a:p>
            <a:r>
              <a:rPr lang="en-US" altLang="en-US" noProof="1" smtClean="0"/>
              <a:t>Duis aute irure dolor in reprehenderit in voluptate velit esse cillum dolore eu fugiat nulla pariatur. Excepteur sint occaecat cupidatat non proident, sunt in.</a:t>
            </a:r>
          </a:p>
          <a:p>
            <a:r>
              <a:rPr lang="en-US" altLang="en-US" noProof="1" smtClean="0"/>
              <a:t>Praesent euismod sapien ut tellus vulputate, vel pulvinar urna blandit.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019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7438"/>
          </a:xfrm>
        </p:spPr>
        <p:txBody>
          <a:bodyPr/>
          <a:lstStyle/>
          <a:p>
            <a:r>
              <a:rPr lang="en-US" altLang="en-US" smtClean="0"/>
              <a:t>Title of Your Slide</a:t>
            </a:r>
          </a:p>
        </p:txBody>
      </p:sp>
      <p:sp>
        <p:nvSpPr>
          <p:cNvPr id="16387" name="Content Placeholder 4"/>
          <p:cNvSpPr>
            <a:spLocks noGrp="1"/>
          </p:cNvSpPr>
          <p:nvPr>
            <p:ph idx="1"/>
          </p:nvPr>
        </p:nvSpPr>
        <p:spPr>
          <a:xfrm>
            <a:off x="838200" y="1600200"/>
            <a:ext cx="6608763" cy="4602163"/>
          </a:xfrm>
        </p:spPr>
        <p:txBody>
          <a:bodyPr/>
          <a:lstStyle/>
          <a:p>
            <a:r>
              <a:rPr lang="en-US" altLang="en-US" noProof="1" smtClean="0"/>
              <a:t>Lorem ipsum dolor sit amet, tollit epicuri est ex, exerci accumsan singulis ei mel. Non blandit massa enim nec dui nunc mattis enim. Fermentum et sollicitudin ac.</a:t>
            </a:r>
          </a:p>
          <a:p>
            <a:r>
              <a:rPr lang="en-US" altLang="en-US" noProof="1" smtClean="0"/>
              <a:t>Duis aute irure dolor in reprehenderit in voluptate velit esse cillum dolore eu fugiat nulla pariatur. Excepteur sint occaecat cupidatat non proident, sunt in.</a:t>
            </a:r>
          </a:p>
          <a:p>
            <a:r>
              <a:rPr lang="en-US" altLang="en-US" noProof="1" smtClean="0"/>
              <a:t>Praesent euismod sapien ut tellus vulputate, vel pulvinar urna blandit.</a:t>
            </a:r>
          </a:p>
        </p:txBody>
      </p:sp>
    </p:spTree>
    <p:extLst>
      <p:ext uri="{BB962C8B-B14F-4D97-AF65-F5344CB8AC3E}">
        <p14:creationId xmlns:p14="http://schemas.microsoft.com/office/powerpoint/2010/main" val="346116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3"/>
          <p:cNvSpPr>
            <a:spLocks noGrp="1"/>
          </p:cNvSpPr>
          <p:nvPr>
            <p:ph type="title"/>
          </p:nvPr>
        </p:nvSpPr>
        <p:spPr>
          <a:xfrm>
            <a:off x="838200" y="738188"/>
            <a:ext cx="5037138" cy="2359025"/>
          </a:xfrm>
        </p:spPr>
        <p:txBody>
          <a:bodyPr/>
          <a:lstStyle/>
          <a:p>
            <a:r>
              <a:rPr lang="en-US" altLang="en-US" smtClean="0"/>
              <a:t>Title of Your Section</a:t>
            </a:r>
          </a:p>
        </p:txBody>
      </p:sp>
      <p:sp>
        <p:nvSpPr>
          <p:cNvPr id="18435" name="Text Placeholder 4"/>
          <p:cNvSpPr>
            <a:spLocks noGrp="1"/>
          </p:cNvSpPr>
          <p:nvPr>
            <p:ph type="body" idx="1"/>
          </p:nvPr>
        </p:nvSpPr>
        <p:spPr>
          <a:xfrm>
            <a:off x="838200" y="3228975"/>
            <a:ext cx="5037138" cy="974725"/>
          </a:xfrm>
        </p:spPr>
        <p:txBody>
          <a:bodyPr/>
          <a:lstStyle/>
          <a:p>
            <a:r>
              <a:rPr lang="en-US" altLang="en-US" smtClean="0"/>
              <a:t>Here Goes the Subtitle of Your Section</a:t>
            </a:r>
          </a:p>
        </p:txBody>
      </p:sp>
    </p:spTree>
    <p:extLst>
      <p:ext uri="{BB962C8B-B14F-4D97-AF65-F5344CB8AC3E}">
        <p14:creationId xmlns:p14="http://schemas.microsoft.com/office/powerpoint/2010/main" val="141240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Title 3"/>
          <p:cNvSpPr>
            <a:spLocks noGrp="1"/>
          </p:cNvSpPr>
          <p:nvPr>
            <p:ph type="title"/>
          </p:nvPr>
        </p:nvSpPr>
        <p:spPr>
          <a:xfrm>
            <a:off x="5695950" y="736600"/>
            <a:ext cx="5657850" cy="2368550"/>
          </a:xfrm>
        </p:spPr>
        <p:txBody>
          <a:bodyPr/>
          <a:lstStyle/>
          <a:p>
            <a:r>
              <a:rPr lang="en-US" altLang="en-US" smtClean="0"/>
              <a:t>Title of Your Section</a:t>
            </a:r>
          </a:p>
        </p:txBody>
      </p:sp>
      <p:sp>
        <p:nvSpPr>
          <p:cNvPr id="20486" name="Text Placeholder 4"/>
          <p:cNvSpPr>
            <a:spLocks noGrp="1"/>
          </p:cNvSpPr>
          <p:nvPr>
            <p:ph type="body" idx="1"/>
          </p:nvPr>
        </p:nvSpPr>
        <p:spPr>
          <a:xfrm>
            <a:off x="6532563" y="3270250"/>
            <a:ext cx="4806950" cy="1374775"/>
          </a:xfrm>
        </p:spPr>
        <p:txBody>
          <a:bodyPr/>
          <a:lstStyle/>
          <a:p>
            <a:r>
              <a:rPr lang="en-US" altLang="en-US" smtClean="0"/>
              <a:t>Here Goes the Subtitle of Your Section</a:t>
            </a:r>
          </a:p>
        </p:txBody>
      </p:sp>
    </p:spTree>
    <p:extLst>
      <p:ext uri="{BB962C8B-B14F-4D97-AF65-F5344CB8AC3E}">
        <p14:creationId xmlns:p14="http://schemas.microsoft.com/office/powerpoint/2010/main" val="77608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3480858" y="233363"/>
            <a:ext cx="7524750" cy="3409950"/>
          </a:xfrm>
        </p:spPr>
        <p:txBody>
          <a:bodyPr>
            <a:noAutofit/>
          </a:bodyPr>
          <a:lstStyle/>
          <a:p>
            <a:r>
              <a:rPr lang="en-US" altLang="en-US" sz="13800" smtClean="0"/>
              <a:t>Thank You!</a:t>
            </a:r>
          </a:p>
        </p:txBody>
      </p:sp>
      <p:sp>
        <p:nvSpPr>
          <p:cNvPr id="22531" name="Text Placeholder 2"/>
          <p:cNvSpPr>
            <a:spLocks noGrp="1"/>
          </p:cNvSpPr>
          <p:nvPr>
            <p:ph type="body" idx="1"/>
          </p:nvPr>
        </p:nvSpPr>
        <p:spPr>
          <a:xfrm>
            <a:off x="6499225" y="3554414"/>
            <a:ext cx="4721225" cy="788987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noProof="1" smtClean="0"/>
              <a:t>Lorem ipsum dolor sit amet, tollit epicuri est ex, exerci accumsan singulis ei mel.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543D-C5A6-4D43-B39E-5403AE6384FD}"/>
              </a:ext>
            </a:extLst>
          </p:cNvPr>
          <p:cNvSpPr>
            <a:spLocks noGrp="1"/>
          </p:cNvSpPr>
          <p:nvPr>
            <p:ph type="dt" sz="quarter" idx="17"/>
          </p:nvPr>
        </p:nvSpPr>
        <p:spPr>
          <a:xfrm>
            <a:off x="1295400" y="6537325"/>
            <a:ext cx="2743200" cy="365125"/>
          </a:xfrm>
        </p:spPr>
        <p:txBody>
          <a:bodyPr/>
          <a:lstStyle/>
          <a:p>
            <a:pPr>
              <a:defRPr/>
            </a:pPr>
            <a:r>
              <a:rPr lang="uz-Latn-UZ" sz="1800"/>
              <a:t>@SlaydTop01_bot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627221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286</Words>
  <Application>Microsoft Office PowerPoint</Application>
  <PresentationFormat>Широкоэкранный</PresentationFormat>
  <Paragraphs>29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Presentation</dc:title>
  <dc:creator>204-07</dc:creator>
  <cp:lastModifiedBy>204-07</cp:lastModifiedBy>
  <cp:revision>13</cp:revision>
  <dcterms:created xsi:type="dcterms:W3CDTF">2026-05-07T09:23:56Z</dcterms:created>
  <dcterms:modified xsi:type="dcterms:W3CDTF">2026-05-07T10:32:51Z</dcterms:modified>
</cp:coreProperties>
</file>