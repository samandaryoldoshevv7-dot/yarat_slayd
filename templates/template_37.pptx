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image" Target="../media/image6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image" Target="NULL" TargetMode="Externa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microsoft.com/office/2007/relationships/hdphoto" Target="../media/image9.wdp"/><Relationship Id="rId7" Type="http://schemas.openxmlformats.org/officeDocument/2006/relationships/image" Target="../media/image8.png"/><Relationship Id="rId6" Type="http://schemas.openxmlformats.org/officeDocument/2006/relationships/tags" Target="../tags/tag19.xml"/><Relationship Id="rId5" Type="http://schemas.openxmlformats.org/officeDocument/2006/relationships/image" Target="NULL" TargetMode="External"/><Relationship Id="rId4" Type="http://schemas.openxmlformats.org/officeDocument/2006/relationships/image" Target="../media/image7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image" Target="NULL" TargetMode="External"/><Relationship Id="rId7" Type="http://schemas.openxmlformats.org/officeDocument/2006/relationships/image" Target="../media/image12.png"/><Relationship Id="rId6" Type="http://schemas.openxmlformats.org/officeDocument/2006/relationships/tags" Target="../tags/tag26.xml"/><Relationship Id="rId5" Type="http://schemas.microsoft.com/office/2007/relationships/hdphoto" Target="../media/image11.wdp"/><Relationship Id="rId4" Type="http://schemas.openxmlformats.org/officeDocument/2006/relationships/image" Target="../media/image10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microsoft.com/office/2007/relationships/hdphoto" Target="../media/image14.wdp"/><Relationship Id="rId11" Type="http://schemas.openxmlformats.org/officeDocument/2006/relationships/image" Target="../media/image13.png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image" Target="../media/image15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image" Target="../media/image15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image" Target="NULL" TargetMode="External"/><Relationship Id="rId7" Type="http://schemas.openxmlformats.org/officeDocument/2006/relationships/image" Target="../media/image16.png"/><Relationship Id="rId6" Type="http://schemas.openxmlformats.org/officeDocument/2006/relationships/tags" Target="../tags/tag71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image" Target="../media/image6.png"/><Relationship Id="rId14" Type="http://schemas.openxmlformats.org/officeDocument/2006/relationships/tags" Target="../tags/tag75.xml"/><Relationship Id="rId13" Type="http://schemas.microsoft.com/office/2007/relationships/hdphoto" Target="../media/image2.wdp"/><Relationship Id="rId12" Type="http://schemas.openxmlformats.org/officeDocument/2006/relationships/image" Target="../media/image1.png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>
                  <a:lumMod val="60000"/>
                  <a:lumOff val="40000"/>
                </a:schemeClr>
              </a:gs>
              <a:gs pos="81000">
                <a:schemeClr val="bg1"/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28120"/>
            <a:ext cx="2414225" cy="13473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封面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r:link="rId11"/>
          <a:stretch>
            <a:fillRect/>
          </a:stretch>
        </p:blipFill>
        <p:spPr>
          <a:xfrm>
            <a:off x="0" y="18514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1013460" y="2205355"/>
            <a:ext cx="10515600" cy="211518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1019175" y="819150"/>
            <a:ext cx="10515600" cy="1371600"/>
          </a:xfrm>
        </p:spPr>
        <p:txBody>
          <a:bodyPr anchor="b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15681" y="4327980"/>
            <a:ext cx="10525125" cy="1745274"/>
          </a:xfrm>
        </p:spPr>
        <p:txBody>
          <a:bodyPr anchor="t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8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9"/>
            <p:custDataLst>
              <p:tags r:id="rId1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2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t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1270" y="0"/>
            <a:ext cx="3658870" cy="6858000"/>
          </a:xfrm>
          <a:prstGeom prst="rect">
            <a:avLst/>
          </a:prstGeom>
          <a:gradFill>
            <a:gsLst>
              <a:gs pos="38000">
                <a:schemeClr val="accent4">
                  <a:alpha val="100000"/>
                </a:schemeClr>
              </a:gs>
              <a:gs pos="0">
                <a:schemeClr val="accent2"/>
              </a:gs>
              <a:gs pos="84000">
                <a:schemeClr val="accent1">
                  <a:alpha val="10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@png2x_01_目录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2540" y="0"/>
            <a:ext cx="36576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-2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" y="5784850"/>
            <a:ext cx="1292225" cy="10731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09550" y="1160145"/>
            <a:ext cx="3242310" cy="4537710"/>
          </a:xfrm>
        </p:spPr>
        <p:txBody>
          <a:bodyPr anchor="ctr">
            <a:normAutofit/>
          </a:bodyPr>
          <a:lstStyle>
            <a:lvl1pPr algn="ctr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>
                  <a:lumMod val="60000"/>
                  <a:lumOff val="40000"/>
                </a:schemeClr>
              </a:gs>
              <a:gs pos="81000">
                <a:schemeClr val="bg1"/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231" y="0"/>
            <a:ext cx="4956478" cy="4895512"/>
          </a:xfrm>
          <a:prstGeom prst="rect">
            <a:avLst/>
          </a:prstGeom>
        </p:spPr>
      </p:pic>
      <p:pic>
        <p:nvPicPr>
          <p:cNvPr id="10" name="@png2x_01_章节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3027997" y="0"/>
            <a:ext cx="91617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377180" y="3471545"/>
            <a:ext cx="6288405" cy="2688590"/>
          </a:xfrm>
        </p:spPr>
        <p:txBody>
          <a:bodyPr anchor="t">
            <a:normAutofit/>
          </a:bodyPr>
          <a:lstStyle>
            <a:lvl1pPr algn="just">
              <a:defRPr sz="44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20000"/>
                    </a14:imgEffect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510667"/>
            <a:ext cx="2231329" cy="1347333"/>
          </a:xfrm>
          <a:prstGeom prst="rect">
            <a:avLst/>
          </a:prstGeom>
        </p:spPr>
      </p:pic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365432" y="464457"/>
            <a:ext cx="4817288" cy="2908699"/>
          </a:xfrm>
        </p:spPr>
        <p:txBody>
          <a:bodyPr wrap="none" anchor="b">
            <a:normAutofit/>
          </a:bodyPr>
          <a:lstStyle>
            <a:lvl1pPr marL="0" indent="0" algn="just">
              <a:buNone/>
              <a:defRPr sz="3600" b="1">
                <a:solidFill>
                  <a:schemeClr val="accent2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t" anchorCtr="0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t" anchorCtr="0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9788" y="1364400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839788" y="2061275"/>
            <a:ext cx="5157787" cy="41283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64400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2061275"/>
            <a:ext cx="5183188" cy="41283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t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847" y="-727"/>
            <a:ext cx="2121592" cy="1883827"/>
          </a:xfrm>
          <a:prstGeom prst="rect">
            <a:avLst/>
          </a:prstGeom>
        </p:spPr>
      </p:pic>
      <p:sp>
        <p:nvSpPr>
          <p:cNvPr id="7" name="任意多边形 9"/>
          <p:cNvSpPr/>
          <p:nvPr userDrawn="1">
            <p:custDataLst>
              <p:tags r:id="rId5"/>
            </p:custDataLst>
          </p:nvPr>
        </p:nvSpPr>
        <p:spPr>
          <a:xfrm>
            <a:off x="1270" y="371476"/>
            <a:ext cx="12190730" cy="6487160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847" y="-727"/>
            <a:ext cx="2121592" cy="1883827"/>
          </a:xfrm>
          <a:prstGeom prst="rect">
            <a:avLst/>
          </a:prstGeom>
        </p:spPr>
      </p:pic>
      <p:sp>
        <p:nvSpPr>
          <p:cNvPr id="8" name="任意多边形 9"/>
          <p:cNvSpPr/>
          <p:nvPr userDrawn="1">
            <p:custDataLst>
              <p:tags r:id="rId5"/>
            </p:custDataLst>
          </p:nvPr>
        </p:nvSpPr>
        <p:spPr>
          <a:xfrm>
            <a:off x="1270" y="371476"/>
            <a:ext cx="12190730" cy="6487160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>
          <a:xfrm>
            <a:off x="838200" y="870857"/>
            <a:ext cx="10515600" cy="530705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40105" y="360045"/>
            <a:ext cx="10515600" cy="763270"/>
          </a:xfrm>
        </p:spPr>
        <p:txBody>
          <a:bodyPr anchor="t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8200" y="1296000"/>
            <a:ext cx="10514012" cy="576000"/>
          </a:xfrm>
        </p:spPr>
        <p:txBody>
          <a:bodyPr anchor="t"/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>
                  <a:lumMod val="60000"/>
                  <a:lumOff val="40000"/>
                </a:schemeClr>
              </a:gs>
              <a:gs pos="81000">
                <a:schemeClr val="bg1"/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结束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1587" y="0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1001486" y="1103086"/>
            <a:ext cx="7489371" cy="2453412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55279"/>
            <a:ext cx="2414225" cy="134733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001485" y="3898612"/>
            <a:ext cx="7489371" cy="2125541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image" Target="../media/image15.png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image" Target="NULL" TargetMode="External"/><Relationship Id="rId13" Type="http://schemas.openxmlformats.org/officeDocument/2006/relationships/image" Target="../media/image17.png"/><Relationship Id="rId12" Type="http://schemas.openxmlformats.org/officeDocument/2006/relationships/tags" Target="../tags/tag7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@png2x_01_正文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14"/>
          <a:stretch>
            <a:fillRect/>
          </a:stretch>
        </p:blipFill>
        <p:spPr>
          <a:xfrm>
            <a:off x="5140007" y="317"/>
            <a:ext cx="4434840" cy="4425315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15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847" y="-727"/>
            <a:ext cx="2121592" cy="188382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857250" y="509270"/>
            <a:ext cx="10515600" cy="61404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任意多边形 9"/>
          <p:cNvSpPr/>
          <p:nvPr userDrawn="1">
            <p:custDataLst>
              <p:tags r:id="rId19"/>
            </p:custDataLst>
          </p:nvPr>
        </p:nvSpPr>
        <p:spPr>
          <a:xfrm>
            <a:off x="1270" y="1122680"/>
            <a:ext cx="12190730" cy="5735955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838200" y="1406525"/>
            <a:ext cx="10515600" cy="47713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1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13460" y="2205355"/>
            <a:ext cx="10515600" cy="2115185"/>
          </a:xfrm>
        </p:spPr>
        <p:txBody>
          <a:bodyPr anchor="ctr" anchorCtr="0"/>
          <a:lstStyle/>
          <a:p>
            <a:r>
              <a:rPr lang="en-US" dirty="0">
                <a:ea typeface="+mj-ea"/>
              </a:rPr>
              <a:t>The title goes here</a:t>
            </a:r>
            <a:endParaRPr lang="en-US" dirty="0">
              <a:ea typeface="+mj-ea"/>
            </a:endParaRPr>
          </a:p>
        </p:txBody>
      </p:sp>
      <p:sp>
        <p:nvSpPr>
          <p:cNvPr id="6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19175" y="819150"/>
            <a:ext cx="10515600" cy="1371600"/>
          </a:xfrm>
        </p:spPr>
        <p:txBody>
          <a:bodyPr/>
          <a:lstStyle/>
          <a:p>
            <a:r>
              <a:rPr lang="en-US"/>
              <a:t>Add description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15681" y="4327980"/>
            <a:ext cx="10525125" cy="1745274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2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2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1"/>
  <p:tag name="KSO_WM_TEMPLATE_THUMBS_INDEX" val="1、9"/>
  <p:tag name="KSO_WM_SPECIAL_SOURCE" val="bdnull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1_1*a*1"/>
  <p:tag name="KSO_WM_TEMPLATE_CATEGORY" val="custom"/>
  <p:tag name="KSO_WM_TEMPLATE_INDEX" val="20238021"/>
  <p:tag name="KSO_WM_UNIT_LAYERLEVEL" val="1"/>
  <p:tag name="KSO_WM_TAG_VERSION" val="3.0"/>
  <p:tag name="KSO_WM_BEAUTIFY_FLAG" val="#wm#"/>
  <p:tag name="KSO_WM_UNIT_PRESET_TEXT" val="The title goes here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21_1*b*1"/>
  <p:tag name="KSO_WM_TEMPLATE_CATEGORY" val="custom"/>
  <p:tag name="KSO_WM_TEMPLATE_INDEX" val="20238021"/>
  <p:tag name="KSO_WM_UNIT_LAYERLEVEL" val="1"/>
  <p:tag name="KSO_WM_TAG_VERSION" val="3.0"/>
  <p:tag name="KSO_WM_BEAUTIFY_FLAG" val="#wm#"/>
  <p:tag name="KSO_WM_UNIT_PRESET_TEXT" val="Add description"/>
</p:tagLst>
</file>

<file path=ppt/tags/tag91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21_1*f*4"/>
  <p:tag name="KSO_WM_TEMPLATE_CATEGORY" val="custom"/>
  <p:tag name="KSO_WM_TEMPLATE_INDEX" val="20238021"/>
  <p:tag name="KSO_WM_UNIT_LAYERLEVEL" val="1"/>
  <p:tag name="KSO_WM_TAG_VERSION" val="3.0"/>
  <p:tag name="KSO_WM_BEAUTIFY_FLAG" val="#wm#"/>
  <p:tag name="KSO_WM_UNIT_PRESET_TEXT" val="Name"/>
</p:tagLst>
</file>

<file path=ppt/tags/tag92.xml><?xml version="1.0" encoding="utf-8"?>
<p:tagLst xmlns:p="http://schemas.openxmlformats.org/presentationml/2006/main">
  <p:tag name="KSO_WM_SLIDE_ID" val="custom20238021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21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  <p:tag name="KSO_WM_SLIDE_THEME_ID" val="3316257"/>
  <p:tag name="KSO_WM_SLIDE_THEME_NAME" val="Green Gradient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64">
      <a:dk1>
        <a:srgbClr val="000000"/>
      </a:dk1>
      <a:lt1>
        <a:srgbClr val="FFFFFF"/>
      </a:lt1>
      <a:dk2>
        <a:srgbClr val="000F3A"/>
      </a:dk2>
      <a:lt2>
        <a:srgbClr val="FFFFFF"/>
      </a:lt2>
      <a:accent1>
        <a:srgbClr val="2457D5"/>
      </a:accent1>
      <a:accent2>
        <a:srgbClr val="00B97D"/>
      </a:accent2>
      <a:accent3>
        <a:srgbClr val="DDC64F"/>
      </a:accent3>
      <a:accent4>
        <a:srgbClr val="2FC0EE"/>
      </a:accent4>
      <a:accent5>
        <a:srgbClr val="602FEE"/>
      </a:accent5>
      <a:accent6>
        <a:srgbClr val="89B900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Inter Bold</vt:lpstr>
      <vt:lpstr>Inter</vt:lpstr>
      <vt:lpstr>Office Theme</vt:lpstr>
      <vt:lpstr>1_Office Theme</vt:lpstr>
      <vt:lpstr>The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2026-05-11T07:28:42Z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1CC9038FBEAA4D09A8B36A2C81B92C3F_11</vt:lpwstr>
  </property>
  <property fmtid="{D5CDD505-2E9C-101B-9397-08002B2CF9AE}" pid="3" name="KSOProductBuildVer">
    <vt:lpwstr>1033-12.1.0.25862</vt:lpwstr>
  </property>
</Properties>
</file>