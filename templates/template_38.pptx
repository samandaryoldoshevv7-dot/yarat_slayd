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jpe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1.jpe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4.jpeg"/><Relationship Id="rId2" Type="http://schemas.openxmlformats.org/officeDocument/2006/relationships/tags" Target="../tags/tag1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openxmlformats.org/officeDocument/2006/relationships/tags" Target="../tags/tag29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image" Target="../media/image1.jpeg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1.jpeg"/><Relationship Id="rId2" Type="http://schemas.openxmlformats.org/officeDocument/2006/relationships/tags" Target="../tags/tag47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1.jpeg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1.jpeg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image" Target="../media/image1.jpeg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image" Target="../media/image1.jpeg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image" Target="../media/image3.png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image" Target="../media/image2.png"/><Relationship Id="rId4" Type="http://schemas.openxmlformats.org/officeDocument/2006/relationships/tags" Target="../tags/tag77.xml"/><Relationship Id="rId3" Type="http://schemas.openxmlformats.org/officeDocument/2006/relationships/image" Target="../media/image1.jpeg"/><Relationship Id="rId2" Type="http://schemas.openxmlformats.org/officeDocument/2006/relationships/tags" Target="../tags/tag7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9620" cy="6858000"/>
          </a:xfrm>
          <a:prstGeom prst="rect">
            <a:avLst/>
          </a:prstGeom>
          <a:gradFill>
            <a:gsLst>
              <a:gs pos="69000">
                <a:schemeClr val="bg1">
                  <a:alpha val="0"/>
                </a:schemeClr>
              </a:gs>
              <a:gs pos="100000">
                <a:schemeClr val="bg1">
                  <a:alpha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3" name="图片 12" descr="768050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图片 15" descr="768050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46157" t="20158" r="49668" b="29652"/>
          <a:stretch>
            <a:fillRect/>
          </a:stretch>
        </p:blipFill>
        <p:spPr>
          <a:xfrm>
            <a:off x="5631518" y="773299"/>
            <a:ext cx="509043" cy="4072509"/>
          </a:xfrm>
          <a:custGeom>
            <a:avLst/>
            <a:gdLst>
              <a:gd name="connsiteX0" fmla="*/ 229644 w 509043"/>
              <a:gd name="connsiteY0" fmla="*/ 0 h 4072509"/>
              <a:gd name="connsiteX1" fmla="*/ 509043 w 509043"/>
              <a:gd name="connsiteY1" fmla="*/ 0 h 4072509"/>
              <a:gd name="connsiteX2" fmla="*/ 509043 w 509043"/>
              <a:gd name="connsiteY2" fmla="*/ 4072508 h 4072509"/>
              <a:gd name="connsiteX3" fmla="*/ 239944 w 509043"/>
              <a:gd name="connsiteY3" fmla="*/ 4072508 h 4072509"/>
              <a:gd name="connsiteX4" fmla="*/ 239943 w 509043"/>
              <a:gd name="connsiteY4" fmla="*/ 4072509 h 4072509"/>
              <a:gd name="connsiteX5" fmla="*/ 239942 w 509043"/>
              <a:gd name="connsiteY5" fmla="*/ 4072508 h 4072509"/>
              <a:gd name="connsiteX6" fmla="*/ 229644 w 509043"/>
              <a:gd name="connsiteY6" fmla="*/ 4072508 h 4072509"/>
              <a:gd name="connsiteX7" fmla="*/ 229644 w 509043"/>
              <a:gd name="connsiteY7" fmla="*/ 4063275 h 4072509"/>
              <a:gd name="connsiteX8" fmla="*/ 66872 w 509043"/>
              <a:gd name="connsiteY8" fmla="*/ 4018508 h 4072509"/>
              <a:gd name="connsiteX9" fmla="*/ 11343 w 509043"/>
              <a:gd name="connsiteY9" fmla="*/ 2039638 h 4072509"/>
              <a:gd name="connsiteX10" fmla="*/ 149422 w 509043"/>
              <a:gd name="connsiteY10" fmla="*/ 35368 h 407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9043" h="4072509">
                <a:moveTo>
                  <a:pt x="229644" y="0"/>
                </a:moveTo>
                <a:lnTo>
                  <a:pt x="509043" y="0"/>
                </a:lnTo>
                <a:lnTo>
                  <a:pt x="509043" y="4072508"/>
                </a:lnTo>
                <a:lnTo>
                  <a:pt x="239944" y="4072508"/>
                </a:lnTo>
                <a:lnTo>
                  <a:pt x="239943" y="4072509"/>
                </a:lnTo>
                <a:lnTo>
                  <a:pt x="239942" y="4072508"/>
                </a:lnTo>
                <a:lnTo>
                  <a:pt x="229644" y="4072508"/>
                </a:lnTo>
                <a:lnTo>
                  <a:pt x="229644" y="4063275"/>
                </a:lnTo>
                <a:cubicBezTo>
                  <a:pt x="217719" y="4052586"/>
                  <a:pt x="78796" y="4029197"/>
                  <a:pt x="66872" y="4018508"/>
                </a:cubicBezTo>
                <a:cubicBezTo>
                  <a:pt x="-37297" y="3828951"/>
                  <a:pt x="11343" y="3022022"/>
                  <a:pt x="11343" y="2039638"/>
                </a:cubicBezTo>
                <a:cubicBezTo>
                  <a:pt x="11343" y="1057255"/>
                  <a:pt x="115103" y="269375"/>
                  <a:pt x="149422" y="35368"/>
                </a:cubicBez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25" name="图片 24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5" hasCustomPrompt="1"/>
            <p:custDataLst>
              <p:tags r:id="rId10"/>
            </p:custDataLst>
          </p:nvPr>
        </p:nvSpPr>
        <p:spPr>
          <a:xfrm>
            <a:off x="4402455" y="2772410"/>
            <a:ext cx="6966585" cy="2707640"/>
          </a:xfrm>
          <a:prstGeom prst="rect">
            <a:avLst/>
          </a:prstGeom>
          <a:noFill/>
        </p:spPr>
        <p:txBody>
          <a:bodyPr wrap="square" lIns="0" tIns="45720" rIns="0" bIns="45720" rtlCol="0" anchor="b" anchorCtr="0">
            <a:normAutofit/>
          </a:bodyPr>
          <a:lstStyle>
            <a:lvl1pPr marL="0" marR="0" algn="l" defTabSz="914400" rtl="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48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11"/>
            </p:custDataLst>
          </p:nvPr>
        </p:nvSpPr>
        <p:spPr>
          <a:xfrm>
            <a:off x="0" y="4800600"/>
            <a:ext cx="4284345" cy="60388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>
            <p:custDataLst>
              <p:tags r:id="rId12"/>
            </p:custDataLst>
          </p:nvPr>
        </p:nvSpPr>
        <p:spPr>
          <a:xfrm rot="10800000">
            <a:off x="11496675" y="4800599"/>
            <a:ext cx="703580" cy="60388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2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4402772" y="5632797"/>
            <a:ext cx="6966584" cy="58356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768050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4800" y="1258888"/>
            <a:ext cx="10801875" cy="492283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0" tIns="0" rIns="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555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-14605" y="0"/>
            <a:ext cx="404622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-24636" y="-6220"/>
            <a:ext cx="4487994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100000">
                <a:schemeClr val="bg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4" hasCustomPrompt="1"/>
            <p:custDataLst>
              <p:tags r:id="rId5"/>
            </p:custDataLst>
          </p:nvPr>
        </p:nvSpPr>
        <p:spPr>
          <a:xfrm>
            <a:off x="3275330" y="579755"/>
            <a:ext cx="1428750" cy="460311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4" name="矩形 103"/>
          <p:cNvSpPr/>
          <p:nvPr>
            <p:custDataLst>
              <p:tags r:id="rId6"/>
            </p:custDataLst>
          </p:nvPr>
        </p:nvSpPr>
        <p:spPr>
          <a:xfrm flipH="1">
            <a:off x="11571605" y="6042660"/>
            <a:ext cx="36195" cy="2159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5" name="矩形 104"/>
          <p:cNvSpPr/>
          <p:nvPr>
            <p:custDataLst>
              <p:tags r:id="rId7"/>
            </p:custDataLst>
          </p:nvPr>
        </p:nvSpPr>
        <p:spPr>
          <a:xfrm flipH="1">
            <a:off x="11571605" y="5685790"/>
            <a:ext cx="36195" cy="2159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6" name="矩形 105"/>
          <p:cNvSpPr/>
          <p:nvPr>
            <p:custDataLst>
              <p:tags r:id="rId8"/>
            </p:custDataLst>
          </p:nvPr>
        </p:nvSpPr>
        <p:spPr>
          <a:xfrm flipH="1">
            <a:off x="11571605" y="5328920"/>
            <a:ext cx="36195" cy="2159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2" name="文本框 11"/>
          <p:cNvSpPr txBox="1"/>
          <p:nvPr userDrawn="1">
            <p:custDataLst>
              <p:tags r:id="rId12"/>
            </p:custDataLst>
          </p:nvPr>
        </p:nvSpPr>
        <p:spPr>
          <a:xfrm rot="5400000">
            <a:off x="1969079" y="2623510"/>
            <a:ext cx="4575920" cy="648211"/>
          </a:xfrm>
          <a:custGeom>
            <a:avLst/>
            <a:gdLst/>
            <a:ahLst/>
            <a:cxnLst/>
            <a:rect l="l" t="t" r="r" b="b"/>
            <a:pathLst>
              <a:path w="4575920" h="648211">
                <a:moveTo>
                  <a:pt x="861584" y="115723"/>
                </a:moveTo>
                <a:cubicBezTo>
                  <a:pt x="809253" y="115723"/>
                  <a:pt x="768048" y="135145"/>
                  <a:pt x="737971" y="173989"/>
                </a:cubicBezTo>
                <a:cubicBezTo>
                  <a:pt x="707894" y="212833"/>
                  <a:pt x="692855" y="263142"/>
                  <a:pt x="692855" y="324915"/>
                </a:cubicBezTo>
                <a:cubicBezTo>
                  <a:pt x="692855" y="385878"/>
                  <a:pt x="707556" y="435715"/>
                  <a:pt x="736959" y="474424"/>
                </a:cubicBezTo>
                <a:cubicBezTo>
                  <a:pt x="766362" y="513133"/>
                  <a:pt x="806690" y="532488"/>
                  <a:pt x="857943" y="532488"/>
                </a:cubicBezTo>
                <a:cubicBezTo>
                  <a:pt x="910274" y="532488"/>
                  <a:pt x="951007" y="513943"/>
                  <a:pt x="980140" y="476852"/>
                </a:cubicBezTo>
                <a:cubicBezTo>
                  <a:pt x="1009273" y="439761"/>
                  <a:pt x="1023839" y="389925"/>
                  <a:pt x="1023839" y="327342"/>
                </a:cubicBezTo>
                <a:cubicBezTo>
                  <a:pt x="1023839" y="262063"/>
                  <a:pt x="1009678" y="210473"/>
                  <a:pt x="981354" y="172573"/>
                </a:cubicBezTo>
                <a:cubicBezTo>
                  <a:pt x="953030" y="134673"/>
                  <a:pt x="913107" y="115723"/>
                  <a:pt x="861584" y="115723"/>
                </a:cubicBezTo>
                <a:close/>
                <a:moveTo>
                  <a:pt x="3609602" y="10520"/>
                </a:moveTo>
                <a:lnTo>
                  <a:pt x="4100819" y="10520"/>
                </a:lnTo>
                <a:lnTo>
                  <a:pt x="4100819" y="119769"/>
                </a:lnTo>
                <a:lnTo>
                  <a:pt x="3921974" y="119769"/>
                </a:lnTo>
                <a:lnTo>
                  <a:pt x="3921974" y="637286"/>
                </a:lnTo>
                <a:lnTo>
                  <a:pt x="3788042" y="637286"/>
                </a:lnTo>
                <a:lnTo>
                  <a:pt x="3788042" y="119769"/>
                </a:lnTo>
                <a:lnTo>
                  <a:pt x="3609602" y="119769"/>
                </a:lnTo>
                <a:close/>
                <a:moveTo>
                  <a:pt x="2963423" y="10520"/>
                </a:moveTo>
                <a:lnTo>
                  <a:pt x="3109089" y="10520"/>
                </a:lnTo>
                <a:lnTo>
                  <a:pt x="3364813" y="404626"/>
                </a:lnTo>
                <a:cubicBezTo>
                  <a:pt x="3381807" y="430792"/>
                  <a:pt x="3392192" y="447382"/>
                  <a:pt x="3395969" y="454395"/>
                </a:cubicBezTo>
                <a:lnTo>
                  <a:pt x="3397992" y="454395"/>
                </a:lnTo>
                <a:cubicBezTo>
                  <a:pt x="3395295" y="439289"/>
                  <a:pt x="3393946" y="410426"/>
                  <a:pt x="3393946" y="367805"/>
                </a:cubicBezTo>
                <a:lnTo>
                  <a:pt x="3393946" y="10520"/>
                </a:lnTo>
                <a:lnTo>
                  <a:pt x="3520594" y="10520"/>
                </a:lnTo>
                <a:lnTo>
                  <a:pt x="3520594" y="637286"/>
                </a:lnTo>
                <a:lnTo>
                  <a:pt x="3383830" y="637286"/>
                </a:lnTo>
                <a:lnTo>
                  <a:pt x="3118395" y="231850"/>
                </a:lnTo>
                <a:cubicBezTo>
                  <a:pt x="3104638" y="210810"/>
                  <a:pt x="3094657" y="193816"/>
                  <a:pt x="3088453" y="180868"/>
                </a:cubicBezTo>
                <a:lnTo>
                  <a:pt x="3086430" y="180868"/>
                </a:lnTo>
                <a:cubicBezTo>
                  <a:pt x="3088858" y="202448"/>
                  <a:pt x="3090071" y="235762"/>
                  <a:pt x="3090071" y="280810"/>
                </a:cubicBezTo>
                <a:lnTo>
                  <a:pt x="3090071" y="637286"/>
                </a:lnTo>
                <a:lnTo>
                  <a:pt x="2963423" y="637286"/>
                </a:lnTo>
                <a:close/>
                <a:moveTo>
                  <a:pt x="2487173" y="10520"/>
                </a:moveTo>
                <a:lnTo>
                  <a:pt x="2843649" y="10520"/>
                </a:lnTo>
                <a:lnTo>
                  <a:pt x="2843649" y="119769"/>
                </a:lnTo>
                <a:lnTo>
                  <a:pt x="2620700" y="119769"/>
                </a:lnTo>
                <a:lnTo>
                  <a:pt x="2620700" y="267458"/>
                </a:lnTo>
                <a:lnTo>
                  <a:pt x="2827869" y="267458"/>
                </a:lnTo>
                <a:lnTo>
                  <a:pt x="2827869" y="376302"/>
                </a:lnTo>
                <a:lnTo>
                  <a:pt x="2620700" y="376302"/>
                </a:lnTo>
                <a:lnTo>
                  <a:pt x="2620700" y="528037"/>
                </a:lnTo>
                <a:lnTo>
                  <a:pt x="2858216" y="528037"/>
                </a:lnTo>
                <a:lnTo>
                  <a:pt x="2858216" y="637286"/>
                </a:lnTo>
                <a:lnTo>
                  <a:pt x="2487173" y="637286"/>
                </a:lnTo>
                <a:close/>
                <a:moveTo>
                  <a:pt x="1914153" y="10520"/>
                </a:moveTo>
                <a:lnTo>
                  <a:pt x="2405369" y="10520"/>
                </a:lnTo>
                <a:lnTo>
                  <a:pt x="2405369" y="119769"/>
                </a:lnTo>
                <a:lnTo>
                  <a:pt x="2226524" y="119769"/>
                </a:lnTo>
                <a:lnTo>
                  <a:pt x="2226524" y="637286"/>
                </a:lnTo>
                <a:lnTo>
                  <a:pt x="2092593" y="637286"/>
                </a:lnTo>
                <a:lnTo>
                  <a:pt x="2092593" y="119769"/>
                </a:lnTo>
                <a:lnTo>
                  <a:pt x="1914153" y="119769"/>
                </a:lnTo>
                <a:close/>
                <a:moveTo>
                  <a:pt x="1267973" y="10520"/>
                </a:moveTo>
                <a:lnTo>
                  <a:pt x="1413639" y="10520"/>
                </a:lnTo>
                <a:lnTo>
                  <a:pt x="1669363" y="404626"/>
                </a:lnTo>
                <a:cubicBezTo>
                  <a:pt x="1686357" y="430792"/>
                  <a:pt x="1696743" y="447382"/>
                  <a:pt x="1700519" y="454395"/>
                </a:cubicBezTo>
                <a:lnTo>
                  <a:pt x="1702542" y="454395"/>
                </a:lnTo>
                <a:cubicBezTo>
                  <a:pt x="1699845" y="439289"/>
                  <a:pt x="1698496" y="410426"/>
                  <a:pt x="1698496" y="367805"/>
                </a:cubicBezTo>
                <a:lnTo>
                  <a:pt x="1698496" y="10520"/>
                </a:lnTo>
                <a:lnTo>
                  <a:pt x="1825144" y="10520"/>
                </a:lnTo>
                <a:lnTo>
                  <a:pt x="1825144" y="637286"/>
                </a:lnTo>
                <a:lnTo>
                  <a:pt x="1688380" y="637286"/>
                </a:lnTo>
                <a:lnTo>
                  <a:pt x="1422945" y="231850"/>
                </a:lnTo>
                <a:cubicBezTo>
                  <a:pt x="1409188" y="210810"/>
                  <a:pt x="1399207" y="193816"/>
                  <a:pt x="1393003" y="180868"/>
                </a:cubicBezTo>
                <a:lnTo>
                  <a:pt x="1390980" y="180868"/>
                </a:lnTo>
                <a:cubicBezTo>
                  <a:pt x="1393408" y="202448"/>
                  <a:pt x="1394621" y="235762"/>
                  <a:pt x="1394621" y="280810"/>
                </a:cubicBezTo>
                <a:lnTo>
                  <a:pt x="1394621" y="637286"/>
                </a:lnTo>
                <a:lnTo>
                  <a:pt x="1267973" y="637286"/>
                </a:lnTo>
                <a:close/>
                <a:moveTo>
                  <a:pt x="4394243" y="0"/>
                </a:moveTo>
                <a:cubicBezTo>
                  <a:pt x="4455477" y="0"/>
                  <a:pt x="4506864" y="7957"/>
                  <a:pt x="4548406" y="23873"/>
                </a:cubicBezTo>
                <a:lnTo>
                  <a:pt x="4548406" y="149307"/>
                </a:lnTo>
                <a:cubicBezTo>
                  <a:pt x="4506325" y="120713"/>
                  <a:pt x="4457095" y="106416"/>
                  <a:pt x="4400717" y="106416"/>
                </a:cubicBezTo>
                <a:cubicBezTo>
                  <a:pt x="4367807" y="106416"/>
                  <a:pt x="4341507" y="112418"/>
                  <a:pt x="4321815" y="124422"/>
                </a:cubicBezTo>
                <a:cubicBezTo>
                  <a:pt x="4302123" y="136426"/>
                  <a:pt x="4292277" y="152544"/>
                  <a:pt x="4292277" y="172775"/>
                </a:cubicBezTo>
                <a:cubicBezTo>
                  <a:pt x="4292277" y="188960"/>
                  <a:pt x="4299021" y="203864"/>
                  <a:pt x="4312509" y="217486"/>
                </a:cubicBezTo>
                <a:cubicBezTo>
                  <a:pt x="4325996" y="231109"/>
                  <a:pt x="4359310" y="249519"/>
                  <a:pt x="4412451" y="272718"/>
                </a:cubicBezTo>
                <a:cubicBezTo>
                  <a:pt x="4474764" y="299423"/>
                  <a:pt x="4517587" y="327612"/>
                  <a:pt x="4540920" y="357285"/>
                </a:cubicBezTo>
                <a:cubicBezTo>
                  <a:pt x="4564254" y="386957"/>
                  <a:pt x="4575920" y="422295"/>
                  <a:pt x="4575920" y="463297"/>
                </a:cubicBezTo>
                <a:cubicBezTo>
                  <a:pt x="4575920" y="523451"/>
                  <a:pt x="4554610" y="569309"/>
                  <a:pt x="4511989" y="600870"/>
                </a:cubicBezTo>
                <a:cubicBezTo>
                  <a:pt x="4469369" y="632431"/>
                  <a:pt x="4408810" y="648211"/>
                  <a:pt x="4330312" y="648211"/>
                </a:cubicBezTo>
                <a:cubicBezTo>
                  <a:pt x="4258558" y="648211"/>
                  <a:pt x="4199753" y="636612"/>
                  <a:pt x="4153895" y="613413"/>
                </a:cubicBezTo>
                <a:lnTo>
                  <a:pt x="4153895" y="479482"/>
                </a:lnTo>
                <a:cubicBezTo>
                  <a:pt x="4204338" y="521293"/>
                  <a:pt x="4261660" y="542199"/>
                  <a:pt x="4325861" y="542199"/>
                </a:cubicBezTo>
                <a:cubicBezTo>
                  <a:pt x="4362278" y="542199"/>
                  <a:pt x="4389657" y="535927"/>
                  <a:pt x="4408000" y="523384"/>
                </a:cubicBezTo>
                <a:cubicBezTo>
                  <a:pt x="4426343" y="510840"/>
                  <a:pt x="4435515" y="494723"/>
                  <a:pt x="4435515" y="475031"/>
                </a:cubicBezTo>
                <a:cubicBezTo>
                  <a:pt x="4435515" y="458037"/>
                  <a:pt x="4428232" y="441987"/>
                  <a:pt x="4413665" y="426880"/>
                </a:cubicBezTo>
                <a:cubicBezTo>
                  <a:pt x="4399099" y="411774"/>
                  <a:pt x="4360659" y="391273"/>
                  <a:pt x="4298347" y="365377"/>
                </a:cubicBezTo>
                <a:cubicBezTo>
                  <a:pt x="4200427" y="323836"/>
                  <a:pt x="4151467" y="263411"/>
                  <a:pt x="4151467" y="184105"/>
                </a:cubicBezTo>
                <a:cubicBezTo>
                  <a:pt x="4151467" y="125838"/>
                  <a:pt x="4173654" y="80588"/>
                  <a:pt x="4218028" y="48352"/>
                </a:cubicBezTo>
                <a:cubicBezTo>
                  <a:pt x="4262402" y="16117"/>
                  <a:pt x="4321141" y="0"/>
                  <a:pt x="4394243" y="0"/>
                </a:cubicBezTo>
                <a:close/>
                <a:moveTo>
                  <a:pt x="865630" y="0"/>
                </a:moveTo>
                <a:cubicBezTo>
                  <a:pt x="955188" y="0"/>
                  <a:pt x="1027279" y="29807"/>
                  <a:pt x="1081903" y="89422"/>
                </a:cubicBezTo>
                <a:cubicBezTo>
                  <a:pt x="1136528" y="149037"/>
                  <a:pt x="1163840" y="225646"/>
                  <a:pt x="1163840" y="319250"/>
                </a:cubicBezTo>
                <a:cubicBezTo>
                  <a:pt x="1163840" y="416900"/>
                  <a:pt x="1135449" y="496139"/>
                  <a:pt x="1078666" y="556968"/>
                </a:cubicBezTo>
                <a:cubicBezTo>
                  <a:pt x="1021884" y="617797"/>
                  <a:pt x="947500" y="648211"/>
                  <a:pt x="855515" y="648211"/>
                </a:cubicBezTo>
                <a:cubicBezTo>
                  <a:pt x="765688" y="648211"/>
                  <a:pt x="692720" y="618741"/>
                  <a:pt x="636612" y="559800"/>
                </a:cubicBezTo>
                <a:cubicBezTo>
                  <a:pt x="580504" y="500860"/>
                  <a:pt x="552450" y="424992"/>
                  <a:pt x="552450" y="332198"/>
                </a:cubicBezTo>
                <a:cubicBezTo>
                  <a:pt x="552450" y="234009"/>
                  <a:pt x="581111" y="154095"/>
                  <a:pt x="638433" y="92457"/>
                </a:cubicBezTo>
                <a:cubicBezTo>
                  <a:pt x="695755" y="30819"/>
                  <a:pt x="771487" y="0"/>
                  <a:pt x="865630" y="0"/>
                </a:cubicBezTo>
                <a:close/>
                <a:moveTo>
                  <a:pt x="332603" y="0"/>
                </a:moveTo>
                <a:cubicBezTo>
                  <a:pt x="393836" y="0"/>
                  <a:pt x="445089" y="7957"/>
                  <a:pt x="486361" y="23873"/>
                </a:cubicBezTo>
                <a:lnTo>
                  <a:pt x="486361" y="152948"/>
                </a:lnTo>
                <a:cubicBezTo>
                  <a:pt x="444010" y="128131"/>
                  <a:pt x="395994" y="115723"/>
                  <a:pt x="342314" y="115723"/>
                </a:cubicBezTo>
                <a:cubicBezTo>
                  <a:pt x="281080" y="115723"/>
                  <a:pt x="232120" y="135280"/>
                  <a:pt x="195434" y="174394"/>
                </a:cubicBezTo>
                <a:cubicBezTo>
                  <a:pt x="158748" y="213507"/>
                  <a:pt x="140405" y="264625"/>
                  <a:pt x="140405" y="327747"/>
                </a:cubicBezTo>
                <a:cubicBezTo>
                  <a:pt x="140405" y="389250"/>
                  <a:pt x="157804" y="438749"/>
                  <a:pt x="192602" y="476245"/>
                </a:cubicBezTo>
                <a:cubicBezTo>
                  <a:pt x="227400" y="513740"/>
                  <a:pt x="274471" y="532488"/>
                  <a:pt x="333816" y="532488"/>
                </a:cubicBezTo>
                <a:cubicBezTo>
                  <a:pt x="389655" y="532488"/>
                  <a:pt x="440503" y="519000"/>
                  <a:pt x="486361" y="492025"/>
                </a:cubicBezTo>
                <a:lnTo>
                  <a:pt x="486361" y="614627"/>
                </a:lnTo>
                <a:cubicBezTo>
                  <a:pt x="440773" y="637016"/>
                  <a:pt x="381293" y="648211"/>
                  <a:pt x="307920" y="648211"/>
                </a:cubicBezTo>
                <a:cubicBezTo>
                  <a:pt x="213507" y="648211"/>
                  <a:pt x="138584" y="619955"/>
                  <a:pt x="83150" y="563442"/>
                </a:cubicBezTo>
                <a:cubicBezTo>
                  <a:pt x="27717" y="506929"/>
                  <a:pt x="0" y="431601"/>
                  <a:pt x="0" y="337458"/>
                </a:cubicBezTo>
                <a:cubicBezTo>
                  <a:pt x="0" y="238459"/>
                  <a:pt x="30954" y="157467"/>
                  <a:pt x="92861" y="94480"/>
                </a:cubicBezTo>
                <a:cubicBezTo>
                  <a:pt x="154769" y="31493"/>
                  <a:pt x="234683" y="0"/>
                  <a:pt x="332603" y="0"/>
                </a:cubicBezTo>
                <a:close/>
              </a:path>
            </a:pathLst>
          </a:custGeom>
          <a:noFill/>
          <a:ln>
            <a:gradFill>
              <a:gsLst>
                <a:gs pos="19000">
                  <a:schemeClr val="accent1">
                    <a:alpha val="0"/>
                  </a:schemeClr>
                </a:gs>
                <a:gs pos="74000">
                  <a:schemeClr val="accent1">
                    <a:alpha val="35000"/>
                  </a:schemeClr>
                </a:gs>
              </a:gsLst>
              <a:lin ang="16200000" scaled="0"/>
            </a:gra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R="0" lvl="0" indent="-228600" font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en-US" sz="6500" b="1" i="0" u="none" strike="noStrike" cap="none" spc="0" normalizeH="0" baseline="0" noProof="1">
                <a:ln>
                  <a:gradFill>
                    <a:gsLst>
                      <a:gs pos="19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35000"/>
                        </a:schemeClr>
                      </a:gs>
                    </a:gsLst>
                    <a:lin ang="16200000" scaled="0"/>
                  </a:gradFill>
                </a:ln>
                <a:noFill/>
                <a:uFillTx/>
                <a:latin typeface="+mj-lt"/>
                <a:ea typeface="+mj-lt"/>
                <a:cs typeface="Microsoft YaHei" panose="020B0503020204020204" charset="-122"/>
                <a:sym typeface="+mn-lt"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kumimoji="0" lang="en-US" sz="1600" b="0" i="0" u="none" strike="noStrike" cap="none" spc="150" normalizeH="0" baseline="0" smtClean="0">
                <a:uFillTx/>
                <a:latin typeface="+mj-ea"/>
                <a:ea typeface="+mj-ea"/>
                <a:cs typeface="Microsoft YaHei" panose="020B0503020204020204" charset="-122"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600" b="0" i="0" u="none" strike="noStrike" cap="none" spc="150" normalizeH="0" baseline="0" smtClean="0">
                <a:uFillTx/>
                <a:latin typeface="+mj-ea"/>
                <a:ea typeface="+mj-ea"/>
                <a:cs typeface="Microsoft YaHei" panose="020B0503020204020204" charset="-122"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400" b="0" i="0" u="none" strike="noStrike" cap="none" spc="150" normalizeH="0" baseline="0" smtClean="0">
                <a:uFillTx/>
                <a:latin typeface="+mj-ea"/>
                <a:ea typeface="+mj-ea"/>
                <a:cs typeface="Microsoft YaHei" panose="020B0503020204020204" charset="-122"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400" b="0" i="0" u="none" strike="noStrike" cap="none" spc="150" normalizeH="0" baseline="0" smtClean="0">
                <a:uFillTx/>
                <a:latin typeface="+mj-ea"/>
                <a:ea typeface="+mj-ea"/>
                <a:cs typeface="Microsoft YaHei" panose="020B050302020402020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C:/Users/xiaonian/Downloads/图片1.png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 contrast="30000"/>
                    </a14:imgEffect>
                  </a14:imgLayer>
                </a14:imgProps>
              </a:ext>
            </a:extLst>
          </a:blip>
          <a:srcRect l="8078" t="-28" r="-8078" b="28"/>
          <a:stretch>
            <a:fillRect/>
          </a:stretch>
        </p:blipFill>
        <p:spPr>
          <a:xfrm>
            <a:off x="318" y="635"/>
            <a:ext cx="12191365" cy="6856095"/>
          </a:xfrm>
          <a:prstGeom prst="rect">
            <a:avLst/>
          </a:prstGeom>
        </p:spPr>
      </p:pic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635"/>
            <a:ext cx="12192000" cy="6857365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100000">
                <a:schemeClr val="bg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4" name="矩形 43"/>
          <p:cNvSpPr/>
          <p:nvPr>
            <p:custDataLst>
              <p:tags r:id="rId6"/>
            </p:custDataLst>
          </p:nvPr>
        </p:nvSpPr>
        <p:spPr>
          <a:xfrm>
            <a:off x="11581765" y="6377305"/>
            <a:ext cx="288290" cy="38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45" name="矩形 44"/>
          <p:cNvSpPr/>
          <p:nvPr>
            <p:custDataLst>
              <p:tags r:id="rId7"/>
            </p:custDataLst>
          </p:nvPr>
        </p:nvSpPr>
        <p:spPr>
          <a:xfrm>
            <a:off x="11581765" y="6468745"/>
            <a:ext cx="288290" cy="38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46" name="矩形 45"/>
          <p:cNvSpPr/>
          <p:nvPr>
            <p:custDataLst>
              <p:tags r:id="rId8"/>
            </p:custDataLst>
          </p:nvPr>
        </p:nvSpPr>
        <p:spPr>
          <a:xfrm>
            <a:off x="11581765" y="6561455"/>
            <a:ext cx="288290" cy="38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9" name="节编号"/>
          <p:cNvSpPr txBox="1">
            <a:spLocks noGrp="1"/>
          </p:cNvSpPr>
          <p:nvPr>
            <p:ph type="body" idx="4" hasCustomPrompt="1"/>
            <p:custDataLst>
              <p:tags r:id="rId9"/>
            </p:custDataLst>
          </p:nvPr>
        </p:nvSpPr>
        <p:spPr>
          <a:xfrm>
            <a:off x="2078355" y="1539875"/>
            <a:ext cx="8378825" cy="321881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lvl="0" algn="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33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14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200000" scaled="0"/>
                </a:gradFill>
                <a:latin typeface="+mn-lt"/>
                <a:sym typeface="+mn-ea"/>
              </a:defRPr>
            </a:lvl1pPr>
          </a:lstStyle>
          <a:p>
            <a:pPr lvl="0" algn="r" fontAlgn="ctr">
              <a:buClrTx/>
              <a:buSzTx/>
              <a:buFontTx/>
            </a:pPr>
            <a:r>
              <a:rPr dirty="0">
                <a:sym typeface="+mn-ea"/>
              </a:rPr>
              <a:t>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10"/>
            </p:custDataLst>
          </p:nvPr>
        </p:nvSpPr>
        <p:spPr>
          <a:xfrm>
            <a:off x="2078990" y="3526155"/>
            <a:ext cx="8378190" cy="227965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algn="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r" fontAlgn="ctr">
              <a:lnSpc>
                <a:spcPct val="100000"/>
              </a:lnSpc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文本框 12"/>
          <p:cNvSpPr txBox="1"/>
          <p:nvPr userDrawn="1">
            <p:custDataLst>
              <p:tags r:id="rId11"/>
            </p:custDataLst>
          </p:nvPr>
        </p:nvSpPr>
        <p:spPr>
          <a:xfrm rot="5400000">
            <a:off x="-1866457" y="3103940"/>
            <a:ext cx="4956911" cy="648212"/>
          </a:xfrm>
          <a:custGeom>
            <a:avLst/>
            <a:gdLst/>
            <a:ahLst/>
            <a:cxnLst/>
            <a:rect l="l" t="t" r="r" b="b"/>
            <a:pathLst>
              <a:path w="4956911" h="648212">
                <a:moveTo>
                  <a:pt x="1855486" y="118556"/>
                </a:moveTo>
                <a:cubicBezTo>
                  <a:pt x="1853868" y="136899"/>
                  <a:pt x="1850226" y="154567"/>
                  <a:pt x="1844561" y="171562"/>
                </a:cubicBezTo>
                <a:lnTo>
                  <a:pt x="1772943" y="390465"/>
                </a:lnTo>
                <a:lnTo>
                  <a:pt x="1940053" y="390465"/>
                </a:lnTo>
                <a:lnTo>
                  <a:pt x="1868839" y="173180"/>
                </a:lnTo>
                <a:cubicBezTo>
                  <a:pt x="1864253" y="159423"/>
                  <a:pt x="1861016" y="141215"/>
                  <a:pt x="1859128" y="118556"/>
                </a:cubicBezTo>
                <a:close/>
                <a:moveTo>
                  <a:pt x="2544500" y="114105"/>
                </a:moveTo>
                <a:lnTo>
                  <a:pt x="2544500" y="316418"/>
                </a:lnTo>
                <a:lnTo>
                  <a:pt x="2602362" y="316418"/>
                </a:lnTo>
                <a:cubicBezTo>
                  <a:pt x="2680859" y="316418"/>
                  <a:pt x="2720108" y="282294"/>
                  <a:pt x="2720108" y="214047"/>
                </a:cubicBezTo>
                <a:cubicBezTo>
                  <a:pt x="2720108" y="147419"/>
                  <a:pt x="2681264" y="114105"/>
                  <a:pt x="2603576" y="114105"/>
                </a:cubicBezTo>
                <a:close/>
                <a:moveTo>
                  <a:pt x="4573325" y="112082"/>
                </a:moveTo>
                <a:lnTo>
                  <a:pt x="4573325" y="292545"/>
                </a:lnTo>
                <a:lnTo>
                  <a:pt x="4638875" y="292545"/>
                </a:lnTo>
                <a:cubicBezTo>
                  <a:pt x="4670166" y="292545"/>
                  <a:pt x="4695320" y="283441"/>
                  <a:pt x="4714338" y="265233"/>
                </a:cubicBezTo>
                <a:cubicBezTo>
                  <a:pt x="4733355" y="247025"/>
                  <a:pt x="4742864" y="224298"/>
                  <a:pt x="4742864" y="197053"/>
                </a:cubicBezTo>
                <a:cubicBezTo>
                  <a:pt x="4742864" y="140405"/>
                  <a:pt x="4709010" y="112082"/>
                  <a:pt x="4641302" y="112082"/>
                </a:cubicBezTo>
                <a:close/>
                <a:moveTo>
                  <a:pt x="4439798" y="10520"/>
                </a:moveTo>
                <a:lnTo>
                  <a:pt x="4659511" y="10520"/>
                </a:lnTo>
                <a:cubicBezTo>
                  <a:pt x="4808683" y="10520"/>
                  <a:pt x="4883269" y="67168"/>
                  <a:pt x="4883269" y="180463"/>
                </a:cubicBezTo>
                <a:cubicBezTo>
                  <a:pt x="4883269" y="223084"/>
                  <a:pt x="4870793" y="259635"/>
                  <a:pt x="4845841" y="290117"/>
                </a:cubicBezTo>
                <a:cubicBezTo>
                  <a:pt x="4820889" y="320599"/>
                  <a:pt x="4786563" y="342044"/>
                  <a:pt x="4742864" y="354453"/>
                </a:cubicBezTo>
                <a:lnTo>
                  <a:pt x="4742864" y="356071"/>
                </a:lnTo>
                <a:cubicBezTo>
                  <a:pt x="4771727" y="365782"/>
                  <a:pt x="4803693" y="397613"/>
                  <a:pt x="4838760" y="451563"/>
                </a:cubicBezTo>
                <a:lnTo>
                  <a:pt x="4956911" y="637287"/>
                </a:lnTo>
                <a:lnTo>
                  <a:pt x="4803153" y="637287"/>
                </a:lnTo>
                <a:lnTo>
                  <a:pt x="4704829" y="474222"/>
                </a:lnTo>
                <a:cubicBezTo>
                  <a:pt x="4684597" y="440503"/>
                  <a:pt x="4668008" y="418788"/>
                  <a:pt x="4655060" y="409077"/>
                </a:cubicBezTo>
                <a:cubicBezTo>
                  <a:pt x="4642112" y="399366"/>
                  <a:pt x="4628354" y="394511"/>
                  <a:pt x="4613788" y="394511"/>
                </a:cubicBezTo>
                <a:lnTo>
                  <a:pt x="4573325" y="394511"/>
                </a:lnTo>
                <a:lnTo>
                  <a:pt x="4573325" y="637287"/>
                </a:lnTo>
                <a:lnTo>
                  <a:pt x="4439798" y="637287"/>
                </a:lnTo>
                <a:close/>
                <a:moveTo>
                  <a:pt x="3801623" y="10520"/>
                </a:moveTo>
                <a:lnTo>
                  <a:pt x="4158099" y="10520"/>
                </a:lnTo>
                <a:lnTo>
                  <a:pt x="4158099" y="119769"/>
                </a:lnTo>
                <a:lnTo>
                  <a:pt x="3935150" y="119769"/>
                </a:lnTo>
                <a:lnTo>
                  <a:pt x="3935150" y="267458"/>
                </a:lnTo>
                <a:lnTo>
                  <a:pt x="4142319" y="267458"/>
                </a:lnTo>
                <a:lnTo>
                  <a:pt x="4142319" y="376303"/>
                </a:lnTo>
                <a:lnTo>
                  <a:pt x="3935150" y="376303"/>
                </a:lnTo>
                <a:lnTo>
                  <a:pt x="3935150" y="528038"/>
                </a:lnTo>
                <a:lnTo>
                  <a:pt x="4172666" y="528038"/>
                </a:lnTo>
                <a:lnTo>
                  <a:pt x="4172666" y="637287"/>
                </a:lnTo>
                <a:lnTo>
                  <a:pt x="3801623" y="637287"/>
                </a:lnTo>
                <a:close/>
                <a:moveTo>
                  <a:pt x="3066677" y="10520"/>
                </a:moveTo>
                <a:lnTo>
                  <a:pt x="3557894" y="10520"/>
                </a:lnTo>
                <a:lnTo>
                  <a:pt x="3557894" y="119769"/>
                </a:lnTo>
                <a:lnTo>
                  <a:pt x="3379049" y="119769"/>
                </a:lnTo>
                <a:lnTo>
                  <a:pt x="3379049" y="637287"/>
                </a:lnTo>
                <a:lnTo>
                  <a:pt x="3245118" y="637287"/>
                </a:lnTo>
                <a:lnTo>
                  <a:pt x="3245118" y="119769"/>
                </a:lnTo>
                <a:lnTo>
                  <a:pt x="3066677" y="119769"/>
                </a:lnTo>
                <a:close/>
                <a:moveTo>
                  <a:pt x="2410973" y="10520"/>
                </a:moveTo>
                <a:lnTo>
                  <a:pt x="2626639" y="10520"/>
                </a:lnTo>
                <a:cubicBezTo>
                  <a:pt x="2782555" y="10520"/>
                  <a:pt x="2860513" y="76609"/>
                  <a:pt x="2860513" y="208787"/>
                </a:cubicBezTo>
                <a:cubicBezTo>
                  <a:pt x="2860513" y="272988"/>
                  <a:pt x="2836978" y="324443"/>
                  <a:pt x="2789906" y="363152"/>
                </a:cubicBezTo>
                <a:cubicBezTo>
                  <a:pt x="2742834" y="401862"/>
                  <a:pt x="2683961" y="420407"/>
                  <a:pt x="2613287" y="418788"/>
                </a:cubicBezTo>
                <a:lnTo>
                  <a:pt x="2544500" y="418788"/>
                </a:lnTo>
                <a:lnTo>
                  <a:pt x="2544500" y="637287"/>
                </a:lnTo>
                <a:lnTo>
                  <a:pt x="2410973" y="637287"/>
                </a:lnTo>
                <a:close/>
                <a:moveTo>
                  <a:pt x="1782249" y="10520"/>
                </a:moveTo>
                <a:lnTo>
                  <a:pt x="1939244" y="10520"/>
                </a:lnTo>
                <a:lnTo>
                  <a:pt x="2164216" y="637287"/>
                </a:lnTo>
                <a:lnTo>
                  <a:pt x="2018551" y="637287"/>
                </a:lnTo>
                <a:lnTo>
                  <a:pt x="1971614" y="493644"/>
                </a:lnTo>
                <a:lnTo>
                  <a:pt x="1743809" y="493644"/>
                </a:lnTo>
                <a:lnTo>
                  <a:pt x="1697682" y="637287"/>
                </a:lnTo>
                <a:lnTo>
                  <a:pt x="1552826" y="637287"/>
                </a:lnTo>
                <a:close/>
                <a:moveTo>
                  <a:pt x="772673" y="10520"/>
                </a:moveTo>
                <a:lnTo>
                  <a:pt x="906200" y="10520"/>
                </a:lnTo>
                <a:lnTo>
                  <a:pt x="906200" y="263412"/>
                </a:lnTo>
                <a:lnTo>
                  <a:pt x="1173254" y="263412"/>
                </a:lnTo>
                <a:lnTo>
                  <a:pt x="1173254" y="10520"/>
                </a:lnTo>
                <a:lnTo>
                  <a:pt x="1306780" y="10520"/>
                </a:lnTo>
                <a:lnTo>
                  <a:pt x="1306780" y="637287"/>
                </a:lnTo>
                <a:lnTo>
                  <a:pt x="1173254" y="637287"/>
                </a:lnTo>
                <a:lnTo>
                  <a:pt x="1173254" y="378730"/>
                </a:lnTo>
                <a:lnTo>
                  <a:pt x="906200" y="378730"/>
                </a:lnTo>
                <a:lnTo>
                  <a:pt x="906200" y="637287"/>
                </a:lnTo>
                <a:lnTo>
                  <a:pt x="772673" y="637287"/>
                </a:lnTo>
                <a:close/>
                <a:moveTo>
                  <a:pt x="332603" y="0"/>
                </a:moveTo>
                <a:cubicBezTo>
                  <a:pt x="393836" y="0"/>
                  <a:pt x="445089" y="7958"/>
                  <a:pt x="486361" y="23873"/>
                </a:cubicBezTo>
                <a:lnTo>
                  <a:pt x="486361" y="152949"/>
                </a:lnTo>
                <a:cubicBezTo>
                  <a:pt x="444010" y="128132"/>
                  <a:pt x="395994" y="115723"/>
                  <a:pt x="342314" y="115723"/>
                </a:cubicBezTo>
                <a:cubicBezTo>
                  <a:pt x="281080" y="115723"/>
                  <a:pt x="232120" y="135280"/>
                  <a:pt x="195434" y="174394"/>
                </a:cubicBezTo>
                <a:cubicBezTo>
                  <a:pt x="158748" y="213508"/>
                  <a:pt x="140405" y="264626"/>
                  <a:pt x="140405" y="327747"/>
                </a:cubicBezTo>
                <a:cubicBezTo>
                  <a:pt x="140405" y="389251"/>
                  <a:pt x="157804" y="438750"/>
                  <a:pt x="192602" y="476245"/>
                </a:cubicBezTo>
                <a:cubicBezTo>
                  <a:pt x="227400" y="513741"/>
                  <a:pt x="274471" y="532488"/>
                  <a:pt x="333816" y="532488"/>
                </a:cubicBezTo>
                <a:cubicBezTo>
                  <a:pt x="389655" y="532488"/>
                  <a:pt x="440503" y="519001"/>
                  <a:pt x="486361" y="492026"/>
                </a:cubicBezTo>
                <a:lnTo>
                  <a:pt x="486361" y="614628"/>
                </a:lnTo>
                <a:cubicBezTo>
                  <a:pt x="440773" y="637017"/>
                  <a:pt x="381293" y="648212"/>
                  <a:pt x="307920" y="648212"/>
                </a:cubicBezTo>
                <a:cubicBezTo>
                  <a:pt x="213508" y="648212"/>
                  <a:pt x="138584" y="619955"/>
                  <a:pt x="83150" y="563442"/>
                </a:cubicBezTo>
                <a:cubicBezTo>
                  <a:pt x="27717" y="506930"/>
                  <a:pt x="0" y="431602"/>
                  <a:pt x="0" y="337459"/>
                </a:cubicBezTo>
                <a:cubicBezTo>
                  <a:pt x="0" y="238460"/>
                  <a:pt x="30954" y="157467"/>
                  <a:pt x="92861" y="94480"/>
                </a:cubicBezTo>
                <a:cubicBezTo>
                  <a:pt x="154769" y="31493"/>
                  <a:pt x="234683" y="0"/>
                  <a:pt x="332603" y="0"/>
                </a:cubicBez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0"/>
            </a:gra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en-US"/>
            </a:defPPr>
            <a:lvl1pPr algn="dist" fontAlgn="ctr">
              <a:lnSpc>
                <a:spcPct val="100000"/>
              </a:lnSpc>
              <a:defRPr sz="6500" b="1" cap="all"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100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768050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4"/>
            </p:custDataLst>
          </p:nvPr>
        </p:nvSpPr>
        <p:spPr>
          <a:xfrm>
            <a:off x="6400805" y="1258887"/>
            <a:ext cx="5095870" cy="492283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694800" y="1258887"/>
            <a:ext cx="5090400" cy="492283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768050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正文"/>
          <p:cNvSpPr txBox="1">
            <a:spLocks noGrp="1"/>
          </p:cNvSpPr>
          <p:nvPr>
            <p:ph idx="6" hasCustomPrompt="1"/>
            <p:custDataLst>
              <p:tags r:id="rId4"/>
            </p:custDataLst>
          </p:nvPr>
        </p:nvSpPr>
        <p:spPr>
          <a:xfrm>
            <a:off x="6235200" y="1688513"/>
            <a:ext cx="5261475" cy="4493212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0" tIns="0" rIns="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5"/>
            </p:custDataLst>
          </p:nvPr>
        </p:nvSpPr>
        <p:spPr>
          <a:xfrm>
            <a:off x="6235200" y="1258223"/>
            <a:ext cx="5261475" cy="40493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0" tIns="0" rIns="0" bIns="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6"/>
            </p:custDataLst>
          </p:nvPr>
        </p:nvSpPr>
        <p:spPr>
          <a:xfrm>
            <a:off x="695324" y="1688513"/>
            <a:ext cx="5255476" cy="4493212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0" tIns="0" rIns="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3" hasCustomPrompt="1"/>
            <p:custDataLst>
              <p:tags r:id="rId7"/>
            </p:custDataLst>
          </p:nvPr>
        </p:nvSpPr>
        <p:spPr>
          <a:xfrm>
            <a:off x="695324" y="1258223"/>
            <a:ext cx="5255476" cy="40493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0" tIns="0" rIns="0" bIns="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95325" y="360000"/>
            <a:ext cx="1080135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768050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768050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768050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0" tIns="0" rIns="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768050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768050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 descr="768050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46157" t="20158" r="49668" b="29652"/>
          <a:stretch>
            <a:fillRect/>
          </a:stretch>
        </p:blipFill>
        <p:spPr>
          <a:xfrm>
            <a:off x="5623263" y="1003383"/>
            <a:ext cx="509043" cy="4072509"/>
          </a:xfrm>
          <a:custGeom>
            <a:avLst/>
            <a:gdLst>
              <a:gd name="connsiteX0" fmla="*/ 229644 w 509043"/>
              <a:gd name="connsiteY0" fmla="*/ 0 h 4072509"/>
              <a:gd name="connsiteX1" fmla="*/ 509043 w 509043"/>
              <a:gd name="connsiteY1" fmla="*/ 0 h 4072509"/>
              <a:gd name="connsiteX2" fmla="*/ 509043 w 509043"/>
              <a:gd name="connsiteY2" fmla="*/ 4072508 h 4072509"/>
              <a:gd name="connsiteX3" fmla="*/ 239944 w 509043"/>
              <a:gd name="connsiteY3" fmla="*/ 4072508 h 4072509"/>
              <a:gd name="connsiteX4" fmla="*/ 239943 w 509043"/>
              <a:gd name="connsiteY4" fmla="*/ 4072509 h 4072509"/>
              <a:gd name="connsiteX5" fmla="*/ 239942 w 509043"/>
              <a:gd name="connsiteY5" fmla="*/ 4072508 h 4072509"/>
              <a:gd name="connsiteX6" fmla="*/ 229644 w 509043"/>
              <a:gd name="connsiteY6" fmla="*/ 4072508 h 4072509"/>
              <a:gd name="connsiteX7" fmla="*/ 229644 w 509043"/>
              <a:gd name="connsiteY7" fmla="*/ 4063275 h 4072509"/>
              <a:gd name="connsiteX8" fmla="*/ 66872 w 509043"/>
              <a:gd name="connsiteY8" fmla="*/ 4018508 h 4072509"/>
              <a:gd name="connsiteX9" fmla="*/ 11343 w 509043"/>
              <a:gd name="connsiteY9" fmla="*/ 2039638 h 4072509"/>
              <a:gd name="connsiteX10" fmla="*/ 149422 w 509043"/>
              <a:gd name="connsiteY10" fmla="*/ 35368 h 407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9043" h="4072509">
                <a:moveTo>
                  <a:pt x="229644" y="0"/>
                </a:moveTo>
                <a:lnTo>
                  <a:pt x="509043" y="0"/>
                </a:lnTo>
                <a:lnTo>
                  <a:pt x="509043" y="4072508"/>
                </a:lnTo>
                <a:lnTo>
                  <a:pt x="239944" y="4072508"/>
                </a:lnTo>
                <a:lnTo>
                  <a:pt x="239943" y="4072509"/>
                </a:lnTo>
                <a:lnTo>
                  <a:pt x="239942" y="4072508"/>
                </a:lnTo>
                <a:lnTo>
                  <a:pt x="229644" y="4072508"/>
                </a:lnTo>
                <a:lnTo>
                  <a:pt x="229644" y="4063275"/>
                </a:lnTo>
                <a:cubicBezTo>
                  <a:pt x="217719" y="4052586"/>
                  <a:pt x="78796" y="4029197"/>
                  <a:pt x="66872" y="4018508"/>
                </a:cubicBezTo>
                <a:cubicBezTo>
                  <a:pt x="-37297" y="3828951"/>
                  <a:pt x="11343" y="3022022"/>
                  <a:pt x="11343" y="2039638"/>
                </a:cubicBezTo>
                <a:cubicBezTo>
                  <a:pt x="11343" y="1057255"/>
                  <a:pt x="115103" y="269375"/>
                  <a:pt x="149422" y="35368"/>
                </a:cubicBez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4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0" y="4800600"/>
            <a:ext cx="4284345" cy="60388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10"/>
            </p:custDataLst>
          </p:nvPr>
        </p:nvSpPr>
        <p:spPr>
          <a:xfrm>
            <a:off x="4284345" y="4004201"/>
            <a:ext cx="6996430" cy="2196682"/>
          </a:xfrm>
          <a:prstGeom prst="rect">
            <a:avLst/>
          </a:prstGeom>
          <a:noFill/>
        </p:spPr>
        <p:txBody>
          <a:bodyPr wrap="square" lIns="0" tIns="45720" rIns="0" bIns="45720" rtlCol="0" anchor="ctr" anchorCtr="0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58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1"/>
            </p:custDataLst>
          </p:nvPr>
        </p:nvSpPr>
        <p:spPr>
          <a:xfrm rot="10800000">
            <a:off x="11488420" y="4801235"/>
            <a:ext cx="703580" cy="60388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92.xml"/><Relationship Id="rId18" Type="http://schemas.openxmlformats.org/officeDocument/2006/relationships/tags" Target="../tags/tag91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image" Target="../media/image1.jpeg"/><Relationship Id="rId12" Type="http://schemas.openxmlformats.org/officeDocument/2006/relationships/tags" Target="../tags/tag86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768050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日期占位符 11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 lIns="0" tIns="0" rIns="0" bIns="0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 lIns="0" tIns="0" rIns="0" bIns="0" anchor="ctr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 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0" tIns="0" rIns="0" bIns="0" rtlCol="0">
            <a:normAutofit/>
          </a:bodyPr>
          <a:lstStyle/>
          <a:p>
            <a:pPr marR="0" lvl="0">
              <a:buClrTx/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1" i="0" u="none" strike="noStrike" kern="1200" cap="none" spc="0" normalizeH="0" baseline="0" dirty="0" smtClean="0">
          <a:ln>
            <a:noFill/>
            <a:prstDash val="sysDot"/>
          </a:ln>
          <a:solidFill>
            <a:schemeClr val="accent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0" normalizeH="0" baseline="0" smtClean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 smtClean="0">
          <a:solidFill>
            <a:schemeClr val="tx1"/>
          </a:solidFill>
          <a:uFillTx/>
          <a:latin typeface="+mj-ea"/>
          <a:ea typeface="+mj-ea"/>
          <a:cs typeface="Microsoft YaHei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smtClean="0">
          <a:solidFill>
            <a:schemeClr val="tx1"/>
          </a:solidFill>
          <a:uFillTx/>
          <a:latin typeface="+mj-ea"/>
          <a:ea typeface="+mj-ea"/>
          <a:cs typeface="Microsoft YaHei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smtClean="0">
          <a:solidFill>
            <a:schemeClr val="tx1"/>
          </a:solidFill>
          <a:uFillTx/>
          <a:latin typeface="+mj-ea"/>
          <a:ea typeface="+mj-ea"/>
          <a:cs typeface="Microsoft YaHei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solidFill>
            <a:schemeClr val="tx1"/>
          </a:solidFill>
          <a:uFillTx/>
          <a:latin typeface="+mj-ea"/>
          <a:ea typeface="+mj-ea"/>
          <a:cs typeface="Microsoft YaHei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 idx="5"/>
            <p:custDataLst>
              <p:tags r:id="rId1"/>
            </p:custDataLst>
          </p:nvPr>
        </p:nvSpPr>
        <p:spPr>
          <a:xfrm>
            <a:off x="4402455" y="2772410"/>
            <a:ext cx="6966585" cy="2707640"/>
          </a:xfrm>
        </p:spPr>
        <p:txBody>
          <a:bodyPr>
            <a:noAutofit/>
          </a:bodyPr>
          <a:lstStyle/>
          <a:p>
            <a:r>
              <a:rPr lang="en-US" dirty="0"/>
              <a:t>Your title here</a:t>
            </a:r>
            <a:endParaRPr lang="en-US" dirty="0"/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4402772" y="5632797"/>
            <a:ext cx="6966584" cy="583560"/>
          </a:xfrm>
        </p:spPr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8*i*2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耐心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47"/>
</p:tagLst>
</file>

<file path=ppt/tags/tag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3447"/>
</p:tagLst>
</file>

<file path=ppt/tags/tag92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47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47_1*a*1"/>
  <p:tag name="KSO_WM_TEMPLATE_CATEGORY" val="custom"/>
  <p:tag name="KSO_WM_TEMPLATE_INDEX" val="20233447"/>
  <p:tag name="KSO_WM_UNIT_LAYERLEVEL" val="1"/>
  <p:tag name="KSO_WM_TAG_VERSION" val="3.0"/>
  <p:tag name="KSO_WM_BEAUTIFY_FLAG" val="#wm#"/>
  <p:tag name="KSO_WM_UNIT_PRESET_TEXT" val="Your title here"/>
</p:tagLst>
</file>

<file path=ppt/tags/tag94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47_1*f*1"/>
  <p:tag name="KSO_WM_TEMPLATE_CATEGORY" val="custom"/>
  <p:tag name="KSO_WM_TEMPLATE_INDEX" val="20233447"/>
  <p:tag name="KSO_WM_UNIT_LAYERLEVEL" val="1"/>
  <p:tag name="KSO_WM_TAG_VERSION" val="3.0"/>
  <p:tag name="KSO_WM_BEAUTIFY_FLAG" val="#wm#"/>
  <p:tag name="KSO_WM_UNIT_PRESET_TEXT" val="Name"/>
</p:tagLst>
</file>

<file path=ppt/tags/tag95.xml><?xml version="1.0" encoding="utf-8"?>
<p:tagLst xmlns:p="http://schemas.openxmlformats.org/presentationml/2006/main">
  <p:tag name="KSO_WM_SPECIAL_SOURCE" val="bdnull"/>
  <p:tag name="KSO_WM_SLIDE_CONTENT_AREA" val="{&quot;left&quot;:&quot;271.25&quot;,&quot;top&quot;:&quot;332.6&quot;,&quot;width&quot;:&quot;664.45&quot;,&quot;height&quot;:&quot;187.1&quot;}"/>
  <p:tag name="KSO_WM_TEMPLATE_THUMBS_INDEX" val="1、9"/>
  <p:tag name="KSO_WM_SLIDE_ID" val="custom2023344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47"/>
  <p:tag name="KSO_WM_SLIDE_LAYOUT" val="a_f"/>
  <p:tag name="KSO_WM_SLIDE_LAYOUT_CNT" val="1_1"/>
  <p:tag name="KSO_WM_SLIDE_THEME_ID" val="3311877"/>
  <p:tag name="KSO_WM_SLIDE_THEME_NAME" val="Orange Busines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25">
      <a:dk1>
        <a:srgbClr val="000000"/>
      </a:dk1>
      <a:lt1>
        <a:srgbClr val="FFFFFF"/>
      </a:lt1>
      <a:dk2>
        <a:srgbClr val="62463F"/>
      </a:dk2>
      <a:lt2>
        <a:srgbClr val="ECE4E2"/>
      </a:lt2>
      <a:accent1>
        <a:srgbClr val="FF9D3D"/>
      </a:accent1>
      <a:accent2>
        <a:srgbClr val="FC8A64"/>
      </a:accent2>
      <a:accent3>
        <a:srgbClr val="F8778B"/>
      </a:accent3>
      <a:accent4>
        <a:srgbClr val="F563B1"/>
      </a:accent4>
      <a:accent5>
        <a:srgbClr val="F150D8"/>
      </a:accent5>
      <a:accent6>
        <a:srgbClr val="EE3DFF"/>
      </a:accent6>
      <a:hlink>
        <a:srgbClr val="0563C1"/>
      </a:hlink>
      <a:folHlink>
        <a:srgbClr val="954D72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Wingdings</vt:lpstr>
      <vt:lpstr>Nunito Sans</vt:lpstr>
      <vt:lpstr>Nunito Sans ExtraBold</vt:lpstr>
      <vt:lpstr>Office Theme</vt:lpstr>
      <vt:lpstr>1_Office Theme</vt:lpstr>
      <vt:lpstr>Your title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2026-05-11T07:30:41Z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EE841F7D17BF4ADBA045CA429BAC539E_11</vt:lpwstr>
  </property>
  <property fmtid="{D5CDD505-2E9C-101B-9397-08002B2CF9AE}" pid="3" name="KSOProductBuildVer">
    <vt:lpwstr>1033-12.1.0.25862</vt:lpwstr>
  </property>
</Properties>
</file>