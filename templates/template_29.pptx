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ndaom The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4038600" y="1148575"/>
            <a:ext cx="7315200" cy="2367799"/>
          </a:xfrm>
        </p:spPr>
        <p:txBody>
          <a:bodyPr anchor="b"/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038600" y="3655523"/>
            <a:ext cx="7315200" cy="134730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884556" y="365126"/>
            <a:ext cx="9469243" cy="1088118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84557" y="1600200"/>
            <a:ext cx="9469242" cy="4601817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574971" cy="99014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89849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613316"/>
            <a:ext cx="5897137" cy="2186453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2965566"/>
            <a:ext cx="5897137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41434" y="531568"/>
            <a:ext cx="6012366" cy="2368561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5341434" y="3065926"/>
            <a:ext cx="6012366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53225" y="2436692"/>
            <a:ext cx="5536423" cy="186936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55677" y="4414649"/>
            <a:ext cx="5551205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10005274" y="623501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36974" y="2140205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9636974" y="2367538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9636974" y="2594871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9" name="TextBox 88"/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Aa</a:t>
            </a:r>
            <a:endParaRPr lang="en-US" sz="16600" dirty="0">
              <a:solidFill>
                <a:schemeClr val="bg1"/>
              </a:solidFill>
            </a:endParaRPr>
          </a:p>
        </p:txBody>
      </p:sp>
      <p:sp>
        <p:nvSpPr>
          <p:cNvPr id="90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  <a:endParaRPr lang="en-US" dirty="0"/>
          </a:p>
        </p:txBody>
      </p:sp>
      <p:sp>
        <p:nvSpPr>
          <p:cNvPr id="63" name="Rectangle 62"/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5" name="Rectangle 64"/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7" name="Rectangle 66"/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9" name="Rectangle 68"/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Rectangle 70"/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3" name="Rectangle 72"/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Rectangle 73"/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5" name="Rectangle 74"/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6" name="Rectangle 75"/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7" name="Rectangle 76"/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8" name="Rectangle 77"/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9" name="Rectangle 78"/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0" name="Rectangle 79"/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1" name="Rectangle 80"/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3" name="Rectangle 82"/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4" name="Rectangle 83"/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5" name="Rectangle 84"/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6" name="Rectangle 85"/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7" name="Rectangle 86"/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1" name="Rectangle 90"/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" name="Rectangle 91"/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" name="Rectangle 92"/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" name="Rectangle 93"/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5" name="Rectangle 94"/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" name="Rectangle 95"/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" name="Rectangle 96"/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8" name="Rectangle 97"/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" name="Rectangle 98"/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" name="Rectangle 99"/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" name="Rectangle 100"/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" name="Rectangle 101"/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" name="Rectangle 102"/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" name="Rectangle 103"/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" name="Rectangle 104"/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" name="Rectangle 105"/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" name="Rectangle 106"/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" name="Rectangle 107"/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" name="Rectangle 108"/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" name="Rectangle 109"/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" name="Rectangle 110"/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" name="Rectangle 111"/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3" name="Rectangle 112"/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" name="Rectangle 113"/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" name="Rectangle 114"/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6" name="Rectangle 115"/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7" name="Rectangle 116"/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8" name="Rectangle 117"/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9" name="Rectangle 118"/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" name="Rectangle 119"/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1" name="Rectangle 120"/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" name="Rectangle 121"/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" name="Rectangle 122"/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" name="Rectangle 123"/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5" name="Rectangle 124"/>
          <p:cNvSpPr/>
          <p:nvPr userDrawn="1"/>
        </p:nvSpPr>
        <p:spPr>
          <a:xfrm>
            <a:off x="10459487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  <a:endParaRPr lang="en-US" dirty="0">
              <a:solidFill>
                <a:schemeClr val="bg1">
                  <a:alpha val="40157"/>
                </a:schemeClr>
              </a:solidFill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/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" name="Shape"/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/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</a:p>
        </p:txBody>
      </p:sp>
      <p:sp>
        <p:nvSpPr>
          <p:cNvPr id="13" name="Shape"/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hyperlink" Target="https://www.presentationgo.com/fa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48575"/>
            <a:ext cx="7315200" cy="2367799"/>
          </a:xfrm>
        </p:spPr>
        <p:txBody>
          <a:bodyPr>
            <a:normAutofit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655523"/>
            <a:ext cx="7315200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84556" y="365126"/>
            <a:ext cx="9469243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84557" y="1600200"/>
            <a:ext cx="9469242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  <a:p>
            <a:r>
              <a:rPr lang="en-US" noProof="1"/>
              <a:t>Praesent euismod sapien ut tellus vulputate, vel pulvinar urna blandit. Quisque sodales metus ut felis porttitor, et fermentum arcu commodo. Maecenas posuere sapien ac nisl cursus.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6574971" cy="990146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89849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  <a:p>
            <a:r>
              <a:rPr lang="en-US" noProof="1"/>
              <a:t>Praesent euismod sapien ut tellus vulputate, vel pulvinar urna blandit. Quisque sodales metus ut felis porttitor, et fermentum arcu commodo. Maecenas posuere sapien ac nisl cursus.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613316"/>
            <a:ext cx="5897137" cy="2186453"/>
          </a:xfrm>
        </p:spPr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2965566"/>
            <a:ext cx="5897137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41434" y="531568"/>
            <a:ext cx="6012366" cy="2368561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41434" y="3065926"/>
            <a:ext cx="6012366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noFill/>
        </p:spPr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Color Theme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/>
          <a:lstStyle/>
          <a:p>
            <a:r>
              <a:rPr lang="en-US" dirty="0"/>
              <a:t>Typography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97757" y="6124726"/>
            <a:ext cx="2394180" cy="564999"/>
          </a:xfrm>
        </p:spPr>
        <p:txBody>
          <a:bodyPr>
            <a:noAutofit/>
          </a:bodyPr>
          <a:lstStyle/>
          <a:p>
            <a:r>
              <a:rPr lang="en-US" dirty="0"/>
              <a:t>Calibri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Visit our </a:t>
            </a:r>
            <a:r>
              <a:rPr lang="en-CA" sz="1600" b="1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FAQ</a:t>
            </a:r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 : </a:t>
            </a:r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  <a:hlinkClick r:id="rId1"/>
              </a:rPr>
              <a:t>www.presentationgo.com/faq/</a:t>
            </a:r>
            <a:endParaRPr lang="en-US" sz="1600" dirty="0">
              <a:solidFill>
                <a:schemeClr val="bg1">
                  <a:alpha val="41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</Words>
  <Application>WPS Presentation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PowerPoint 演示文稿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  <vt:lpstr>Color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CB872C83A3AC468DA8B952B0FDC3FB97_11</vt:lpwstr>
  </property>
  <property fmtid="{D5CDD505-2E9C-101B-9397-08002B2CF9AE}" pid="3" name="KSOProductBuildVer">
    <vt:lpwstr>1033-12.1.0.25862</vt:lpwstr>
  </property>
</Properties>
</file>