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4873632" y="1368036"/>
            <a:ext cx="5382434" cy="2066152"/>
          </a:xfrm>
        </p:spPr>
        <p:txBody>
          <a:bodyPr anchor="b"/>
          <a:lstStyle>
            <a:lvl1pPr algn="r">
              <a:defRPr sz="6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5798244" y="3573337"/>
            <a:ext cx="4490872" cy="1347307"/>
          </a:xfrm>
        </p:spPr>
        <p:txBody>
          <a:bodyPr>
            <a:normAutofit/>
          </a:bodyPr>
          <a:lstStyle>
            <a:lvl1pPr marL="0" indent="0" algn="r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64385" y="782198"/>
            <a:ext cx="7968998" cy="671046"/>
          </a:xfrm>
        </p:spPr>
        <p:txBody>
          <a:bodyPr/>
          <a:lstStyle>
            <a:lvl1pPr algn="l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748270" y="1600200"/>
            <a:ext cx="5431316" cy="4601817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83016" y="365125"/>
            <a:ext cx="6770783" cy="1088118"/>
          </a:xfrm>
        </p:spPr>
        <p:txBody>
          <a:bodyPr/>
          <a:lstStyle>
            <a:lvl1pPr algn="l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583017" y="1600199"/>
            <a:ext cx="5838774" cy="4601817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37440" y="1301958"/>
            <a:ext cx="5578608" cy="1707776"/>
          </a:xfrm>
        </p:spPr>
        <p:txBody>
          <a:bodyPr anchor="b"/>
          <a:lstStyle>
            <a:lvl1pPr algn="l">
              <a:defRPr sz="6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1637440" y="3140640"/>
            <a:ext cx="4088208" cy="9755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299112" y="1145754"/>
            <a:ext cx="4238805" cy="2655065"/>
          </a:xfrm>
        </p:spPr>
        <p:txBody>
          <a:bodyPr anchor="b"/>
          <a:lstStyle>
            <a:lvl1pPr algn="r">
              <a:defRPr sz="6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6087146" y="4040979"/>
            <a:ext cx="3450771" cy="137476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142562" y="1292327"/>
            <a:ext cx="6166692" cy="1869365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145013" y="3270284"/>
            <a:ext cx="6183157" cy="78805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8661420" y="4630990"/>
            <a:ext cx="1333500" cy="13335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6821909" y="5032026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6821909" y="5259359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6821909" y="5486692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  <a:endParaRPr lang="en-US" dirty="0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3632" y="1368036"/>
            <a:ext cx="5382434" cy="2066152"/>
          </a:xfrm>
        </p:spPr>
        <p:txBody>
          <a:bodyPr>
            <a:normAutofit/>
          </a:bodyPr>
          <a:lstStyle/>
          <a:p>
            <a:r>
              <a:rPr lang="en-US" dirty="0"/>
              <a:t>Title of Your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8244" y="3573337"/>
            <a:ext cx="4490872" cy="1347307"/>
          </a:xfrm>
        </p:spPr>
        <p:txBody>
          <a:bodyPr/>
          <a:lstStyle/>
          <a:p>
            <a:r>
              <a:rPr lang="en-US" dirty="0"/>
              <a:t>A Free Presentation Template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64385" y="782198"/>
            <a:ext cx="7968998" cy="671046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48270" y="1600200"/>
            <a:ext cx="5431316" cy="4601817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 dirty="0"/>
              <a:t>Your Footer Here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83016" y="365125"/>
            <a:ext cx="6770783" cy="1088118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83017" y="1600199"/>
            <a:ext cx="5838774" cy="4601817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37440" y="1301958"/>
            <a:ext cx="5578608" cy="1707776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637440" y="3140640"/>
            <a:ext cx="4088208" cy="975595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99112" y="1145754"/>
            <a:ext cx="4238805" cy="2655065"/>
          </a:xfrm>
        </p:spPr>
        <p:txBody>
          <a:bodyPr>
            <a:normAutofit/>
          </a:bodyPr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87146" y="4040979"/>
            <a:ext cx="3450771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  <a:endParaRPr lang="en-US" noProof="1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First / Last Name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(123) 456-7890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Your Company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</Words>
  <Application>WPS Presentation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Office Theme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2026-05-08T08:09:06Z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CE7F0C8363C64D5DA3FAD1361463DA57_11</vt:lpwstr>
  </property>
  <property fmtid="{D5CDD505-2E9C-101B-9397-08002B2CF9AE}" pid="3" name="KSOProductBuildVer">
    <vt:lpwstr>1033-12.1.0.25862</vt:lpwstr>
  </property>
</Properties>
</file>