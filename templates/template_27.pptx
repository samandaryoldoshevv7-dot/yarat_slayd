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7772400" cy="6858000"/>
          </a:xfrm>
          <a:prstGeom prst="rect">
            <a:avLst/>
          </a:prstGeom>
          <a:gradFill>
            <a:gsLst>
              <a:gs pos="100000">
                <a:schemeClr val="accent3">
                  <a:lumMod val="20000"/>
                  <a:lumOff val="80000"/>
                  <a:alpha val="0"/>
                </a:schemeClr>
              </a:gs>
              <a:gs pos="0">
                <a:schemeClr val="accent3">
                  <a:lumMod val="20000"/>
                  <a:lumOff val="8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Title 1"/>
          <p:cNvSpPr>
            <a:spLocks noGrp="1"/>
          </p:cNvSpPr>
          <p:nvPr>
            <p:ph type="ctrTitle"/>
          </p:nvPr>
        </p:nvSpPr>
        <p:spPr>
          <a:xfrm>
            <a:off x="639898" y="1114648"/>
            <a:ext cx="4152440" cy="2066152"/>
          </a:xfrm>
        </p:spPr>
        <p:txBody>
          <a:bodyPr anchor="b"/>
          <a:lstStyle>
            <a:lvl1pPr algn="l">
              <a:defRPr sz="66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Subtitle 2"/>
          <p:cNvSpPr>
            <a:spLocks noGrp="1"/>
          </p:cNvSpPr>
          <p:nvPr>
            <p:ph type="subTitle" idx="1"/>
          </p:nvPr>
        </p:nvSpPr>
        <p:spPr>
          <a:xfrm>
            <a:off x="651831" y="3330966"/>
            <a:ext cx="4239657" cy="1347307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ysClr val="windowText" lastClr="00000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  <a:endParaRPr lang="en-US"/>
          </a:p>
        </p:txBody>
      </p:sp>
      <p:sp>
        <p:nvSpPr>
          <p:cNvPr id="2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  <a:endParaRPr lang="en-US"/>
          </a:p>
        </p:txBody>
      </p:sp>
      <p:sp>
        <p:nvSpPr>
          <p:cNvPr id="2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8991600" cy="6858000"/>
          </a:xfrm>
          <a:prstGeom prst="rect">
            <a:avLst/>
          </a:prstGeom>
          <a:gradFill>
            <a:gsLst>
              <a:gs pos="100000">
                <a:schemeClr val="accent3">
                  <a:lumMod val="20000"/>
                  <a:lumOff val="80000"/>
                  <a:alpha val="0"/>
                </a:schemeClr>
              </a:gs>
              <a:gs pos="0">
                <a:schemeClr val="accent3">
                  <a:lumMod val="20000"/>
                  <a:lumOff val="8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599" cy="1088118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Content Placeholder 2"/>
          <p:cNvSpPr>
            <a:spLocks noGrp="1"/>
          </p:cNvSpPr>
          <p:nvPr>
            <p:ph idx="1"/>
          </p:nvPr>
        </p:nvSpPr>
        <p:spPr>
          <a:xfrm>
            <a:off x="838202" y="1600200"/>
            <a:ext cx="6102426" cy="4601817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  <a:endParaRPr lang="en-US"/>
          </a:p>
        </p:txBody>
      </p:sp>
      <p:sp>
        <p:nvSpPr>
          <p:cNvPr id="2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  <a:endParaRPr lang="en-US"/>
          </a:p>
        </p:txBody>
      </p:sp>
      <p:sp>
        <p:nvSpPr>
          <p:cNvPr id="2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8610600" cy="6858000"/>
          </a:xfrm>
          <a:prstGeom prst="rect">
            <a:avLst/>
          </a:prstGeom>
          <a:gradFill>
            <a:gsLst>
              <a:gs pos="100000">
                <a:schemeClr val="accent3">
                  <a:lumMod val="20000"/>
                  <a:lumOff val="80000"/>
                  <a:alpha val="0"/>
                </a:schemeClr>
              </a:gs>
              <a:gs pos="0">
                <a:schemeClr val="accent3">
                  <a:lumMod val="20000"/>
                  <a:lumOff val="8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88118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Content Placeholder 2"/>
          <p:cNvSpPr>
            <a:spLocks noGrp="1"/>
          </p:cNvSpPr>
          <p:nvPr>
            <p:ph idx="1"/>
          </p:nvPr>
        </p:nvSpPr>
        <p:spPr>
          <a:xfrm>
            <a:off x="838200" y="1600199"/>
            <a:ext cx="6388865" cy="4601817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  <a:endParaRPr lang="en-US"/>
          </a:p>
        </p:txBody>
      </p:sp>
      <p:sp>
        <p:nvSpPr>
          <p:cNvPr id="2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  <a:endParaRPr lang="en-US"/>
          </a:p>
        </p:txBody>
      </p:sp>
      <p:sp>
        <p:nvSpPr>
          <p:cNvPr id="2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7772400" cy="6858000"/>
          </a:xfrm>
          <a:prstGeom prst="rect">
            <a:avLst/>
          </a:prstGeom>
          <a:gradFill>
            <a:gsLst>
              <a:gs pos="100000">
                <a:schemeClr val="accent3">
                  <a:lumMod val="20000"/>
                  <a:lumOff val="80000"/>
                  <a:alpha val="0"/>
                </a:schemeClr>
              </a:gs>
              <a:gs pos="0">
                <a:schemeClr val="accent3">
                  <a:lumMod val="20000"/>
                  <a:lumOff val="8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838201" y="3564505"/>
            <a:ext cx="4593116" cy="1707776"/>
          </a:xfrm>
        </p:spPr>
        <p:txBody>
          <a:bodyPr anchor="b"/>
          <a:lstStyle>
            <a:lvl1pPr algn="l"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idx="1"/>
          </p:nvPr>
        </p:nvSpPr>
        <p:spPr>
          <a:xfrm>
            <a:off x="838199" y="5436691"/>
            <a:ext cx="7215131" cy="590838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5921829" cy="6858000"/>
          </a:xfrm>
          <a:prstGeom prst="rect">
            <a:avLst/>
          </a:prstGeom>
          <a:gradFill>
            <a:gsLst>
              <a:gs pos="100000">
                <a:schemeClr val="accent3">
                  <a:lumMod val="20000"/>
                  <a:lumOff val="80000"/>
                  <a:alpha val="0"/>
                </a:schemeClr>
              </a:gs>
              <a:gs pos="0">
                <a:schemeClr val="accent3">
                  <a:lumMod val="20000"/>
                  <a:lumOff val="8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838200" y="802167"/>
            <a:ext cx="4306677" cy="2368561"/>
          </a:xfrm>
        </p:spPr>
        <p:txBody>
          <a:bodyPr anchor="b"/>
          <a:lstStyle>
            <a:lvl1pPr algn="l"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838200" y="3336525"/>
            <a:ext cx="3450771" cy="137476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7772400" cy="6858000"/>
          </a:xfrm>
          <a:prstGeom prst="rect">
            <a:avLst/>
          </a:prstGeom>
          <a:gradFill>
            <a:gsLst>
              <a:gs pos="100000">
                <a:schemeClr val="accent3">
                  <a:lumMod val="20000"/>
                  <a:lumOff val="80000"/>
                  <a:alpha val="0"/>
                </a:schemeClr>
              </a:gs>
              <a:gs pos="0">
                <a:schemeClr val="accent3">
                  <a:lumMod val="20000"/>
                  <a:lumOff val="8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838200" y="2887375"/>
            <a:ext cx="4709374" cy="1869365"/>
          </a:xfrm>
        </p:spPr>
        <p:txBody>
          <a:bodyPr anchor="b"/>
          <a:lstStyle>
            <a:lvl1pPr algn="l"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idx="1"/>
          </p:nvPr>
        </p:nvSpPr>
        <p:spPr>
          <a:xfrm>
            <a:off x="840652" y="4865332"/>
            <a:ext cx="4721948" cy="788054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5" name="Picture Placeholder 15"/>
          <p:cNvSpPr>
            <a:spLocks noGrp="1"/>
          </p:cNvSpPr>
          <p:nvPr>
            <p:ph type="pic" sz="quarter" idx="13"/>
          </p:nvPr>
        </p:nvSpPr>
        <p:spPr>
          <a:xfrm>
            <a:off x="10020300" y="4630990"/>
            <a:ext cx="1333500" cy="1333500"/>
          </a:xfrm>
          <a:prstGeom prst="ellipse">
            <a:avLst/>
          </a:prstGeom>
          <a:noFill/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14" hasCustomPrompt="1"/>
          </p:nvPr>
        </p:nvSpPr>
        <p:spPr>
          <a:xfrm>
            <a:off x="8153400" y="5032026"/>
            <a:ext cx="1701800" cy="228600"/>
          </a:xfrm>
          <a:noFill/>
        </p:spPr>
        <p:txBody>
          <a:bodyPr anchor="ctr">
            <a:noAutofit/>
          </a:bodyPr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/>
              <a:t>Name</a:t>
            </a:r>
            <a:endParaRPr lang="en-US" dirty="0"/>
          </a:p>
        </p:txBody>
      </p:sp>
      <p:sp>
        <p:nvSpPr>
          <p:cNvPr id="17" name="Text Placeholder 17"/>
          <p:cNvSpPr>
            <a:spLocks noGrp="1"/>
          </p:cNvSpPr>
          <p:nvPr>
            <p:ph type="body" sz="quarter" idx="15" hasCustomPrompt="1"/>
          </p:nvPr>
        </p:nvSpPr>
        <p:spPr>
          <a:xfrm>
            <a:off x="8153400" y="5259359"/>
            <a:ext cx="1701800" cy="228600"/>
          </a:xfrm>
          <a:noFill/>
        </p:spPr>
        <p:txBody>
          <a:bodyPr anchor="ctr">
            <a:noAutofit/>
          </a:bodyPr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/>
              <a:t>Mobile / email</a:t>
            </a:r>
            <a:endParaRPr lang="en-US" dirty="0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8153400" y="5486692"/>
            <a:ext cx="1701800" cy="228600"/>
          </a:xfrm>
          <a:noFill/>
        </p:spPr>
        <p:txBody>
          <a:bodyPr anchor="ctr">
            <a:noAutofit/>
          </a:bodyPr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/>
              <a:t>Company</a:t>
            </a:r>
            <a:endParaRPr lang="en-US" dirty="0"/>
          </a:p>
        </p:txBody>
      </p:sp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9762" y="1114425"/>
            <a:ext cx="4251325" cy="2066925"/>
          </a:xfrm>
        </p:spPr>
        <p:txBody>
          <a:bodyPr>
            <a:normAutofit fontScale="90000"/>
          </a:bodyPr>
          <a:lstStyle/>
          <a:p>
            <a:r>
              <a:rPr lang="en-US" dirty="0"/>
              <a:t>Title of Your Presentation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1831" y="3330966"/>
            <a:ext cx="4239657" cy="1347307"/>
          </a:xfrm>
        </p:spPr>
        <p:txBody>
          <a:bodyPr/>
          <a:lstStyle/>
          <a:p>
            <a:r>
              <a:rPr lang="en-US" dirty="0"/>
              <a:t>A Free Presentation Template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599" cy="1088118"/>
          </a:xfrm>
        </p:spPr>
        <p:txBody>
          <a:bodyPr/>
          <a:lstStyle/>
          <a:p>
            <a:r>
              <a:rPr lang="en-US" dirty="0"/>
              <a:t>Title of Your Slide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2" y="1600200"/>
            <a:ext cx="6102426" cy="4601817"/>
          </a:xfrm>
        </p:spPr>
        <p:txBody>
          <a:bodyPr>
            <a:noAutofit/>
          </a:bodyPr>
          <a:lstStyle/>
          <a:p>
            <a:r>
              <a:rPr lang="en-US" noProof="1"/>
              <a:t>Lorem ipsum dolor sit amet, tollit epicuri est ex, exerci accumsan singulis ei mel. Non blandit massa enim nec dui nunc mattis enim. Fermentum et.</a:t>
            </a:r>
            <a:endParaRPr lang="en-US" noProof="1"/>
          </a:p>
          <a:p>
            <a:r>
              <a:rPr lang="en-US" noProof="1"/>
              <a:t>Duis aute irure dolor in reprehenderit in voluptate velit esse cillum dolore eu fugiat nulla pariatur. Excepteur sint occaecat cupidatat non proident, sunt.</a:t>
            </a:r>
            <a:endParaRPr lang="en-US" noProof="1"/>
          </a:p>
          <a:p>
            <a:r>
              <a:rPr lang="en-US" noProof="1"/>
              <a:t>Praesent euismod sapien ut tellus vulputate, vel pulvinar urna blandit.</a:t>
            </a:r>
            <a:endParaRPr lang="en-US" noProof="1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 lvl="0"/>
            <a:r>
              <a:rPr lang="en-US" noProof="0"/>
              <a:t>Date</a:t>
            </a:r>
            <a:endParaRPr lang="en-US" noProof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lvl="0"/>
            <a:r>
              <a:rPr lang="en-US" noProof="0"/>
              <a:t>Your Footer Here</a:t>
            </a:r>
            <a:endParaRPr lang="en-US" noProof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lvl="0"/>
            <a:fld id="{672B7600-67E3-4D97-B453-880E2742B982}" type="slidenum">
              <a:rPr lang="en-US" noProof="0" smtClean="0"/>
            </a:fld>
            <a:endParaRPr lang="en-US" noProof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88118"/>
          </a:xfrm>
        </p:spPr>
        <p:txBody>
          <a:bodyPr/>
          <a:lstStyle/>
          <a:p>
            <a:r>
              <a:rPr lang="en-US" dirty="0"/>
              <a:t>Title of Your Slide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600199"/>
            <a:ext cx="6388865" cy="4601817"/>
          </a:xfrm>
        </p:spPr>
        <p:txBody>
          <a:bodyPr>
            <a:noAutofit/>
          </a:bodyPr>
          <a:lstStyle/>
          <a:p>
            <a:r>
              <a:rPr lang="en-US" noProof="1"/>
              <a:t>Lorem ipsum dolor sit amet, tollit epicuri est ex, exerci accumsan singulis ei mel. Non blandit massa enim nec dui nunc mattis enim. Fermentum et sollicitudin.</a:t>
            </a:r>
            <a:endParaRPr lang="en-US" noProof="1"/>
          </a:p>
          <a:p>
            <a:r>
              <a:rPr lang="en-US" noProof="1"/>
              <a:t>Duis aute irure dolor in reprehenderit in voluptate velit esse cillum dolore eu fugiat nulla pariatur. Excepteur sint occaecat cupidatat non proident, sunt in.</a:t>
            </a:r>
            <a:endParaRPr lang="en-US" noProof="1"/>
          </a:p>
          <a:p>
            <a:r>
              <a:rPr lang="en-US" noProof="1"/>
              <a:t>Praesent euismod sapien ut tellus vulputate, vel pulvinar urna blandit.</a:t>
            </a:r>
            <a:endParaRPr lang="en-US" noProof="1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 lvl="0"/>
            <a:r>
              <a:rPr lang="en-US" noProof="0"/>
              <a:t>Date</a:t>
            </a:r>
            <a:endParaRPr lang="en-US" noProof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lvl="0"/>
            <a:r>
              <a:rPr lang="en-US" noProof="0"/>
              <a:t>Your Footer Here</a:t>
            </a:r>
            <a:endParaRPr lang="en-US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lvl="0"/>
            <a:fld id="{672B7600-67E3-4D97-B453-880E2742B982}" type="slidenum">
              <a:rPr lang="en-US" noProof="0" smtClean="0"/>
            </a:fld>
            <a:endParaRPr lang="en-US" noProof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1" y="3564505"/>
            <a:ext cx="4593116" cy="1707776"/>
          </a:xfrm>
        </p:spPr>
        <p:txBody>
          <a:bodyPr>
            <a:normAutofit fontScale="90000"/>
          </a:bodyPr>
          <a:lstStyle/>
          <a:p>
            <a:r>
              <a:rPr lang="en-US" dirty="0"/>
              <a:t>Title of Your Section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838199" y="5436691"/>
            <a:ext cx="7215131" cy="590838"/>
          </a:xfrm>
        </p:spPr>
        <p:txBody>
          <a:bodyPr/>
          <a:lstStyle/>
          <a:p>
            <a:r>
              <a:rPr lang="en-US" dirty="0"/>
              <a:t>Here Goes the Subtitle of Your Section</a:t>
            </a:r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 lvl="0"/>
            <a:r>
              <a:rPr lang="en-US" noProof="0"/>
              <a:t>Date</a:t>
            </a:r>
            <a:endParaRPr lang="en-US" noProof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lvl="0"/>
            <a:r>
              <a:rPr lang="en-US" noProof="0"/>
              <a:t>Your Footer Here</a:t>
            </a:r>
            <a:endParaRPr lang="en-US" noProof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lvl="0"/>
            <a:fld id="{672B7600-67E3-4D97-B453-880E2742B982}" type="slidenum">
              <a:rPr lang="en-US" noProof="0" smtClean="0"/>
            </a:fld>
            <a:endParaRPr lang="en-US" noProof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 lvl="0"/>
            <a:r>
              <a:rPr lang="en-US" noProof="0"/>
              <a:t>Date</a:t>
            </a:r>
            <a:endParaRPr lang="en-US" noProof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lvl="0"/>
            <a:r>
              <a:rPr lang="en-US" noProof="0"/>
              <a:t>Your Footer Here</a:t>
            </a:r>
            <a:endParaRPr lang="en-US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lvl="0"/>
            <a:fld id="{672B7600-67E3-4D97-B453-880E2742B982}" type="slidenum">
              <a:rPr lang="en-US" noProof="0" smtClean="0"/>
            </a:fld>
            <a:endParaRPr lang="en-US" noProof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802167"/>
            <a:ext cx="4306677" cy="2368561"/>
          </a:xfrm>
        </p:spPr>
        <p:txBody>
          <a:bodyPr>
            <a:normAutofit/>
          </a:bodyPr>
          <a:lstStyle/>
          <a:p>
            <a:r>
              <a:rPr lang="en-US" dirty="0"/>
              <a:t>Title of Your Section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838200" y="3336525"/>
            <a:ext cx="3450771" cy="1374769"/>
          </a:xfrm>
        </p:spPr>
        <p:txBody>
          <a:bodyPr/>
          <a:lstStyle/>
          <a:p>
            <a:r>
              <a:rPr lang="en-US" dirty="0"/>
              <a:t>Here Goes the Subtitle of Your Section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887375"/>
            <a:ext cx="4709374" cy="1869365"/>
          </a:xfrm>
        </p:spPr>
        <p:txBody>
          <a:bodyPr/>
          <a:lstStyle/>
          <a:p>
            <a:r>
              <a:rPr lang="en-US" dirty="0"/>
              <a:t>Thank You!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652" y="4865332"/>
            <a:ext cx="4721948" cy="788054"/>
          </a:xfrm>
        </p:spPr>
        <p:txBody>
          <a:bodyPr>
            <a:noAutofit/>
          </a:bodyPr>
          <a:lstStyle/>
          <a:p>
            <a:r>
              <a:rPr lang="en-US" noProof="1"/>
              <a:t>Lorem ipsum dolor sit amet, tollit epicuri est ex, exerci accumsan singulis ei mel.</a:t>
            </a:r>
            <a:endParaRPr lang="en-US" noProof="1"/>
          </a:p>
        </p:txBody>
      </p:sp>
      <p:sp>
        <p:nvSpPr>
          <p:cNvPr id="18" name="Espace réservé pour une image  17"/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8" name="Text Placeholder 7"/>
          <p:cNvSpPr>
            <a:spLocks noGrp="1"/>
          </p:cNvSpPr>
          <p:nvPr>
            <p:ph type="body" sz="quarter" idx="14"/>
          </p:nvPr>
        </p:nvSpPr>
        <p:spPr>
          <a:xfrm>
            <a:off x="8153400" y="5032026"/>
            <a:ext cx="1701800" cy="228600"/>
          </a:xfrm>
        </p:spPr>
        <p:txBody>
          <a:bodyPr/>
          <a:lstStyle/>
          <a:p>
            <a:r>
              <a:rPr lang="en-US" dirty="0"/>
              <a:t>First / Last Name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5"/>
          </p:nvPr>
        </p:nvSpPr>
        <p:spPr>
          <a:xfrm>
            <a:off x="8153400" y="5259359"/>
            <a:ext cx="1701800" cy="228600"/>
          </a:xfrm>
        </p:spPr>
        <p:txBody>
          <a:bodyPr/>
          <a:lstStyle/>
          <a:p>
            <a:r>
              <a:rPr lang="en-US" dirty="0"/>
              <a:t>(123) 456-7890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8153400" y="5486692"/>
            <a:ext cx="1701800" cy="228600"/>
          </a:xfrm>
        </p:spPr>
        <p:txBody>
          <a:bodyPr/>
          <a:lstStyle/>
          <a:p>
            <a:r>
              <a:rPr lang="en-US" dirty="0"/>
              <a:t>Your Company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 lvl="0"/>
            <a:r>
              <a:rPr lang="en-US" noProof="0"/>
              <a:t>Date</a:t>
            </a:r>
            <a:endParaRPr lang="en-US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lvl="0"/>
            <a:r>
              <a:rPr lang="en-US" noProof="0"/>
              <a:t>Your Footer Here</a:t>
            </a:r>
            <a:endParaRPr lang="en-US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lvl="0"/>
            <a:fld id="{672B7600-67E3-4D97-B453-880E2742B982}" type="slidenum">
              <a:rPr lang="en-US" noProof="0" smtClean="0"/>
            </a:fld>
            <a:endParaRPr lang="en-US" noProof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1213</Words>
  <Application>WPS Presentation</Application>
  <PresentationFormat>Widescreen</PresentationFormat>
  <Paragraphs>64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5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Calibri</vt:lpstr>
      <vt:lpstr>Office Theme</vt:lpstr>
      <vt:lpstr>Title of Your Presentation</vt:lpstr>
      <vt:lpstr>Title of Your Slide</vt:lpstr>
      <vt:lpstr>Title of Your Slide</vt:lpstr>
      <vt:lpstr>Title of Your Section</vt:lpstr>
      <vt:lpstr>Title of Your Section</vt:lpstr>
      <vt:lpstr>Thank You!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Admin</dc:creator>
  <cp:lastModifiedBy>Admin</cp:lastModifiedBy>
  <cp:revision>3</cp:revision>
  <dcterms:created xsi:type="dcterms:W3CDTF">2025-07-23T00:59:00Z</dcterms:created>
  <dcterms:modified xsi:type="dcterms:W3CDTF">2026-05-08T08:31:53Z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8E1F33664925439BA45E340019E98F0E_11</vt:lpwstr>
  </property>
  <property fmtid="{D5CDD505-2E9C-101B-9397-08002B2CF9AE}" pid="3" name="KSOProductBuildVer">
    <vt:lpwstr>1033-12.1.0.25862</vt:lpwstr>
  </property>
</Properties>
</file>