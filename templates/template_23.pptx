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342" r:id="rId3"/>
    <p:sldId id="345" r:id="rId5"/>
    <p:sldId id="346" r:id="rId6"/>
    <p:sldId id="343" r:id="rId7"/>
    <p:sldId id="344" r:id="rId8"/>
    <p:sldId id="347" r:id="rId9"/>
    <p:sldId id="348" r:id="rId10"/>
    <p:sldId id="30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77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624" autoAdjust="0"/>
    <p:restoredTop sz="93587" autoAdjust="0"/>
  </p:normalViewPr>
  <p:slideViewPr>
    <p:cSldViewPr snapToGrid="0">
      <p:cViewPr varScale="1">
        <p:scale>
          <a:sx n="146" d="100"/>
          <a:sy n="146" d="100"/>
        </p:scale>
        <p:origin x="750"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F5E78B-FE7C-474B-AC91-ABC1B62969E2}"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50B4EB-D9F6-4F2F-973A-15D71B3F505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8D2766-C49B-4C1A-9FEE-6F146754B02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10" name="Rectangle"/>
          <p:cNvSpPr/>
          <p:nvPr userDrawn="1"/>
        </p:nvSpPr>
        <p:spPr>
          <a:xfrm>
            <a:off x="0" y="0"/>
            <a:ext cx="8171180" cy="3980179"/>
          </a:xfrm>
          <a:prstGeom prst="rect">
            <a:avLst/>
          </a:prstGeom>
          <a:solidFill>
            <a:schemeClr val="accent1">
              <a:lumMod val="60000"/>
              <a:lumOff val="40000"/>
            </a:schemeClr>
          </a:solidFill>
          <a:ln w="12700">
            <a:miter lim="400000"/>
          </a:ln>
        </p:spPr>
        <p:txBody>
          <a:bodyPr lIns="38100" tIns="38100" rIns="38100" bIns="38100" anchor="ctr"/>
          <a:lstStyle/>
          <a:p>
            <a:pPr>
              <a:defRPr sz="3000">
                <a:solidFill>
                  <a:srgbClr val="FFFFFF"/>
                </a:solidFill>
              </a:defRPr>
            </a:pPr>
            <a:endParaRPr>
              <a:solidFill>
                <a:schemeClr val="bg1">
                  <a:lumMod val="95000"/>
                </a:schemeClr>
              </a:solidFill>
            </a:endParaRPr>
          </a:p>
        </p:txBody>
      </p:sp>
      <p:sp>
        <p:nvSpPr>
          <p:cNvPr id="11" name="Shape"/>
          <p:cNvSpPr/>
          <p:nvPr userDrawn="1"/>
        </p:nvSpPr>
        <p:spPr>
          <a:xfrm>
            <a:off x="8171180" y="-1"/>
            <a:ext cx="4020820" cy="398018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0"/>
                </a:lnTo>
                <a:lnTo>
                  <a:pt x="0" y="21600"/>
                </a:lnTo>
                <a:lnTo>
                  <a:pt x="21600" y="21600"/>
                </a:lnTo>
                <a:lnTo>
                  <a:pt x="21600" y="21600"/>
                </a:lnTo>
                <a:cubicBezTo>
                  <a:pt x="21600" y="9670"/>
                  <a:pt x="11930" y="0"/>
                  <a:pt x="0" y="0"/>
                </a:cubicBezTo>
                <a:close/>
              </a:path>
            </a:pathLst>
          </a:custGeom>
          <a:solidFill>
            <a:schemeClr val="accent1"/>
          </a:solidFill>
          <a:ln w="12700">
            <a:miter lim="400000"/>
          </a:ln>
        </p:spPr>
        <p:txBody>
          <a:bodyPr lIns="38100" tIns="38100" rIns="38100" bIns="38100" anchor="ctr"/>
          <a:lstStyle/>
          <a:p>
            <a:pPr>
              <a:defRPr sz="3000">
                <a:solidFill>
                  <a:srgbClr val="FFFFFF"/>
                </a:solidFill>
              </a:defRPr>
            </a:pPr>
          </a:p>
        </p:txBody>
      </p:sp>
      <p:sp>
        <p:nvSpPr>
          <p:cNvPr id="12" name="Shape"/>
          <p:cNvSpPr/>
          <p:nvPr userDrawn="1"/>
        </p:nvSpPr>
        <p:spPr>
          <a:xfrm>
            <a:off x="5321299" y="3980178"/>
            <a:ext cx="2849881" cy="287782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21600"/>
                </a:lnTo>
                <a:lnTo>
                  <a:pt x="21600" y="0"/>
                </a:lnTo>
                <a:lnTo>
                  <a:pt x="0" y="0"/>
                </a:lnTo>
                <a:lnTo>
                  <a:pt x="0" y="0"/>
                </a:lnTo>
                <a:cubicBezTo>
                  <a:pt x="0" y="11926"/>
                  <a:pt x="9674" y="21600"/>
                  <a:pt x="21600" y="21600"/>
                </a:cubicBezTo>
                <a:close/>
              </a:path>
            </a:pathLst>
          </a:custGeom>
          <a:solidFill>
            <a:schemeClr val="tx2"/>
          </a:solidFill>
          <a:ln w="12700">
            <a:miter lim="400000"/>
          </a:ln>
        </p:spPr>
        <p:txBody>
          <a:bodyPr lIns="38100" tIns="38100" rIns="38100" bIns="38100" anchor="ctr"/>
          <a:lstStyle/>
          <a:p>
            <a:pPr>
              <a:defRPr sz="3000">
                <a:solidFill>
                  <a:srgbClr val="FFFFFF"/>
                </a:solidFill>
              </a:defRPr>
            </a:pPr>
          </a:p>
        </p:txBody>
      </p:sp>
      <p:sp>
        <p:nvSpPr>
          <p:cNvPr id="13" name="Shape"/>
          <p:cNvSpPr/>
          <p:nvPr userDrawn="1"/>
        </p:nvSpPr>
        <p:spPr>
          <a:xfrm>
            <a:off x="6502400" y="2311399"/>
            <a:ext cx="1668780" cy="166878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21600"/>
                </a:lnTo>
                <a:lnTo>
                  <a:pt x="21600" y="21600"/>
                </a:lnTo>
                <a:lnTo>
                  <a:pt x="21600" y="0"/>
                </a:lnTo>
                <a:lnTo>
                  <a:pt x="21600" y="0"/>
                </a:lnTo>
                <a:cubicBezTo>
                  <a:pt x="9666" y="0"/>
                  <a:pt x="0" y="9666"/>
                  <a:pt x="0" y="21600"/>
                </a:cubicBezTo>
                <a:close/>
              </a:path>
            </a:pathLst>
          </a:custGeom>
          <a:solidFill>
            <a:schemeClr val="accent2"/>
          </a:solidFill>
          <a:ln w="12700">
            <a:miter lim="400000"/>
          </a:ln>
        </p:spPr>
        <p:txBody>
          <a:bodyPr lIns="38100" tIns="38100" rIns="38100" bIns="38100" anchor="ctr"/>
          <a:lstStyle/>
          <a:p>
            <a:pPr>
              <a:defRPr sz="3000">
                <a:solidFill>
                  <a:srgbClr val="FFFFFF"/>
                </a:solidFill>
              </a:defRPr>
            </a:pPr>
          </a:p>
        </p:txBody>
      </p:sp>
      <p:sp>
        <p:nvSpPr>
          <p:cNvPr id="14" name="Shape"/>
          <p:cNvSpPr/>
          <p:nvPr userDrawn="1"/>
        </p:nvSpPr>
        <p:spPr>
          <a:xfrm>
            <a:off x="8171180" y="3980178"/>
            <a:ext cx="1668780" cy="166878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0"/>
                </a:lnTo>
                <a:lnTo>
                  <a:pt x="0" y="0"/>
                </a:lnTo>
                <a:lnTo>
                  <a:pt x="0" y="21600"/>
                </a:lnTo>
                <a:lnTo>
                  <a:pt x="0" y="21600"/>
                </a:lnTo>
                <a:cubicBezTo>
                  <a:pt x="11934" y="21600"/>
                  <a:pt x="21600" y="11934"/>
                  <a:pt x="21600" y="0"/>
                </a:cubicBezTo>
                <a:close/>
              </a:path>
            </a:pathLst>
          </a:custGeom>
          <a:solidFill>
            <a:schemeClr val="accent3"/>
          </a:solidFill>
          <a:ln w="12700">
            <a:miter lim="400000"/>
          </a:ln>
        </p:spPr>
        <p:txBody>
          <a:bodyPr lIns="38100" tIns="38100" rIns="38100" bIns="38100" anchor="ctr"/>
          <a:lstStyle/>
          <a:p>
            <a:pPr>
              <a:defRPr sz="3000">
                <a:solidFill>
                  <a:srgbClr val="FFFFFF"/>
                </a:solidFill>
              </a:defRPr>
            </a:pPr>
          </a:p>
        </p:txBody>
      </p:sp>
      <p:sp>
        <p:nvSpPr>
          <p:cNvPr id="18" name="Title 1"/>
          <p:cNvSpPr>
            <a:spLocks noGrp="1"/>
          </p:cNvSpPr>
          <p:nvPr>
            <p:ph type="ctrTitle"/>
          </p:nvPr>
        </p:nvSpPr>
        <p:spPr>
          <a:xfrm>
            <a:off x="690880" y="512122"/>
            <a:ext cx="7069797" cy="1820129"/>
          </a:xfrm>
        </p:spPr>
        <p:txBody>
          <a:bodyPr anchor="b"/>
          <a:lstStyle>
            <a:lvl1pPr algn="l">
              <a:defRPr sz="6000"/>
            </a:lvl1pPr>
          </a:lstStyle>
          <a:p>
            <a:r>
              <a:rPr lang="en-US" dirty="0"/>
              <a:t>Click to edit Master title style</a:t>
            </a:r>
            <a:endParaRPr lang="en-US" dirty="0"/>
          </a:p>
        </p:txBody>
      </p:sp>
      <p:sp>
        <p:nvSpPr>
          <p:cNvPr id="20" name="Subtitle 2"/>
          <p:cNvSpPr>
            <a:spLocks noGrp="1"/>
          </p:cNvSpPr>
          <p:nvPr>
            <p:ph type="subTitle" idx="1"/>
          </p:nvPr>
        </p:nvSpPr>
        <p:spPr>
          <a:xfrm>
            <a:off x="690880" y="2461205"/>
            <a:ext cx="5545797" cy="1211314"/>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21"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23"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24"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10" name="Rectangle"/>
          <p:cNvSpPr/>
          <p:nvPr userDrawn="1"/>
        </p:nvSpPr>
        <p:spPr>
          <a:xfrm>
            <a:off x="0" y="863288"/>
            <a:ext cx="10689591" cy="5994712"/>
          </a:xfrm>
          <a:prstGeom prst="rect">
            <a:avLst/>
          </a:prstGeom>
          <a:solidFill>
            <a:schemeClr val="accent1">
              <a:lumMod val="60000"/>
              <a:lumOff val="40000"/>
            </a:schemeClr>
          </a:solidFill>
          <a:ln w="12700">
            <a:miter lim="400000"/>
          </a:ln>
        </p:spPr>
        <p:txBody>
          <a:bodyPr lIns="38100" tIns="38100" rIns="38100" bIns="38100" anchor="ctr"/>
          <a:lstStyle/>
          <a:p>
            <a:pPr>
              <a:defRPr sz="3000">
                <a:solidFill>
                  <a:srgbClr val="FFFFFF"/>
                </a:solidFill>
              </a:defRPr>
            </a:pPr>
            <a:endParaRPr>
              <a:solidFill>
                <a:schemeClr val="bg1">
                  <a:lumMod val="95000"/>
                </a:schemeClr>
              </a:solidFill>
            </a:endParaRPr>
          </a:p>
        </p:txBody>
      </p:sp>
      <p:sp>
        <p:nvSpPr>
          <p:cNvPr id="11" name="Shape"/>
          <p:cNvSpPr/>
          <p:nvPr userDrawn="1"/>
        </p:nvSpPr>
        <p:spPr>
          <a:xfrm>
            <a:off x="10689591" y="0"/>
            <a:ext cx="1502409" cy="150083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0"/>
                </a:lnTo>
                <a:lnTo>
                  <a:pt x="0" y="21600"/>
                </a:lnTo>
                <a:lnTo>
                  <a:pt x="21600" y="21600"/>
                </a:lnTo>
                <a:lnTo>
                  <a:pt x="21600" y="21600"/>
                </a:lnTo>
                <a:cubicBezTo>
                  <a:pt x="21600" y="9675"/>
                  <a:pt x="11944" y="0"/>
                  <a:pt x="0" y="0"/>
                </a:cubicBezTo>
                <a:close/>
              </a:path>
            </a:pathLst>
          </a:custGeom>
          <a:solidFill>
            <a:schemeClr val="accent1"/>
          </a:solidFill>
          <a:ln w="12700">
            <a:miter lim="400000"/>
          </a:ln>
        </p:spPr>
        <p:txBody>
          <a:bodyPr lIns="38100" tIns="38100" rIns="38100" bIns="38100" anchor="ctr"/>
          <a:lstStyle/>
          <a:p>
            <a:pPr>
              <a:defRPr sz="3000">
                <a:solidFill>
                  <a:srgbClr val="FFFFFF"/>
                </a:solidFill>
              </a:defRPr>
            </a:pPr>
          </a:p>
        </p:txBody>
      </p:sp>
      <p:sp>
        <p:nvSpPr>
          <p:cNvPr id="13" name="Shape"/>
          <p:cNvSpPr/>
          <p:nvPr userDrawn="1"/>
        </p:nvSpPr>
        <p:spPr>
          <a:xfrm>
            <a:off x="9855201" y="0"/>
            <a:ext cx="834390" cy="863288"/>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21600"/>
                </a:lnTo>
                <a:lnTo>
                  <a:pt x="21600" y="0"/>
                </a:lnTo>
                <a:lnTo>
                  <a:pt x="0" y="0"/>
                </a:lnTo>
                <a:lnTo>
                  <a:pt x="0" y="0"/>
                </a:lnTo>
                <a:cubicBezTo>
                  <a:pt x="0" y="11934"/>
                  <a:pt x="9666" y="21600"/>
                  <a:pt x="21600" y="21600"/>
                </a:cubicBezTo>
                <a:close/>
              </a:path>
            </a:pathLst>
          </a:custGeom>
          <a:solidFill>
            <a:schemeClr val="accent2"/>
          </a:solidFill>
          <a:ln w="12700">
            <a:miter lim="400000"/>
          </a:ln>
        </p:spPr>
        <p:txBody>
          <a:bodyPr lIns="38100" tIns="38100" rIns="38100" bIns="38100" anchor="ctr"/>
          <a:lstStyle/>
          <a:p>
            <a:pPr>
              <a:defRPr sz="3000">
                <a:solidFill>
                  <a:srgbClr val="FFFFFF"/>
                </a:solidFill>
              </a:defRPr>
            </a:pPr>
          </a:p>
        </p:txBody>
      </p:sp>
      <p:sp>
        <p:nvSpPr>
          <p:cNvPr id="14" name="Shape"/>
          <p:cNvSpPr/>
          <p:nvPr userDrawn="1"/>
        </p:nvSpPr>
        <p:spPr>
          <a:xfrm>
            <a:off x="0" y="6023606"/>
            <a:ext cx="834390" cy="83439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0"/>
                </a:lnTo>
                <a:lnTo>
                  <a:pt x="0" y="21600"/>
                </a:lnTo>
                <a:lnTo>
                  <a:pt x="21600" y="21600"/>
                </a:lnTo>
                <a:lnTo>
                  <a:pt x="21600" y="21600"/>
                </a:lnTo>
                <a:cubicBezTo>
                  <a:pt x="21600" y="9666"/>
                  <a:pt x="11934" y="0"/>
                  <a:pt x="0" y="0"/>
                </a:cubicBezTo>
                <a:close/>
              </a:path>
            </a:pathLst>
          </a:custGeom>
          <a:solidFill>
            <a:schemeClr val="accent3"/>
          </a:solidFill>
          <a:ln w="12700">
            <a:miter lim="400000"/>
          </a:ln>
        </p:spPr>
        <p:txBody>
          <a:bodyPr lIns="38100" tIns="38100" rIns="38100" bIns="38100" anchor="ctr"/>
          <a:lstStyle/>
          <a:p>
            <a:pPr>
              <a:defRPr sz="3000">
                <a:solidFill>
                  <a:srgbClr val="FFFFFF"/>
                </a:solidFill>
              </a:defRPr>
            </a:pPr>
          </a:p>
        </p:txBody>
      </p:sp>
      <p:sp>
        <p:nvSpPr>
          <p:cNvPr id="12" name="Title 1"/>
          <p:cNvSpPr>
            <a:spLocks noGrp="1"/>
          </p:cNvSpPr>
          <p:nvPr>
            <p:ph type="title"/>
          </p:nvPr>
        </p:nvSpPr>
        <p:spPr>
          <a:xfrm>
            <a:off x="838200" y="1051567"/>
            <a:ext cx="9665677" cy="872181"/>
          </a:xfrm>
        </p:spPr>
        <p:txBody>
          <a:bodyPr/>
          <a:lstStyle/>
          <a:p>
            <a:r>
              <a:rPr lang="en-US" dirty="0"/>
              <a:t>Click to edit Master title style</a:t>
            </a:r>
            <a:endParaRPr lang="en-US" dirty="0"/>
          </a:p>
        </p:txBody>
      </p:sp>
      <p:sp>
        <p:nvSpPr>
          <p:cNvPr id="18" name="Content Placeholder 2"/>
          <p:cNvSpPr>
            <a:spLocks noGrp="1"/>
          </p:cNvSpPr>
          <p:nvPr>
            <p:ph idx="1"/>
          </p:nvPr>
        </p:nvSpPr>
        <p:spPr>
          <a:xfrm>
            <a:off x="838200" y="2038049"/>
            <a:ext cx="9665677" cy="4138913"/>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9"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20"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21"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10" name="Rectangle"/>
          <p:cNvSpPr/>
          <p:nvPr userDrawn="1"/>
        </p:nvSpPr>
        <p:spPr>
          <a:xfrm>
            <a:off x="1507488" y="1"/>
            <a:ext cx="10680068" cy="5373372"/>
          </a:xfrm>
          <a:prstGeom prst="rect">
            <a:avLst/>
          </a:prstGeom>
          <a:solidFill>
            <a:schemeClr val="accent1">
              <a:lumMod val="60000"/>
              <a:lumOff val="40000"/>
            </a:schemeClr>
          </a:solidFill>
          <a:ln w="12700">
            <a:miter lim="400000"/>
          </a:ln>
        </p:spPr>
        <p:txBody>
          <a:bodyPr lIns="38100" tIns="38100" rIns="38100" bIns="38100" anchor="ctr"/>
          <a:lstStyle/>
          <a:p>
            <a:pPr>
              <a:defRPr sz="3000">
                <a:solidFill>
                  <a:srgbClr val="FFFFFF"/>
                </a:solidFill>
              </a:defRPr>
            </a:pPr>
            <a:endParaRPr>
              <a:solidFill>
                <a:schemeClr val="bg1">
                  <a:lumMod val="95000"/>
                </a:schemeClr>
              </a:solidFill>
            </a:endParaRPr>
          </a:p>
        </p:txBody>
      </p:sp>
      <p:sp>
        <p:nvSpPr>
          <p:cNvPr id="11" name="Shape"/>
          <p:cNvSpPr/>
          <p:nvPr userDrawn="1"/>
        </p:nvSpPr>
        <p:spPr>
          <a:xfrm>
            <a:off x="10524488" y="0"/>
            <a:ext cx="1667512" cy="166750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21600"/>
                </a:lnTo>
                <a:lnTo>
                  <a:pt x="21600" y="0"/>
                </a:lnTo>
                <a:lnTo>
                  <a:pt x="0" y="0"/>
                </a:lnTo>
                <a:lnTo>
                  <a:pt x="0" y="0"/>
                </a:lnTo>
                <a:cubicBezTo>
                  <a:pt x="0" y="11927"/>
                  <a:pt x="9673" y="21600"/>
                  <a:pt x="21600" y="21600"/>
                </a:cubicBezTo>
                <a:close/>
              </a:path>
            </a:pathLst>
          </a:custGeom>
          <a:solidFill>
            <a:schemeClr val="accent2"/>
          </a:solidFill>
          <a:ln w="12700">
            <a:miter lim="400000"/>
          </a:ln>
        </p:spPr>
        <p:txBody>
          <a:bodyPr lIns="38100" tIns="38100" rIns="38100" bIns="38100" anchor="ctr"/>
          <a:lstStyle/>
          <a:p>
            <a:pPr>
              <a:defRPr sz="3000">
                <a:solidFill>
                  <a:srgbClr val="FFFFFF"/>
                </a:solidFill>
              </a:defRPr>
            </a:pPr>
          </a:p>
        </p:txBody>
      </p:sp>
      <p:sp>
        <p:nvSpPr>
          <p:cNvPr id="13" name="Shape"/>
          <p:cNvSpPr/>
          <p:nvPr userDrawn="1"/>
        </p:nvSpPr>
        <p:spPr>
          <a:xfrm>
            <a:off x="0" y="5359400"/>
            <a:ext cx="1510028" cy="149860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21600"/>
                </a:lnTo>
                <a:lnTo>
                  <a:pt x="21600" y="0"/>
                </a:lnTo>
                <a:lnTo>
                  <a:pt x="0" y="0"/>
                </a:lnTo>
                <a:lnTo>
                  <a:pt x="0" y="0"/>
                </a:lnTo>
                <a:cubicBezTo>
                  <a:pt x="0" y="11925"/>
                  <a:pt x="9675" y="21600"/>
                  <a:pt x="21600" y="21600"/>
                </a:cubicBezTo>
                <a:close/>
              </a:path>
            </a:pathLst>
          </a:custGeom>
          <a:solidFill>
            <a:schemeClr val="accent1"/>
          </a:solidFill>
          <a:ln w="12700">
            <a:miter lim="400000"/>
          </a:ln>
        </p:spPr>
        <p:txBody>
          <a:bodyPr lIns="38100" tIns="38100" rIns="38100" bIns="38100" anchor="ctr"/>
          <a:lstStyle/>
          <a:p>
            <a:pPr>
              <a:defRPr sz="3000">
                <a:solidFill>
                  <a:srgbClr val="FFFFFF"/>
                </a:solidFill>
              </a:defRPr>
            </a:pPr>
          </a:p>
        </p:txBody>
      </p:sp>
      <p:sp>
        <p:nvSpPr>
          <p:cNvPr id="14" name="Shape"/>
          <p:cNvSpPr/>
          <p:nvPr userDrawn="1"/>
        </p:nvSpPr>
        <p:spPr>
          <a:xfrm>
            <a:off x="1510028" y="5981700"/>
            <a:ext cx="828845" cy="8763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0"/>
                </a:lnTo>
                <a:lnTo>
                  <a:pt x="0" y="21600"/>
                </a:lnTo>
                <a:lnTo>
                  <a:pt x="21600" y="21600"/>
                </a:lnTo>
                <a:lnTo>
                  <a:pt x="21600" y="21600"/>
                </a:lnTo>
                <a:cubicBezTo>
                  <a:pt x="21600" y="9666"/>
                  <a:pt x="11934" y="0"/>
                  <a:pt x="0" y="0"/>
                </a:cubicBezTo>
                <a:close/>
              </a:path>
            </a:pathLst>
          </a:custGeom>
          <a:solidFill>
            <a:schemeClr val="accent3"/>
          </a:solidFill>
          <a:ln w="12700">
            <a:miter lim="400000"/>
          </a:ln>
        </p:spPr>
        <p:txBody>
          <a:bodyPr lIns="38100" tIns="38100" rIns="38100" bIns="38100" anchor="ctr"/>
          <a:lstStyle/>
          <a:p>
            <a:pPr>
              <a:defRPr sz="3000">
                <a:solidFill>
                  <a:srgbClr val="FFFFFF"/>
                </a:solidFill>
              </a:defRPr>
            </a:pPr>
          </a:p>
        </p:txBody>
      </p:sp>
      <p:sp>
        <p:nvSpPr>
          <p:cNvPr id="15" name="Shape"/>
          <p:cNvSpPr/>
          <p:nvPr userDrawn="1"/>
        </p:nvSpPr>
        <p:spPr>
          <a:xfrm>
            <a:off x="0" y="4528458"/>
            <a:ext cx="881379" cy="83094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0"/>
                </a:lnTo>
                <a:lnTo>
                  <a:pt x="0" y="21600"/>
                </a:lnTo>
                <a:lnTo>
                  <a:pt x="21600" y="21600"/>
                </a:lnTo>
                <a:lnTo>
                  <a:pt x="21600" y="21600"/>
                </a:lnTo>
                <a:cubicBezTo>
                  <a:pt x="21600" y="9666"/>
                  <a:pt x="11934" y="0"/>
                  <a:pt x="0" y="0"/>
                </a:cubicBezTo>
                <a:close/>
              </a:path>
            </a:pathLst>
          </a:custGeom>
          <a:solidFill>
            <a:schemeClr val="tx2"/>
          </a:solidFill>
          <a:ln w="12700">
            <a:miter lim="400000"/>
          </a:ln>
        </p:spPr>
        <p:txBody>
          <a:bodyPr lIns="38100" tIns="38100" rIns="38100" bIns="38100" anchor="ctr"/>
          <a:lstStyle/>
          <a:p>
            <a:pPr>
              <a:defRPr sz="3000">
                <a:solidFill>
                  <a:srgbClr val="FFFFFF"/>
                </a:solidFill>
              </a:defRPr>
            </a:pPr>
          </a:p>
        </p:txBody>
      </p:sp>
      <p:sp>
        <p:nvSpPr>
          <p:cNvPr id="12" name="Title 1"/>
          <p:cNvSpPr>
            <a:spLocks noGrp="1"/>
          </p:cNvSpPr>
          <p:nvPr>
            <p:ph type="title"/>
          </p:nvPr>
        </p:nvSpPr>
        <p:spPr>
          <a:xfrm>
            <a:off x="1664677" y="365125"/>
            <a:ext cx="8855368" cy="1325563"/>
          </a:xfrm>
        </p:spPr>
        <p:txBody>
          <a:bodyPr/>
          <a:lstStyle/>
          <a:p>
            <a:r>
              <a:rPr lang="en-US" dirty="0"/>
              <a:t>Click to edit Master title style</a:t>
            </a:r>
            <a:endParaRPr lang="en-US" dirty="0"/>
          </a:p>
        </p:txBody>
      </p:sp>
      <p:sp>
        <p:nvSpPr>
          <p:cNvPr id="18" name="Content Placeholder 2"/>
          <p:cNvSpPr>
            <a:spLocks noGrp="1"/>
          </p:cNvSpPr>
          <p:nvPr>
            <p:ph idx="1"/>
          </p:nvPr>
        </p:nvSpPr>
        <p:spPr>
          <a:xfrm>
            <a:off x="1664676" y="1825625"/>
            <a:ext cx="9689123" cy="3391144"/>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9"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20"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21"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1">
    <p:spTree>
      <p:nvGrpSpPr>
        <p:cNvPr id="1" name=""/>
        <p:cNvGrpSpPr/>
        <p:nvPr/>
      </p:nvGrpSpPr>
      <p:grpSpPr>
        <a:xfrm>
          <a:off x="0" y="0"/>
          <a:ext cx="0" cy="0"/>
          <a:chOff x="0" y="0"/>
          <a:chExt cx="0" cy="0"/>
        </a:xfrm>
      </p:grpSpPr>
      <p:sp>
        <p:nvSpPr>
          <p:cNvPr id="15" name="Rectangle"/>
          <p:cNvSpPr/>
          <p:nvPr userDrawn="1"/>
        </p:nvSpPr>
        <p:spPr>
          <a:xfrm>
            <a:off x="4587240" y="1689101"/>
            <a:ext cx="7604759" cy="5168899"/>
          </a:xfrm>
          <a:prstGeom prst="rect">
            <a:avLst/>
          </a:prstGeom>
          <a:solidFill>
            <a:schemeClr val="accent1">
              <a:lumMod val="60000"/>
              <a:lumOff val="40000"/>
            </a:schemeClr>
          </a:solidFill>
          <a:ln w="12700">
            <a:miter lim="400000"/>
          </a:ln>
        </p:spPr>
        <p:txBody>
          <a:bodyPr lIns="38100" tIns="38100" rIns="38100" bIns="38100" anchor="ctr"/>
          <a:lstStyle/>
          <a:p>
            <a:pPr>
              <a:defRPr sz="3000">
                <a:solidFill>
                  <a:srgbClr val="FFFFFF"/>
                </a:solidFill>
              </a:defRPr>
            </a:pPr>
            <a:endParaRPr>
              <a:solidFill>
                <a:schemeClr val="bg1">
                  <a:lumMod val="95000"/>
                </a:schemeClr>
              </a:solidFill>
            </a:endParaRPr>
          </a:p>
        </p:txBody>
      </p:sp>
      <p:sp>
        <p:nvSpPr>
          <p:cNvPr id="16" name="Shape"/>
          <p:cNvSpPr/>
          <p:nvPr userDrawn="1"/>
        </p:nvSpPr>
        <p:spPr>
          <a:xfrm>
            <a:off x="9622789" y="0"/>
            <a:ext cx="2569211" cy="256920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21600"/>
                </a:lnTo>
                <a:lnTo>
                  <a:pt x="21600" y="0"/>
                </a:lnTo>
                <a:lnTo>
                  <a:pt x="0" y="0"/>
                </a:lnTo>
                <a:lnTo>
                  <a:pt x="0" y="0"/>
                </a:lnTo>
                <a:cubicBezTo>
                  <a:pt x="0" y="11937"/>
                  <a:pt x="9663" y="21600"/>
                  <a:pt x="21600" y="21600"/>
                </a:cubicBezTo>
                <a:close/>
              </a:path>
            </a:pathLst>
          </a:custGeom>
          <a:solidFill>
            <a:schemeClr val="accent3"/>
          </a:solidFill>
          <a:ln w="12700">
            <a:miter lim="400000"/>
          </a:ln>
        </p:spPr>
        <p:txBody>
          <a:bodyPr lIns="38100" tIns="38100" rIns="38100" bIns="38100" anchor="ctr"/>
          <a:lstStyle/>
          <a:p>
            <a:pPr>
              <a:defRPr sz="3000">
                <a:solidFill>
                  <a:srgbClr val="FFFFFF"/>
                </a:solidFill>
              </a:defRPr>
            </a:pPr>
          </a:p>
        </p:txBody>
      </p:sp>
      <p:sp>
        <p:nvSpPr>
          <p:cNvPr id="17" name="Shape"/>
          <p:cNvSpPr/>
          <p:nvPr userDrawn="1"/>
        </p:nvSpPr>
        <p:spPr>
          <a:xfrm>
            <a:off x="0" y="2844800"/>
            <a:ext cx="4014468" cy="40132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0"/>
                </a:lnTo>
                <a:lnTo>
                  <a:pt x="0" y="21600"/>
                </a:lnTo>
                <a:lnTo>
                  <a:pt x="21600" y="21600"/>
                </a:lnTo>
                <a:lnTo>
                  <a:pt x="21600" y="21600"/>
                </a:lnTo>
                <a:cubicBezTo>
                  <a:pt x="21593" y="9670"/>
                  <a:pt x="11923" y="0"/>
                  <a:pt x="0" y="0"/>
                </a:cubicBezTo>
                <a:close/>
              </a:path>
            </a:pathLst>
          </a:custGeom>
          <a:solidFill>
            <a:schemeClr val="accent1"/>
          </a:solidFill>
          <a:ln w="12700">
            <a:miter lim="400000"/>
          </a:ln>
        </p:spPr>
        <p:txBody>
          <a:bodyPr lIns="38100" tIns="38100" rIns="38100" bIns="38100" anchor="ctr"/>
          <a:lstStyle/>
          <a:p>
            <a:pPr>
              <a:defRPr sz="3000">
                <a:solidFill>
                  <a:srgbClr val="FFFFFF"/>
                </a:solidFill>
              </a:defRPr>
            </a:pPr>
          </a:p>
        </p:txBody>
      </p:sp>
      <p:sp>
        <p:nvSpPr>
          <p:cNvPr id="18" name="Shape"/>
          <p:cNvSpPr/>
          <p:nvPr userDrawn="1"/>
        </p:nvSpPr>
        <p:spPr>
          <a:xfrm>
            <a:off x="1685288" y="1689101"/>
            <a:ext cx="2901951" cy="290195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21600"/>
                </a:lnTo>
                <a:lnTo>
                  <a:pt x="21600" y="0"/>
                </a:lnTo>
                <a:lnTo>
                  <a:pt x="0" y="0"/>
                </a:lnTo>
                <a:lnTo>
                  <a:pt x="0" y="0"/>
                </a:lnTo>
                <a:cubicBezTo>
                  <a:pt x="0" y="11930"/>
                  <a:pt x="9670" y="21600"/>
                  <a:pt x="21600" y="21600"/>
                </a:cubicBezTo>
                <a:close/>
              </a:path>
            </a:pathLst>
          </a:custGeom>
          <a:solidFill>
            <a:schemeClr val="tx2"/>
          </a:solidFill>
          <a:ln w="12700">
            <a:miter lim="400000"/>
          </a:ln>
        </p:spPr>
        <p:txBody>
          <a:bodyPr lIns="38100" tIns="38100" rIns="38100" bIns="38100" anchor="ctr"/>
          <a:lstStyle/>
          <a:p>
            <a:pPr>
              <a:defRPr sz="3000">
                <a:solidFill>
                  <a:srgbClr val="FFFFFF"/>
                </a:solidFill>
              </a:defRPr>
            </a:pPr>
          </a:p>
        </p:txBody>
      </p:sp>
      <p:sp>
        <p:nvSpPr>
          <p:cNvPr id="19" name="Shape"/>
          <p:cNvSpPr/>
          <p:nvPr userDrawn="1"/>
        </p:nvSpPr>
        <p:spPr>
          <a:xfrm>
            <a:off x="2891789" y="1"/>
            <a:ext cx="1695451" cy="16891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21600"/>
                </a:lnTo>
                <a:lnTo>
                  <a:pt x="21600" y="21600"/>
                </a:lnTo>
                <a:lnTo>
                  <a:pt x="21600" y="0"/>
                </a:lnTo>
                <a:lnTo>
                  <a:pt x="21600" y="0"/>
                </a:lnTo>
                <a:cubicBezTo>
                  <a:pt x="9670" y="0"/>
                  <a:pt x="0" y="9670"/>
                  <a:pt x="0" y="21600"/>
                </a:cubicBezTo>
                <a:close/>
              </a:path>
            </a:pathLst>
          </a:custGeom>
          <a:solidFill>
            <a:schemeClr val="accent2"/>
          </a:solidFill>
          <a:ln w="12700">
            <a:miter lim="400000"/>
          </a:ln>
        </p:spPr>
        <p:txBody>
          <a:bodyPr lIns="38100" tIns="38100" rIns="38100" bIns="38100" anchor="ctr"/>
          <a:lstStyle/>
          <a:p>
            <a:pPr>
              <a:defRPr sz="3000">
                <a:solidFill>
                  <a:srgbClr val="FFFFFF"/>
                </a:solidFill>
              </a:defRPr>
            </a:pPr>
          </a:p>
        </p:txBody>
      </p:sp>
      <p:sp>
        <p:nvSpPr>
          <p:cNvPr id="8" name="Title 1"/>
          <p:cNvSpPr>
            <a:spLocks noGrp="1"/>
          </p:cNvSpPr>
          <p:nvPr>
            <p:ph type="title"/>
          </p:nvPr>
        </p:nvSpPr>
        <p:spPr>
          <a:xfrm>
            <a:off x="4771292" y="2461846"/>
            <a:ext cx="6576158" cy="2100629"/>
          </a:xfrm>
        </p:spPr>
        <p:txBody>
          <a:bodyPr anchor="b"/>
          <a:lstStyle>
            <a:lvl1pPr>
              <a:defRPr sz="6000"/>
            </a:lvl1pPr>
          </a:lstStyle>
          <a:p>
            <a:r>
              <a:rPr lang="en-US" dirty="0"/>
              <a:t>Click to edit Master title style</a:t>
            </a:r>
            <a:endParaRPr lang="en-US" dirty="0"/>
          </a:p>
        </p:txBody>
      </p:sp>
      <p:sp>
        <p:nvSpPr>
          <p:cNvPr id="9" name="Text Placeholder 2"/>
          <p:cNvSpPr>
            <a:spLocks noGrp="1"/>
          </p:cNvSpPr>
          <p:nvPr>
            <p:ph type="body" idx="1"/>
          </p:nvPr>
        </p:nvSpPr>
        <p:spPr>
          <a:xfrm>
            <a:off x="4771292" y="4589463"/>
            <a:ext cx="6576158"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
        <p:nvSpPr>
          <p:cNvPr id="10"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11"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12"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sp>
        <p:nvSpPr>
          <p:cNvPr id="15" name="Shape"/>
          <p:cNvSpPr/>
          <p:nvPr userDrawn="1"/>
        </p:nvSpPr>
        <p:spPr>
          <a:xfrm>
            <a:off x="5295899" y="-1271"/>
            <a:ext cx="2496823" cy="253619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0"/>
                </a:lnTo>
                <a:lnTo>
                  <a:pt x="0" y="0"/>
                </a:lnTo>
                <a:lnTo>
                  <a:pt x="0" y="21600"/>
                </a:lnTo>
                <a:lnTo>
                  <a:pt x="0" y="21600"/>
                </a:lnTo>
                <a:cubicBezTo>
                  <a:pt x="11932" y="21600"/>
                  <a:pt x="21600" y="11932"/>
                  <a:pt x="21600" y="0"/>
                </a:cubicBezTo>
                <a:close/>
              </a:path>
            </a:pathLst>
          </a:custGeom>
          <a:solidFill>
            <a:schemeClr val="accent2"/>
          </a:solidFill>
          <a:ln w="12700">
            <a:miter lim="400000"/>
          </a:ln>
        </p:spPr>
        <p:txBody>
          <a:bodyPr lIns="38100" tIns="38100" rIns="38100" bIns="38100" anchor="ctr"/>
          <a:lstStyle/>
          <a:p>
            <a:pPr>
              <a:defRPr sz="3000">
                <a:solidFill>
                  <a:srgbClr val="FFFFFF"/>
                </a:solidFill>
              </a:defRPr>
            </a:pPr>
          </a:p>
        </p:txBody>
      </p:sp>
      <p:sp>
        <p:nvSpPr>
          <p:cNvPr id="17" name="Shape"/>
          <p:cNvSpPr/>
          <p:nvPr userDrawn="1"/>
        </p:nvSpPr>
        <p:spPr>
          <a:xfrm>
            <a:off x="1244600" y="-1271"/>
            <a:ext cx="4490722" cy="448437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0"/>
                </a:lnTo>
                <a:lnTo>
                  <a:pt x="0" y="21600"/>
                </a:lnTo>
                <a:lnTo>
                  <a:pt x="21600" y="21600"/>
                </a:lnTo>
                <a:lnTo>
                  <a:pt x="21600" y="21600"/>
                </a:lnTo>
                <a:cubicBezTo>
                  <a:pt x="21600" y="9670"/>
                  <a:pt x="11930" y="0"/>
                  <a:pt x="0" y="0"/>
                </a:cubicBezTo>
                <a:close/>
              </a:path>
            </a:pathLst>
          </a:custGeom>
          <a:solidFill>
            <a:schemeClr val="accent1"/>
          </a:solidFill>
          <a:ln w="12700">
            <a:miter lim="400000"/>
          </a:ln>
        </p:spPr>
        <p:txBody>
          <a:bodyPr lIns="38100" tIns="38100" rIns="38100" bIns="38100" anchor="ctr"/>
          <a:lstStyle/>
          <a:p>
            <a:pPr>
              <a:defRPr sz="3000">
                <a:solidFill>
                  <a:srgbClr val="FFFFFF"/>
                </a:solidFill>
              </a:defRPr>
            </a:pPr>
          </a:p>
        </p:txBody>
      </p:sp>
      <p:sp>
        <p:nvSpPr>
          <p:cNvPr id="18" name="Rectangle"/>
          <p:cNvSpPr/>
          <p:nvPr userDrawn="1"/>
        </p:nvSpPr>
        <p:spPr>
          <a:xfrm>
            <a:off x="1244600" y="4483100"/>
            <a:ext cx="10947400" cy="2374900"/>
          </a:xfrm>
          <a:prstGeom prst="rect">
            <a:avLst/>
          </a:prstGeom>
          <a:solidFill>
            <a:schemeClr val="accent1">
              <a:lumMod val="60000"/>
              <a:lumOff val="40000"/>
            </a:schemeClr>
          </a:solidFill>
          <a:ln w="12700">
            <a:miter lim="400000"/>
          </a:ln>
        </p:spPr>
        <p:txBody>
          <a:bodyPr lIns="38100" tIns="38100" rIns="38100" bIns="38100" anchor="ctr"/>
          <a:lstStyle/>
          <a:p>
            <a:pPr>
              <a:defRPr sz="3000">
                <a:solidFill>
                  <a:srgbClr val="FFFFFF"/>
                </a:solidFill>
              </a:defRPr>
            </a:pPr>
            <a:endParaRPr>
              <a:solidFill>
                <a:schemeClr val="bg1">
                  <a:lumMod val="95000"/>
                </a:schemeClr>
              </a:solidFill>
            </a:endParaRPr>
          </a:p>
        </p:txBody>
      </p:sp>
      <p:sp>
        <p:nvSpPr>
          <p:cNvPr id="19" name="Shape"/>
          <p:cNvSpPr/>
          <p:nvPr userDrawn="1"/>
        </p:nvSpPr>
        <p:spPr>
          <a:xfrm>
            <a:off x="5727699" y="2425699"/>
            <a:ext cx="2049780" cy="20574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21600"/>
                </a:lnTo>
                <a:lnTo>
                  <a:pt x="21600" y="21600"/>
                </a:lnTo>
                <a:lnTo>
                  <a:pt x="21600" y="0"/>
                </a:lnTo>
                <a:lnTo>
                  <a:pt x="21600" y="0"/>
                </a:lnTo>
                <a:cubicBezTo>
                  <a:pt x="9665" y="0"/>
                  <a:pt x="0" y="9665"/>
                  <a:pt x="0" y="21600"/>
                </a:cubicBezTo>
                <a:close/>
              </a:path>
            </a:pathLst>
          </a:custGeom>
          <a:solidFill>
            <a:schemeClr val="accent3"/>
          </a:solidFill>
          <a:ln w="12700">
            <a:miter lim="400000"/>
          </a:ln>
        </p:spPr>
        <p:txBody>
          <a:bodyPr lIns="38100" tIns="38100" rIns="38100" bIns="38100" anchor="ctr"/>
          <a:lstStyle/>
          <a:p>
            <a:pPr>
              <a:defRPr sz="3000">
                <a:solidFill>
                  <a:srgbClr val="FFFFFF"/>
                </a:solidFill>
              </a:defRPr>
            </a:pPr>
          </a:p>
        </p:txBody>
      </p:sp>
      <p:sp>
        <p:nvSpPr>
          <p:cNvPr id="8" name="Title 1"/>
          <p:cNvSpPr>
            <a:spLocks noGrp="1"/>
          </p:cNvSpPr>
          <p:nvPr>
            <p:ph type="title"/>
          </p:nvPr>
        </p:nvSpPr>
        <p:spPr>
          <a:xfrm>
            <a:off x="1465385" y="976812"/>
            <a:ext cx="3516924" cy="3354998"/>
          </a:xfrm>
        </p:spPr>
        <p:txBody>
          <a:bodyPr anchor="b"/>
          <a:lstStyle>
            <a:lvl1pPr>
              <a:defRPr sz="6000"/>
            </a:lvl1pPr>
          </a:lstStyle>
          <a:p>
            <a:r>
              <a:rPr lang="en-US" dirty="0"/>
              <a:t>Click to edit Master title style</a:t>
            </a:r>
            <a:endParaRPr lang="en-US" dirty="0"/>
          </a:p>
        </p:txBody>
      </p:sp>
      <p:sp>
        <p:nvSpPr>
          <p:cNvPr id="9" name="Text Placeholder 2"/>
          <p:cNvSpPr>
            <a:spLocks noGrp="1"/>
          </p:cNvSpPr>
          <p:nvPr>
            <p:ph type="body" idx="1"/>
          </p:nvPr>
        </p:nvSpPr>
        <p:spPr>
          <a:xfrm>
            <a:off x="1465384" y="4589463"/>
            <a:ext cx="9882065"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
        <p:nvSpPr>
          <p:cNvPr id="10"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11"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12"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
        <p:nvSpPr>
          <p:cNvPr id="16" name="Shape"/>
          <p:cNvSpPr/>
          <p:nvPr userDrawn="1"/>
        </p:nvSpPr>
        <p:spPr>
          <a:xfrm>
            <a:off x="0" y="4483100"/>
            <a:ext cx="1244600" cy="123697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21600"/>
                </a:lnTo>
                <a:lnTo>
                  <a:pt x="21600" y="0"/>
                </a:lnTo>
                <a:lnTo>
                  <a:pt x="0" y="0"/>
                </a:lnTo>
                <a:lnTo>
                  <a:pt x="0" y="0"/>
                </a:lnTo>
                <a:cubicBezTo>
                  <a:pt x="0" y="11931"/>
                  <a:pt x="9669" y="21600"/>
                  <a:pt x="21600" y="21600"/>
                </a:cubicBezTo>
                <a:close/>
              </a:path>
            </a:pathLst>
          </a:custGeom>
          <a:solidFill>
            <a:schemeClr val="tx2"/>
          </a:solidFill>
          <a:ln w="12700">
            <a:miter lim="400000"/>
          </a:ln>
        </p:spPr>
        <p:txBody>
          <a:bodyPr lIns="38100" tIns="38100" rIns="38100" bIns="38100" anchor="ctr"/>
          <a:lstStyle/>
          <a:p>
            <a:pPr>
              <a:defRPr sz="3000">
                <a:solidFill>
                  <a:srgbClr val="FFFFFF"/>
                </a:solidFill>
              </a:defRPr>
            </a:p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9" name="Picture Placeholder 18"/>
          <p:cNvSpPr>
            <a:spLocks noGrp="1"/>
          </p:cNvSpPr>
          <p:nvPr>
            <p:ph type="pic" sz="quarter" idx="17"/>
          </p:nvPr>
        </p:nvSpPr>
        <p:spPr>
          <a:xfrm>
            <a:off x="9622790" y="0"/>
            <a:ext cx="2569207" cy="2569210"/>
          </a:xfrm>
          <a:custGeom>
            <a:avLst/>
            <a:gdLst>
              <a:gd name="connsiteX0" fmla="*/ 2569209 w 2569209"/>
              <a:gd name="connsiteY0" fmla="*/ 0 h 2569209"/>
              <a:gd name="connsiteX1" fmla="*/ 2569209 w 2569209"/>
              <a:gd name="connsiteY1" fmla="*/ 2569209 h 2569209"/>
              <a:gd name="connsiteX2" fmla="*/ 0 w 2569209"/>
              <a:gd name="connsiteY2" fmla="*/ 2569209 h 2569209"/>
              <a:gd name="connsiteX3" fmla="*/ 2569209 w 2569209"/>
              <a:gd name="connsiteY3" fmla="*/ 0 h 2569209"/>
            </a:gdLst>
            <a:ahLst/>
            <a:cxnLst>
              <a:cxn ang="0">
                <a:pos x="connsiteX0" y="connsiteY0"/>
              </a:cxn>
              <a:cxn ang="0">
                <a:pos x="connsiteX1" y="connsiteY1"/>
              </a:cxn>
              <a:cxn ang="0">
                <a:pos x="connsiteX2" y="connsiteY2"/>
              </a:cxn>
              <a:cxn ang="0">
                <a:pos x="connsiteX3" y="connsiteY3"/>
              </a:cxn>
            </a:cxnLst>
            <a:rect l="l" t="t" r="r" b="b"/>
            <a:pathLst>
              <a:path w="2569209" h="2569209">
                <a:moveTo>
                  <a:pt x="2569209" y="0"/>
                </a:moveTo>
                <a:lnTo>
                  <a:pt x="2569209" y="2569209"/>
                </a:lnTo>
                <a:lnTo>
                  <a:pt x="0" y="2569209"/>
                </a:lnTo>
                <a:cubicBezTo>
                  <a:pt x="0" y="1150673"/>
                  <a:pt x="1150673" y="0"/>
                  <a:pt x="2569209" y="0"/>
                </a:cubicBezTo>
                <a:close/>
              </a:path>
            </a:pathLst>
          </a:custGeom>
          <a:solidFill>
            <a:schemeClr val="tx2"/>
          </a:solidFill>
        </p:spPr>
        <p:txBody>
          <a:bodyPr wrap="square" anchor="ctr">
            <a:noAutofit/>
          </a:bodyPr>
          <a:lstStyle>
            <a:lvl1pPr marL="0" indent="0" algn="ctr">
              <a:buNone/>
              <a:defRPr>
                <a:solidFill>
                  <a:schemeClr val="bg1">
                    <a:lumMod val="95000"/>
                  </a:schemeClr>
                </a:solidFill>
              </a:defRPr>
            </a:lvl1pPr>
          </a:lstStyle>
          <a:p>
            <a:endParaRPr lang="en-US"/>
          </a:p>
        </p:txBody>
      </p:sp>
      <p:sp>
        <p:nvSpPr>
          <p:cNvPr id="20" name="Rectangle"/>
          <p:cNvSpPr/>
          <p:nvPr userDrawn="1"/>
        </p:nvSpPr>
        <p:spPr>
          <a:xfrm>
            <a:off x="9622791" y="2565401"/>
            <a:ext cx="2569208" cy="4292599"/>
          </a:xfrm>
          <a:prstGeom prst="rect">
            <a:avLst/>
          </a:prstGeom>
          <a:solidFill>
            <a:schemeClr val="accent1">
              <a:lumMod val="60000"/>
              <a:lumOff val="40000"/>
            </a:schemeClr>
          </a:solidFill>
          <a:ln w="12700">
            <a:miter lim="400000"/>
          </a:ln>
        </p:spPr>
        <p:txBody>
          <a:bodyPr lIns="38100" tIns="38100" rIns="38100" bIns="38100" anchor="ctr"/>
          <a:lstStyle/>
          <a:p>
            <a:pPr>
              <a:defRPr sz="3000">
                <a:solidFill>
                  <a:srgbClr val="FFFFFF"/>
                </a:solidFill>
              </a:defRPr>
            </a:pPr>
            <a:endParaRPr>
              <a:solidFill>
                <a:schemeClr val="bg1">
                  <a:lumMod val="95000"/>
                </a:schemeClr>
              </a:solidFill>
            </a:endParaRPr>
          </a:p>
        </p:txBody>
      </p:sp>
      <p:sp>
        <p:nvSpPr>
          <p:cNvPr id="21" name="Shape"/>
          <p:cNvSpPr/>
          <p:nvPr userDrawn="1"/>
        </p:nvSpPr>
        <p:spPr>
          <a:xfrm>
            <a:off x="8555990" y="2565401"/>
            <a:ext cx="1066799" cy="1064258"/>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21600"/>
                </a:lnTo>
                <a:lnTo>
                  <a:pt x="21600" y="0"/>
                </a:lnTo>
                <a:lnTo>
                  <a:pt x="0" y="0"/>
                </a:lnTo>
                <a:lnTo>
                  <a:pt x="0" y="0"/>
                </a:lnTo>
                <a:cubicBezTo>
                  <a:pt x="0" y="11934"/>
                  <a:pt x="9666" y="21600"/>
                  <a:pt x="21600" y="21600"/>
                </a:cubicBezTo>
                <a:close/>
              </a:path>
            </a:pathLst>
          </a:custGeom>
          <a:solidFill>
            <a:schemeClr val="accent1"/>
          </a:solidFill>
          <a:ln w="12700">
            <a:miter lim="400000"/>
          </a:ln>
        </p:spPr>
        <p:txBody>
          <a:bodyPr lIns="38100" tIns="38100" rIns="38100" bIns="38100" anchor="ctr"/>
          <a:lstStyle/>
          <a:p>
            <a:pPr>
              <a:defRPr sz="3000">
                <a:solidFill>
                  <a:srgbClr val="FFFFFF"/>
                </a:solidFill>
              </a:defRPr>
            </a:pPr>
          </a:p>
        </p:txBody>
      </p:sp>
      <p:sp>
        <p:nvSpPr>
          <p:cNvPr id="8" name="Title 1"/>
          <p:cNvSpPr>
            <a:spLocks noGrp="1"/>
          </p:cNvSpPr>
          <p:nvPr>
            <p:ph type="title"/>
          </p:nvPr>
        </p:nvSpPr>
        <p:spPr>
          <a:xfrm>
            <a:off x="831850" y="2565401"/>
            <a:ext cx="7597042" cy="1997074"/>
          </a:xfrm>
        </p:spPr>
        <p:txBody>
          <a:bodyPr anchor="b"/>
          <a:lstStyle>
            <a:lvl1pPr>
              <a:defRPr sz="6000"/>
            </a:lvl1pPr>
          </a:lstStyle>
          <a:p>
            <a:r>
              <a:rPr lang="en-US"/>
              <a:t>Click to edit Master title style</a:t>
            </a:r>
            <a:endParaRPr lang="en-US"/>
          </a:p>
        </p:txBody>
      </p:sp>
      <p:sp>
        <p:nvSpPr>
          <p:cNvPr id="9" name="Text Placeholder 2"/>
          <p:cNvSpPr>
            <a:spLocks noGrp="1"/>
          </p:cNvSpPr>
          <p:nvPr>
            <p:ph type="body" idx="1"/>
          </p:nvPr>
        </p:nvSpPr>
        <p:spPr>
          <a:xfrm>
            <a:off x="2074985" y="5067300"/>
            <a:ext cx="7397262" cy="1022350"/>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
        <p:nvSpPr>
          <p:cNvPr id="11"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12"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
        <p:nvSpPr>
          <p:cNvPr id="16" name="Text Placeholder 17"/>
          <p:cNvSpPr>
            <a:spLocks noGrp="1"/>
          </p:cNvSpPr>
          <p:nvPr>
            <p:ph type="body" sz="quarter" idx="14" hasCustomPrompt="1"/>
          </p:nvPr>
        </p:nvSpPr>
        <p:spPr>
          <a:xfrm>
            <a:off x="10224634" y="2736013"/>
            <a:ext cx="1701800" cy="228600"/>
          </a:xfrm>
          <a:noFill/>
        </p:spPr>
        <p:txBody>
          <a:bodyPr anchor="ctr">
            <a:noAutofit/>
          </a:bodyPr>
          <a:lstStyle>
            <a:lvl1pPr marL="0" indent="0" algn="ct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Name</a:t>
            </a:r>
            <a:endParaRPr lang="en-US" dirty="0"/>
          </a:p>
        </p:txBody>
      </p:sp>
      <p:sp>
        <p:nvSpPr>
          <p:cNvPr id="17" name="Text Placeholder 17"/>
          <p:cNvSpPr>
            <a:spLocks noGrp="1"/>
          </p:cNvSpPr>
          <p:nvPr>
            <p:ph type="body" sz="quarter" idx="15" hasCustomPrompt="1"/>
          </p:nvPr>
        </p:nvSpPr>
        <p:spPr>
          <a:xfrm>
            <a:off x="10224634" y="2963346"/>
            <a:ext cx="1701800" cy="228600"/>
          </a:xfrm>
          <a:noFill/>
        </p:spPr>
        <p:txBody>
          <a:bodyPr anchor="ctr">
            <a:noAutofit/>
          </a:bodyPr>
          <a:lstStyle>
            <a:lvl1pPr marL="0" indent="0" algn="ct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Mobile / email</a:t>
            </a:r>
            <a:endParaRPr lang="en-US" dirty="0"/>
          </a:p>
        </p:txBody>
      </p:sp>
      <p:sp>
        <p:nvSpPr>
          <p:cNvPr id="18" name="Text Placeholder 17"/>
          <p:cNvSpPr>
            <a:spLocks noGrp="1"/>
          </p:cNvSpPr>
          <p:nvPr>
            <p:ph type="body" sz="quarter" idx="16" hasCustomPrompt="1"/>
          </p:nvPr>
        </p:nvSpPr>
        <p:spPr>
          <a:xfrm>
            <a:off x="10224634" y="3190679"/>
            <a:ext cx="1701800" cy="228600"/>
          </a:xfrm>
          <a:noFill/>
        </p:spPr>
        <p:txBody>
          <a:bodyPr anchor="ctr">
            <a:noAutofit/>
          </a:bodyPr>
          <a:lstStyle>
            <a:lvl1pPr marL="0" indent="0" algn="ct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Company</a:t>
            </a:r>
            <a:endParaRPr lang="en-US" dirty="0"/>
          </a:p>
        </p:txBody>
      </p:sp>
      <p:sp>
        <p:nvSpPr>
          <p:cNvPr id="22" name="Shape"/>
          <p:cNvSpPr/>
          <p:nvPr userDrawn="1"/>
        </p:nvSpPr>
        <p:spPr>
          <a:xfrm>
            <a:off x="0" y="0"/>
            <a:ext cx="1935479" cy="193547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0"/>
                </a:lnTo>
                <a:lnTo>
                  <a:pt x="0" y="0"/>
                </a:lnTo>
                <a:lnTo>
                  <a:pt x="0" y="21600"/>
                </a:lnTo>
                <a:lnTo>
                  <a:pt x="0" y="21600"/>
                </a:lnTo>
                <a:cubicBezTo>
                  <a:pt x="11934" y="21600"/>
                  <a:pt x="21600" y="11934"/>
                  <a:pt x="21600" y="0"/>
                </a:cubicBezTo>
                <a:close/>
              </a:path>
            </a:pathLst>
          </a:custGeom>
          <a:solidFill>
            <a:schemeClr val="accent2"/>
          </a:solidFill>
          <a:ln w="12700">
            <a:miter lim="400000"/>
          </a:ln>
        </p:spPr>
        <p:txBody>
          <a:bodyPr lIns="38100" tIns="38100" rIns="38100" bIns="38100" anchor="ctr"/>
          <a:lstStyle/>
          <a:p>
            <a:pPr>
              <a:defRPr sz="3000">
                <a:solidFill>
                  <a:srgbClr val="FFFFFF"/>
                </a:solidFill>
              </a:defRPr>
            </a:pPr>
          </a:p>
        </p:txBody>
      </p:sp>
      <p:sp>
        <p:nvSpPr>
          <p:cNvPr id="23" name="Shape"/>
          <p:cNvSpPr/>
          <p:nvPr userDrawn="1"/>
        </p:nvSpPr>
        <p:spPr>
          <a:xfrm>
            <a:off x="0" y="5067300"/>
            <a:ext cx="1822452" cy="179070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0"/>
                </a:lnTo>
                <a:lnTo>
                  <a:pt x="0" y="0"/>
                </a:lnTo>
                <a:lnTo>
                  <a:pt x="0" y="21600"/>
                </a:lnTo>
                <a:lnTo>
                  <a:pt x="0" y="21600"/>
                </a:lnTo>
                <a:cubicBezTo>
                  <a:pt x="11936" y="21600"/>
                  <a:pt x="21600" y="11921"/>
                  <a:pt x="21600" y="0"/>
                </a:cubicBezTo>
                <a:close/>
              </a:path>
            </a:pathLst>
          </a:custGeom>
          <a:solidFill>
            <a:schemeClr val="accent3"/>
          </a:solidFill>
          <a:ln w="12700">
            <a:miter lim="400000"/>
          </a:ln>
        </p:spPr>
        <p:txBody>
          <a:bodyPr lIns="38100" tIns="38100" rIns="38100" bIns="38100" anchor="ctr"/>
          <a:lstStyle/>
          <a:p>
            <a:pPr>
              <a:defRPr sz="3000">
                <a:solidFill>
                  <a:srgbClr val="FFFFFF"/>
                </a:solidFill>
              </a:defRPr>
            </a:pPr>
          </a:p>
        </p:txBody>
      </p:sp>
      <p:sp>
        <p:nvSpPr>
          <p:cNvPr id="24" name="Shape"/>
          <p:cNvSpPr/>
          <p:nvPr userDrawn="1"/>
        </p:nvSpPr>
        <p:spPr>
          <a:xfrm>
            <a:off x="1571599" y="5981701"/>
            <a:ext cx="911858" cy="87629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0"/>
                </a:lnTo>
                <a:lnTo>
                  <a:pt x="0" y="21600"/>
                </a:lnTo>
                <a:lnTo>
                  <a:pt x="21600" y="21600"/>
                </a:lnTo>
                <a:lnTo>
                  <a:pt x="21600" y="21600"/>
                </a:lnTo>
                <a:cubicBezTo>
                  <a:pt x="21600" y="9687"/>
                  <a:pt x="11913" y="0"/>
                  <a:pt x="0" y="0"/>
                </a:cubicBezTo>
                <a:close/>
              </a:path>
            </a:pathLst>
          </a:custGeom>
          <a:solidFill>
            <a:srgbClr val="565964"/>
          </a:solidFill>
          <a:ln w="12700">
            <a:miter lim="400000"/>
          </a:ln>
        </p:spPr>
        <p:txBody>
          <a:bodyPr lIns="38100" tIns="38100" rIns="38100" bIns="38100" anchor="ctr"/>
          <a:lstStyle/>
          <a:p>
            <a:pPr>
              <a:defRPr sz="3000">
                <a:solidFill>
                  <a:srgbClr val="FFFFFF"/>
                </a:solidFill>
              </a:defRPr>
            </a:pPr>
          </a:p>
        </p:txBody>
      </p:sp>
      <p:sp>
        <p:nvSpPr>
          <p:cNvPr id="10" name="Date Placeholder 3"/>
          <p:cNvSpPr>
            <a:spLocks noGrp="1"/>
          </p:cNvSpPr>
          <p:nvPr>
            <p:ph type="dt" sz="half" idx="10"/>
          </p:nvPr>
        </p:nvSpPr>
        <p:spPr>
          <a:xfrm>
            <a:off x="838200" y="6356350"/>
            <a:ext cx="2743200" cy="365125"/>
          </a:xfrm>
        </p:spPr>
        <p:txBody>
          <a:bodyPr/>
          <a:lstStyle/>
          <a:p>
            <a:r>
              <a:rPr lang="en-US"/>
              <a:t>Date</a:t>
            </a:r>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lor and Typography">
    <p:spTree>
      <p:nvGrpSpPr>
        <p:cNvPr id="1" name=""/>
        <p:cNvGrpSpPr/>
        <p:nvPr/>
      </p:nvGrpSpPr>
      <p:grpSpPr>
        <a:xfrm>
          <a:off x="0" y="0"/>
          <a:ext cx="0" cy="0"/>
          <a:chOff x="0" y="0"/>
          <a:chExt cx="0" cy="0"/>
        </a:xfrm>
      </p:grpSpPr>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Date</a:t>
            </a: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Your Footer Here</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2B7600-67E3-4D97-B453-880E2742B982}"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dt="0"/>
  <p:txStyles>
    <p:titleStyle>
      <a:lvl1pPr algn="l" defTabSz="914400" rtl="0" eaLnBrk="1" latinLnBrk="0" hangingPunct="1">
        <a:lnSpc>
          <a:spcPct val="90000"/>
        </a:lnSpc>
        <a:spcBef>
          <a:spcPct val="0"/>
        </a:spcBef>
        <a:buNone/>
        <a:defRPr sz="4400" b="0" kern="1200">
          <a:solidFill>
            <a:schemeClr val="tx2"/>
          </a:solidFill>
          <a:latin typeface="+mn-lt"/>
          <a:ea typeface="+mj-ea"/>
          <a:cs typeface="+mj-cs"/>
        </a:defRPr>
      </a:lvl1pPr>
    </p:titleStyle>
    <p:bodyStyle>
      <a:lvl1pPr marL="228600" indent="-228600" algn="l" defTabSz="914400" rtl="0" eaLnBrk="1" latinLnBrk="0" hangingPunct="1">
        <a:lnSpc>
          <a:spcPct val="90000"/>
        </a:lnSpc>
        <a:spcBef>
          <a:spcPts val="1000"/>
        </a:spcBef>
        <a:spcAft>
          <a:spcPts val="1200"/>
        </a:spcAft>
        <a:buFont typeface="Arial" panose="020B0604020202020204" pitchFamily="34" charset="0"/>
        <a:buChar char="•"/>
        <a:defRPr sz="2800" kern="1200">
          <a:solidFill>
            <a:schemeClr val="tx2"/>
          </a:solidFill>
          <a:latin typeface="+mj-lt"/>
          <a:ea typeface="+mn-ea"/>
          <a:cs typeface="+mn-cs"/>
        </a:defRPr>
      </a:lvl1pPr>
      <a:lvl2pPr marL="685800" indent="-228600" algn="l" defTabSz="914400" rtl="0" eaLnBrk="1" latinLnBrk="0" hangingPunct="1">
        <a:lnSpc>
          <a:spcPct val="90000"/>
        </a:lnSpc>
        <a:spcBef>
          <a:spcPts val="500"/>
        </a:spcBef>
        <a:spcAft>
          <a:spcPts val="1200"/>
        </a:spcAft>
        <a:buFont typeface="Arial" panose="020B0604020202020204" pitchFamily="34" charset="0"/>
        <a:buChar char="•"/>
        <a:defRPr sz="2400" kern="1200">
          <a:solidFill>
            <a:schemeClr val="tx2"/>
          </a:solidFill>
          <a:latin typeface="+mj-lt"/>
          <a:ea typeface="+mn-ea"/>
          <a:cs typeface="+mn-cs"/>
        </a:defRPr>
      </a:lvl2pPr>
      <a:lvl3pPr marL="1143000" indent="-228600" algn="l" defTabSz="914400" rtl="0" eaLnBrk="1" latinLnBrk="0" hangingPunct="1">
        <a:lnSpc>
          <a:spcPct val="90000"/>
        </a:lnSpc>
        <a:spcBef>
          <a:spcPts val="500"/>
        </a:spcBef>
        <a:spcAft>
          <a:spcPts val="1200"/>
        </a:spcAft>
        <a:buFont typeface="Arial" panose="020B0604020202020204" pitchFamily="34" charset="0"/>
        <a:buChar char="•"/>
        <a:defRPr sz="2000" kern="1200">
          <a:solidFill>
            <a:schemeClr val="tx2"/>
          </a:solidFill>
          <a:latin typeface="+mj-lt"/>
          <a:ea typeface="+mn-ea"/>
          <a:cs typeface="+mn-cs"/>
        </a:defRPr>
      </a:lvl3pPr>
      <a:lvl4pPr marL="1600200" indent="-228600" algn="l" defTabSz="914400" rtl="0" eaLnBrk="1" latinLnBrk="0" hangingPunct="1">
        <a:lnSpc>
          <a:spcPct val="90000"/>
        </a:lnSpc>
        <a:spcBef>
          <a:spcPts val="500"/>
        </a:spcBef>
        <a:spcAft>
          <a:spcPts val="1200"/>
        </a:spcAft>
        <a:buFont typeface="Arial" panose="020B0604020202020204" pitchFamily="34" charset="0"/>
        <a:buChar char="•"/>
        <a:defRPr sz="1800" kern="1200">
          <a:solidFill>
            <a:schemeClr val="tx2"/>
          </a:solidFill>
          <a:latin typeface="+mj-lt"/>
          <a:ea typeface="+mn-ea"/>
          <a:cs typeface="+mn-cs"/>
        </a:defRPr>
      </a:lvl4pPr>
      <a:lvl5pPr marL="2057400" indent="-228600" algn="l" defTabSz="914400" rtl="0" eaLnBrk="1" latinLnBrk="0" hangingPunct="1">
        <a:lnSpc>
          <a:spcPct val="90000"/>
        </a:lnSpc>
        <a:spcBef>
          <a:spcPts val="500"/>
        </a:spcBef>
        <a:spcAft>
          <a:spcPts val="1200"/>
        </a:spcAft>
        <a:buFont typeface="Arial" panose="020B0604020202020204" pitchFamily="34" charset="0"/>
        <a:buChar char="•"/>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0880" y="512122"/>
            <a:ext cx="7069797" cy="1820129"/>
          </a:xfrm>
        </p:spPr>
        <p:txBody>
          <a:bodyPr/>
          <a:lstStyle/>
          <a:p>
            <a:r>
              <a:rPr lang="en-US" dirty="0"/>
              <a:t>Title of your Presentation</a:t>
            </a:r>
            <a:endParaRPr lang="en-US" dirty="0"/>
          </a:p>
        </p:txBody>
      </p:sp>
      <p:sp>
        <p:nvSpPr>
          <p:cNvPr id="3" name="Subtitle 2"/>
          <p:cNvSpPr>
            <a:spLocks noGrp="1"/>
          </p:cNvSpPr>
          <p:nvPr>
            <p:ph type="subTitle" idx="1"/>
          </p:nvPr>
        </p:nvSpPr>
        <p:spPr>
          <a:xfrm>
            <a:off x="690880" y="2461205"/>
            <a:ext cx="5545797" cy="1211314"/>
          </a:xfrm>
        </p:spPr>
        <p:txBody>
          <a:bodyPr/>
          <a:lstStyle/>
          <a:p>
            <a:r>
              <a:rPr lang="en-US" dirty="0"/>
              <a:t>A Free Presentation Template</a:t>
            </a:r>
            <a:endParaRPr lang="en-US" dirty="0"/>
          </a:p>
        </p:txBody>
      </p:sp>
      <p:sp>
        <p:nvSpPr>
          <p:cNvPr id="4" name="Slide Number Placeholder 3"/>
          <p:cNvSpPr>
            <a:spLocks noGrp="1"/>
          </p:cNvSpPr>
          <p:nvPr>
            <p:ph type="sldNum" sz="quarter" idx="12"/>
          </p:nvPr>
        </p:nvSpPr>
        <p:spPr/>
        <p:txBody>
          <a:bodyPr/>
          <a:p>
            <a:fld id="{672B7600-67E3-4D97-B453-880E2742B982}" type="slidenum">
              <a:rPr lang="en-US" smtClean="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1051567"/>
            <a:ext cx="9665677" cy="872181"/>
          </a:xfrm>
        </p:spPr>
        <p:txBody>
          <a:bodyPr>
            <a:normAutofit/>
          </a:bodyPr>
          <a:lstStyle/>
          <a:p>
            <a:r>
              <a:rPr lang="en-US" dirty="0"/>
              <a:t>Title of your Slide</a:t>
            </a:r>
            <a:endParaRPr lang="en-US" dirty="0"/>
          </a:p>
        </p:txBody>
      </p:sp>
      <p:sp>
        <p:nvSpPr>
          <p:cNvPr id="5" name="Content Placeholder 4"/>
          <p:cNvSpPr>
            <a:spLocks noGrp="1"/>
          </p:cNvSpPr>
          <p:nvPr>
            <p:ph idx="1"/>
          </p:nvPr>
        </p:nvSpPr>
        <p:spPr>
          <a:xfrm>
            <a:off x="838200" y="2038049"/>
            <a:ext cx="9665677" cy="4138913"/>
          </a:xfrm>
        </p:spPr>
        <p:txBody>
          <a:bodyPr/>
          <a:lstStyle/>
          <a:p>
            <a:r>
              <a:rPr lang="en-US" noProof="1"/>
              <a:t>Lorem ipsum dolor sit amet, tollit epicuri est ex, exerci accumsan singulis ei mel. Non blandit massa enim nec dui nunc mattis enim. Fermentum et sollicitudin ac orci phasellus egestas tellus.</a:t>
            </a:r>
            <a:endParaRPr lang="en-US" noProof="1"/>
          </a:p>
          <a:p>
            <a:r>
              <a:rPr lang="en-US" noProof="1"/>
              <a:t>Duis aute irure dolor in reprehenderit in voluptate velit esse cillum dolore eu fugiat nulla pariatur. Excepteur sint occaecat cupidatat non proident, sunt in culpa qui officia deserunt mollit anim id est laborum.</a:t>
            </a:r>
            <a:endParaRPr lang="en-US" noProof="1"/>
          </a:p>
        </p:txBody>
      </p:sp>
      <p:sp>
        <p:nvSpPr>
          <p:cNvPr id="8" name="Slide Number Placeholder 7"/>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664677" y="365125"/>
            <a:ext cx="8855368" cy="1325563"/>
          </a:xfrm>
        </p:spPr>
        <p:txBody>
          <a:bodyPr/>
          <a:lstStyle/>
          <a:p>
            <a:r>
              <a:rPr lang="en-US" dirty="0"/>
              <a:t>Title of your Slide</a:t>
            </a:r>
            <a:endParaRPr lang="en-US" dirty="0"/>
          </a:p>
        </p:txBody>
      </p:sp>
      <p:sp>
        <p:nvSpPr>
          <p:cNvPr id="5" name="Content Placeholder 4"/>
          <p:cNvSpPr>
            <a:spLocks noGrp="1"/>
          </p:cNvSpPr>
          <p:nvPr>
            <p:ph idx="1"/>
          </p:nvPr>
        </p:nvSpPr>
        <p:spPr>
          <a:xfrm>
            <a:off x="1664676" y="1825625"/>
            <a:ext cx="9689123" cy="3391144"/>
          </a:xfrm>
        </p:spPr>
        <p:txBody>
          <a:bodyPr/>
          <a:lstStyle/>
          <a:p>
            <a:r>
              <a:rPr lang="en-US" noProof="1"/>
              <a:t>Lorem ipsum dolor sit amet, tollit epicuri est ex, exerci accumsan singulis ei mel. Non blandit massa enim nec dui nunc mattis enim. Fermentum et sollicitudin ac orci phasellus egestas tellus.</a:t>
            </a:r>
            <a:endParaRPr lang="en-US" noProof="1"/>
          </a:p>
          <a:p>
            <a:r>
              <a:rPr lang="en-US" noProof="1"/>
              <a:t>Duis aute irure dolor in reprehenderit in voluptate velit esse cillum dolore eu fugiat nulla pariatur. Excepteur sint occaecat cupidatat non proident, sunt in culpa qui officia deserunt mollit anim id est laborum.</a:t>
            </a:r>
            <a:endParaRPr lang="en-US" noProof="1"/>
          </a:p>
        </p:txBody>
      </p:sp>
      <p:sp>
        <p:nvSpPr>
          <p:cNvPr id="6"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771292" y="2461846"/>
            <a:ext cx="6576158" cy="2100629"/>
          </a:xfrm>
        </p:spPr>
        <p:txBody>
          <a:bodyPr/>
          <a:lstStyle/>
          <a:p>
            <a:r>
              <a:rPr lang="en-US" dirty="0"/>
              <a:t>Title of your Section</a:t>
            </a:r>
            <a:endParaRPr lang="en-US" dirty="0"/>
          </a:p>
        </p:txBody>
      </p:sp>
      <p:sp>
        <p:nvSpPr>
          <p:cNvPr id="5" name="Text Placeholder 4"/>
          <p:cNvSpPr>
            <a:spLocks noGrp="1"/>
          </p:cNvSpPr>
          <p:nvPr>
            <p:ph type="body" idx="1"/>
          </p:nvPr>
        </p:nvSpPr>
        <p:spPr>
          <a:xfrm>
            <a:off x="4771292" y="4589463"/>
            <a:ext cx="6576158" cy="1500187"/>
          </a:xfrm>
        </p:spPr>
        <p:txBody>
          <a:bodyPr/>
          <a:lstStyle/>
          <a:p>
            <a:r>
              <a:rPr lang="en-US" dirty="0"/>
              <a:t>Here goes the subtitle of your section</a:t>
            </a:r>
            <a:endParaRPr lang="en-US" dirty="0"/>
          </a:p>
        </p:txBody>
      </p:sp>
      <p:sp>
        <p:nvSpPr>
          <p:cNvPr id="8" name="Slide Number Placeholder 7"/>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65385" y="976812"/>
            <a:ext cx="3516924" cy="3354998"/>
          </a:xfrm>
        </p:spPr>
        <p:txBody>
          <a:bodyPr/>
          <a:lstStyle/>
          <a:p>
            <a:r>
              <a:rPr lang="en-US" dirty="0"/>
              <a:t>Title of your Section</a:t>
            </a:r>
            <a:endParaRPr lang="en-US" dirty="0"/>
          </a:p>
        </p:txBody>
      </p:sp>
      <p:sp>
        <p:nvSpPr>
          <p:cNvPr id="5" name="Text Placeholder 4"/>
          <p:cNvSpPr>
            <a:spLocks noGrp="1"/>
          </p:cNvSpPr>
          <p:nvPr>
            <p:ph type="body" idx="1"/>
          </p:nvPr>
        </p:nvSpPr>
        <p:spPr>
          <a:xfrm>
            <a:off x="1465384" y="4589463"/>
            <a:ext cx="9882065" cy="1500187"/>
          </a:xfrm>
        </p:spPr>
        <p:txBody>
          <a:bodyPr/>
          <a:lstStyle/>
          <a:p>
            <a:r>
              <a:rPr lang="en-US" dirty="0"/>
              <a:t>Here goes the subtitle of your section</a:t>
            </a:r>
            <a:endParaRPr lang="en-US" dirty="0"/>
          </a:p>
        </p:txBody>
      </p:sp>
      <p:sp>
        <p:nvSpPr>
          <p:cNvPr id="6"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2565401"/>
            <a:ext cx="7597042" cy="1997074"/>
          </a:xfrm>
        </p:spPr>
        <p:txBody>
          <a:bodyPr/>
          <a:lstStyle/>
          <a:p>
            <a:r>
              <a:rPr lang="en-US" dirty="0"/>
              <a:t>Thank You!</a:t>
            </a:r>
            <a:endParaRPr lang="en-US" dirty="0"/>
          </a:p>
        </p:txBody>
      </p:sp>
      <p:sp>
        <p:nvSpPr>
          <p:cNvPr id="3" name="Text Placeholder 2"/>
          <p:cNvSpPr>
            <a:spLocks noGrp="1"/>
          </p:cNvSpPr>
          <p:nvPr>
            <p:ph type="body" idx="1"/>
          </p:nvPr>
        </p:nvSpPr>
        <p:spPr>
          <a:xfrm>
            <a:off x="2074985" y="5067300"/>
            <a:ext cx="7397262" cy="1022350"/>
          </a:xfrm>
        </p:spPr>
        <p:txBody>
          <a:bodyPr/>
          <a:lstStyle/>
          <a:p>
            <a:r>
              <a:rPr lang="en-US" noProof="1"/>
              <a:t>Lorem ipsum dolor sit amet, tollit epicuri est ex, exerci accumsan singulis ei mel.</a:t>
            </a:r>
            <a:endParaRPr lang="en-US" noProof="1"/>
          </a:p>
        </p:txBody>
      </p:sp>
      <p:sp>
        <p:nvSpPr>
          <p:cNvPr id="6"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
        <p:nvSpPr>
          <p:cNvPr id="8" name="Text Placeholder 7"/>
          <p:cNvSpPr>
            <a:spLocks noGrp="1"/>
          </p:cNvSpPr>
          <p:nvPr>
            <p:ph type="body" sz="quarter" idx="14"/>
          </p:nvPr>
        </p:nvSpPr>
        <p:spPr>
          <a:xfrm>
            <a:off x="10224634" y="2736013"/>
            <a:ext cx="1701800" cy="228600"/>
          </a:xfrm>
        </p:spPr>
        <p:txBody>
          <a:bodyPr/>
          <a:lstStyle/>
          <a:p>
            <a:r>
              <a:rPr lang="en-US" dirty="0"/>
              <a:t>First / Last Name</a:t>
            </a:r>
            <a:endParaRPr lang="en-US" dirty="0"/>
          </a:p>
        </p:txBody>
      </p:sp>
      <p:sp>
        <p:nvSpPr>
          <p:cNvPr id="9" name="Text Placeholder 8"/>
          <p:cNvSpPr>
            <a:spLocks noGrp="1"/>
          </p:cNvSpPr>
          <p:nvPr>
            <p:ph type="body" sz="quarter" idx="15"/>
          </p:nvPr>
        </p:nvSpPr>
        <p:spPr>
          <a:xfrm>
            <a:off x="10224634" y="2963346"/>
            <a:ext cx="1701800" cy="228600"/>
          </a:xfrm>
        </p:spPr>
        <p:txBody>
          <a:bodyPr/>
          <a:lstStyle/>
          <a:p>
            <a:r>
              <a:rPr lang="en-US" dirty="0"/>
              <a:t>(123) 456-7890</a:t>
            </a:r>
            <a:endParaRPr lang="en-US" dirty="0"/>
          </a:p>
        </p:txBody>
      </p:sp>
      <p:sp>
        <p:nvSpPr>
          <p:cNvPr id="11" name="Text Placeholder 10"/>
          <p:cNvSpPr>
            <a:spLocks noGrp="1"/>
          </p:cNvSpPr>
          <p:nvPr>
            <p:ph type="body" sz="quarter" idx="16"/>
          </p:nvPr>
        </p:nvSpPr>
        <p:spPr>
          <a:xfrm>
            <a:off x="10224634" y="3190679"/>
            <a:ext cx="1701800" cy="228600"/>
          </a:xfrm>
        </p:spPr>
        <p:txBody>
          <a:bodyPr/>
          <a:lstStyle/>
          <a:p>
            <a:r>
              <a:rPr lang="en-US" dirty="0"/>
              <a:t>Your Company</a:t>
            </a:r>
            <a:endParaRPr lang="en-US" dirty="0"/>
          </a:p>
        </p:txBody>
      </p:sp>
      <p:sp>
        <p:nvSpPr>
          <p:cNvPr id="12" name="Picture Placeholder 11"/>
          <p:cNvSpPr>
            <a:spLocks noGrp="1"/>
          </p:cNvSpPr>
          <p:nvPr>
            <p:ph type="pic" sz="quarter" idx="17"/>
          </p:nvPr>
        </p:nvSpPr>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idx="4294967295"/>
          </p:nvPr>
        </p:nvSpPr>
        <p:spPr>
          <a:xfrm>
            <a:off x="838200" y="365125"/>
            <a:ext cx="10515600" cy="1325563"/>
          </a:xfrm>
        </p:spPr>
        <p:txBody>
          <a:bodyPr/>
          <a:lstStyle/>
          <a:p>
            <a:r>
              <a:rPr lang="en-US" dirty="0"/>
              <a:t>Color Theme</a:t>
            </a:r>
            <a:endParaRPr lang="en-US" dirty="0"/>
          </a:p>
        </p:txBody>
      </p:sp>
      <p:sp>
        <p:nvSpPr>
          <p:cNvPr id="10" name="Text Placeholder 9"/>
          <p:cNvSpPr>
            <a:spLocks noGrp="1"/>
          </p:cNvSpPr>
          <p:nvPr>
            <p:ph type="body" sz="quarter" idx="4294967295"/>
          </p:nvPr>
        </p:nvSpPr>
        <p:spPr>
          <a:xfrm>
            <a:off x="838199" y="3709150"/>
            <a:ext cx="10515600" cy="1325880"/>
          </a:xfrm>
        </p:spPr>
        <p:txBody>
          <a:bodyPr/>
          <a:lstStyle/>
          <a:p>
            <a:r>
              <a:rPr lang="en-US" dirty="0"/>
              <a:t>Typography</a:t>
            </a:r>
            <a:endParaRPr lang="en-US" dirty="0"/>
          </a:p>
        </p:txBody>
      </p:sp>
      <p:sp>
        <p:nvSpPr>
          <p:cNvPr id="11" name="Text Placeholder 10"/>
          <p:cNvSpPr>
            <a:spLocks noGrp="1"/>
          </p:cNvSpPr>
          <p:nvPr>
            <p:ph type="body" sz="quarter" idx="4294967295"/>
          </p:nvPr>
        </p:nvSpPr>
        <p:spPr>
          <a:xfrm>
            <a:off x="4697757" y="6124726"/>
            <a:ext cx="2394180" cy="564999"/>
          </a:xfrm>
        </p:spPr>
        <p:txBody>
          <a:bodyPr>
            <a:noAutofit/>
          </a:bodyPr>
          <a:lstStyle/>
          <a:p>
            <a:r>
              <a:rPr lang="en-US" dirty="0"/>
              <a:t>Calibri</a:t>
            </a:r>
            <a:endParaRPr lang="en-US" dirty="0"/>
          </a:p>
        </p:txBody>
      </p:sp>
      <p:sp>
        <p:nvSpPr>
          <p:cNvPr id="12" name="Text Placeholder 11"/>
          <p:cNvSpPr>
            <a:spLocks noGrp="1"/>
          </p:cNvSpPr>
          <p:nvPr>
            <p:ph type="body" sz="quarter" idx="4294967295"/>
          </p:nvPr>
        </p:nvSpPr>
        <p:spPr>
          <a:xfrm>
            <a:off x="7685267" y="6124726"/>
            <a:ext cx="2394180" cy="564999"/>
          </a:xfrm>
        </p:spPr>
        <p:txBody>
          <a:bodyPr>
            <a:noAutofit/>
          </a:bodyPr>
          <a:lstStyle/>
          <a:p>
            <a:r>
              <a:rPr lang="en-US" dirty="0"/>
              <a:t>Calibri Light</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PresentationGO">
  <a:themeElements>
    <a:clrScheme name="PGO - Quadrants">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1203</Words>
  <Application>WPS Presentation</Application>
  <PresentationFormat>Widescreen</PresentationFormat>
  <Paragraphs>52</Paragraphs>
  <Slides>8</Slides>
  <Notes>8</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8</vt:i4>
      </vt:variant>
    </vt:vector>
  </HeadingPairs>
  <TitlesOfParts>
    <vt:vector size="19" baseType="lpstr">
      <vt:lpstr>Arial</vt:lpstr>
      <vt:lpstr>SimSun</vt:lpstr>
      <vt:lpstr>Wingdings</vt:lpstr>
      <vt:lpstr>Open Sans</vt:lpstr>
      <vt:lpstr>T2_131</vt:lpstr>
      <vt:lpstr>Calibri</vt:lpstr>
      <vt:lpstr>Calibri</vt:lpstr>
      <vt:lpstr>Calibri Light</vt:lpstr>
      <vt:lpstr>Microsoft YaHei</vt:lpstr>
      <vt:lpstr>Arial Unicode MS</vt:lpstr>
      <vt:lpstr>PresentationGO</vt:lpstr>
      <vt:lpstr>Title of your Presentation</vt:lpstr>
      <vt:lpstr>Title of your Slide</vt:lpstr>
      <vt:lpstr>Title of your Slide</vt:lpstr>
      <vt:lpstr>Title of your Section</vt:lpstr>
      <vt:lpstr>Title of your Section</vt:lpstr>
      <vt:lpstr>Thank You!</vt:lpstr>
      <vt:lpstr>Color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your Presentation</dc:title>
  <dc:creator>PresentationGO.com</dc:creator>
  <dc:description>© Copyright PresentationGo.com</dc:description>
  <cp:category>Templates</cp:category>
  <cp:lastModifiedBy>Admin</cp:lastModifiedBy>
  <cp:revision>2</cp:revision>
  <dcterms:created xsi:type="dcterms:W3CDTF">2026-05-11T07:46:32Z</dcterms:created>
  <dcterms:modified xsi:type="dcterms:W3CDTF">2026-05-11T07:46:51Z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5898895505454ECB913C85A23F5C9F39_13</vt:lpwstr>
  </property>
  <property fmtid="{D5CDD505-2E9C-101B-9397-08002B2CF9AE}" pid="3" name="KSOProductBuildVer">
    <vt:lpwstr>1033-12.1.0.25862</vt:lpwstr>
  </property>
</Properties>
</file>