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7" r:id="rId3"/>
    <p:sldId id="260" r:id="rId4"/>
    <p:sldId id="261" r:id="rId5"/>
    <p:sldId id="262" r:id="rId6"/>
    <p:sldId id="263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1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2" Type="http://schemas.openxmlformats.org/officeDocument/2006/relationships/tags" Target="../tags/tag138.xml"/><Relationship Id="rId31" Type="http://schemas.openxmlformats.org/officeDocument/2006/relationships/tags" Target="../tags/tag137.xml"/><Relationship Id="rId30" Type="http://schemas.openxmlformats.org/officeDocument/2006/relationships/tags" Target="../tags/tag136.xml"/><Relationship Id="rId3" Type="http://schemas.openxmlformats.org/officeDocument/2006/relationships/tags" Target="../tags/tag110.xml"/><Relationship Id="rId29" Type="http://schemas.openxmlformats.org/officeDocument/2006/relationships/tags" Target="../tags/tag135.xml"/><Relationship Id="rId28" Type="http://schemas.openxmlformats.org/officeDocument/2006/relationships/tags" Target="../tags/tag134.xml"/><Relationship Id="rId27" Type="http://schemas.openxmlformats.org/officeDocument/2006/relationships/tags" Target="../tags/tag133.xml"/><Relationship Id="rId26" Type="http://schemas.openxmlformats.org/officeDocument/2006/relationships/tags" Target="../tags/tag132.xml"/><Relationship Id="rId25" Type="http://schemas.openxmlformats.org/officeDocument/2006/relationships/tags" Target="../tags/tag131.xml"/><Relationship Id="rId24" Type="http://schemas.openxmlformats.org/officeDocument/2006/relationships/tags" Target="../tags/tag130.xml"/><Relationship Id="rId23" Type="http://schemas.openxmlformats.org/officeDocument/2006/relationships/tags" Target="../tags/tag129.xml"/><Relationship Id="rId22" Type="http://schemas.openxmlformats.org/officeDocument/2006/relationships/tags" Target="../tags/tag128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09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image" Target="../media/image1.png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2"/>
            </p:custDataLst>
          </p:nvPr>
        </p:nvSpPr>
        <p:spPr>
          <a:xfrm>
            <a:off x="0" y="343"/>
            <a:ext cx="1219199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等腰三角形 4"/>
          <p:cNvSpPr/>
          <p:nvPr userDrawn="1">
            <p:custDataLst>
              <p:tags r:id="rId3"/>
            </p:custDataLst>
          </p:nvPr>
        </p:nvSpPr>
        <p:spPr>
          <a:xfrm rot="17999979">
            <a:off x="7297552" y="2000236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4"/>
            </p:custDataLst>
          </p:nvPr>
        </p:nvSpPr>
        <p:spPr>
          <a:xfrm>
            <a:off x="5235827" y="0"/>
            <a:ext cx="7003632" cy="68580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5"/>
            </p:custDataLst>
          </p:nvPr>
        </p:nvSpPr>
        <p:spPr>
          <a:xfrm>
            <a:off x="3726193" y="231742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3726194" y="2327130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7"/>
            </p:custDataLst>
          </p:nvPr>
        </p:nvSpPr>
        <p:spPr>
          <a:xfrm>
            <a:off x="0" y="343"/>
            <a:ext cx="6168018" cy="3770132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8"/>
            </p:custDataLst>
          </p:nvPr>
        </p:nvSpPr>
        <p:spPr>
          <a:xfrm>
            <a:off x="3473492" y="344"/>
            <a:ext cx="4936640" cy="1851395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9"/>
            </p:custDataLst>
          </p:nvPr>
        </p:nvSpPr>
        <p:spPr>
          <a:xfrm>
            <a:off x="0" y="3960353"/>
            <a:ext cx="3859222" cy="2880714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10"/>
            </p:custDataLst>
          </p:nvPr>
        </p:nvSpPr>
        <p:spPr>
          <a:xfrm>
            <a:off x="2604916" y="2751699"/>
            <a:ext cx="2844078" cy="1021483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1"/>
            </p:custDataLst>
          </p:nvPr>
        </p:nvSpPr>
        <p:spPr>
          <a:xfrm>
            <a:off x="5335307" y="-24505"/>
            <a:ext cx="3132400" cy="1858965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8" name="图片 3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084" y="1571980"/>
            <a:ext cx="1535822" cy="1510300"/>
          </a:xfrm>
          <a:prstGeom prst="rect">
            <a:avLst/>
          </a:prstGeom>
        </p:spPr>
      </p:pic>
      <p:sp>
        <p:nvSpPr>
          <p:cNvPr id="41" name="任意多边形: 形状 40"/>
          <p:cNvSpPr/>
          <p:nvPr userDrawn="1">
            <p:custDataLst>
              <p:tags r:id="rId14"/>
            </p:custDataLst>
          </p:nvPr>
        </p:nvSpPr>
        <p:spPr>
          <a:xfrm>
            <a:off x="7272596" y="2257514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5"/>
            </p:custDataLst>
          </p:nvPr>
        </p:nvSpPr>
        <p:spPr>
          <a:xfrm>
            <a:off x="8539036" y="2258278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6"/>
            </p:custDataLst>
          </p:nvPr>
        </p:nvSpPr>
        <p:spPr>
          <a:xfrm>
            <a:off x="7272596" y="1512250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7"/>
            </p:custDataLst>
          </p:nvPr>
        </p:nvSpPr>
        <p:spPr>
          <a:xfrm>
            <a:off x="7528899" y="2414794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18"/>
            </p:custDataLst>
          </p:nvPr>
        </p:nvSpPr>
        <p:spPr>
          <a:xfrm flipH="1">
            <a:off x="8531056" y="2425220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9"/>
            </p:custDataLst>
          </p:nvPr>
        </p:nvSpPr>
        <p:spPr>
          <a:xfrm>
            <a:off x="7269249" y="2245992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20"/>
            </p:custDataLst>
          </p:nvPr>
        </p:nvSpPr>
        <p:spPr>
          <a:xfrm>
            <a:off x="8539036" y="2263687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21"/>
            </p:custDataLst>
          </p:nvPr>
        </p:nvSpPr>
        <p:spPr>
          <a:xfrm>
            <a:off x="7272596" y="1520888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2"/>
            </p:custDataLst>
          </p:nvPr>
        </p:nvSpPr>
        <p:spPr>
          <a:xfrm>
            <a:off x="8882635" y="4208351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3"/>
            </p:custDataLst>
          </p:nvPr>
        </p:nvSpPr>
        <p:spPr>
          <a:xfrm>
            <a:off x="8872161" y="2264495"/>
            <a:ext cx="3319840" cy="33872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4"/>
            </p:custDataLst>
          </p:nvPr>
        </p:nvSpPr>
        <p:spPr>
          <a:xfrm>
            <a:off x="9845455" y="4771699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5"/>
            </p:custDataLst>
          </p:nvPr>
        </p:nvSpPr>
        <p:spPr>
          <a:xfrm>
            <a:off x="3729539" y="234406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26"/>
            </p:custDataLst>
          </p:nvPr>
        </p:nvSpPr>
        <p:spPr>
          <a:xfrm>
            <a:off x="1677353" y="4608834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7"/>
            </p:custDataLst>
          </p:nvPr>
        </p:nvSpPr>
        <p:spPr>
          <a:xfrm>
            <a:off x="6503308" y="6034089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8"/>
            </p:custDataLst>
          </p:nvPr>
        </p:nvSpPr>
        <p:spPr>
          <a:xfrm>
            <a:off x="838200" y="1761490"/>
            <a:ext cx="6982460" cy="2458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9" name="日期占位符 8"/>
          <p:cNvSpPr>
            <a:spLocks noGrp="1"/>
          </p:cNvSpPr>
          <p:nvPr userDrawn="1">
            <p:ph type="dt" sz="half" idx="18"/>
            <p:custDataLst>
              <p:tags r:id="rId2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 userDrawn="1">
            <p:ph type="ftr" sz="quarter" idx="19"/>
            <p:custDataLst>
              <p:tags r:id="rId3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 userDrawn="1">
            <p:ph type="sldNum" sz="quarter" idx="20"/>
            <p:custDataLst>
              <p:tags r:id="rId3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33" name="署名占位符 10"/>
          <p:cNvSpPr>
            <a:spLocks noGrp="1"/>
          </p:cNvSpPr>
          <p:nvPr>
            <p:ph type="body" sz="quarter" idx="21" hasCustomPrompt="1"/>
            <p:custDataLst>
              <p:tags r:id="rId32"/>
            </p:custDataLst>
          </p:nvPr>
        </p:nvSpPr>
        <p:spPr>
          <a:xfrm>
            <a:off x="755332" y="4617720"/>
            <a:ext cx="2254568" cy="5077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3"/>
            </p:custDataLst>
          </p:nvPr>
        </p:nvSpPr>
        <p:spPr>
          <a:xfrm rot="3600021" flipH="1">
            <a:off x="4022725" y="1999615"/>
            <a:ext cx="929640" cy="107315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36"/>
          <p:cNvSpPr/>
          <p:nvPr userDrawn="1">
            <p:custDataLst>
              <p:tags r:id="rId4"/>
            </p:custDataLst>
          </p:nvPr>
        </p:nvSpPr>
        <p:spPr>
          <a:xfrm flipH="1">
            <a:off x="3710940" y="2257425"/>
            <a:ext cx="1266190" cy="459486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37"/>
          <p:cNvSpPr/>
          <p:nvPr userDrawn="1">
            <p:custDataLst>
              <p:tags r:id="rId5"/>
            </p:custDataLst>
          </p:nvPr>
        </p:nvSpPr>
        <p:spPr>
          <a:xfrm flipH="1">
            <a:off x="2446020" y="2258060"/>
            <a:ext cx="1264920" cy="459422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6"/>
            </p:custDataLst>
          </p:nvPr>
        </p:nvSpPr>
        <p:spPr>
          <a:xfrm flipH="1">
            <a:off x="2454275" y="1511935"/>
            <a:ext cx="2522855" cy="1492250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39"/>
          <p:cNvSpPr/>
          <p:nvPr userDrawn="1">
            <p:custDataLst>
              <p:tags r:id="rId7"/>
            </p:custDataLst>
          </p:nvPr>
        </p:nvSpPr>
        <p:spPr>
          <a:xfrm flipH="1">
            <a:off x="3717290" y="2414270"/>
            <a:ext cx="1003935" cy="279400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: 形状 40"/>
          <p:cNvSpPr/>
          <p:nvPr userDrawn="1">
            <p:custDataLst>
              <p:tags r:id="rId8"/>
            </p:custDataLst>
          </p:nvPr>
        </p:nvSpPr>
        <p:spPr>
          <a:xfrm>
            <a:off x="2719070" y="2425065"/>
            <a:ext cx="999490" cy="57848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41"/>
          <p:cNvSpPr/>
          <p:nvPr userDrawn="1">
            <p:custDataLst>
              <p:tags r:id="rId9"/>
            </p:custDataLst>
          </p:nvPr>
        </p:nvSpPr>
        <p:spPr>
          <a:xfrm flipH="1">
            <a:off x="3710940" y="2245360"/>
            <a:ext cx="1270000" cy="460629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42"/>
          <p:cNvSpPr/>
          <p:nvPr userDrawn="1">
            <p:custDataLst>
              <p:tags r:id="rId10"/>
            </p:custDataLst>
          </p:nvPr>
        </p:nvSpPr>
        <p:spPr>
          <a:xfrm flipH="1">
            <a:off x="2446020" y="2263140"/>
            <a:ext cx="1264920" cy="459422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1"/>
            </p:custDataLst>
          </p:nvPr>
        </p:nvSpPr>
        <p:spPr>
          <a:xfrm flipH="1">
            <a:off x="2454275" y="1520825"/>
            <a:ext cx="2522855" cy="1492250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2"/>
            </p:custDataLst>
          </p:nvPr>
        </p:nvSpPr>
        <p:spPr>
          <a:xfrm flipH="1">
            <a:off x="925830" y="4208145"/>
            <a:ext cx="2441575" cy="2632710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3"/>
            </p:custDataLst>
          </p:nvPr>
        </p:nvSpPr>
        <p:spPr>
          <a:xfrm flipH="1">
            <a:off x="10160" y="2236470"/>
            <a:ext cx="3367405" cy="3415030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4"/>
            </p:custDataLst>
          </p:nvPr>
        </p:nvSpPr>
        <p:spPr>
          <a:xfrm flipH="1">
            <a:off x="0" y="4771390"/>
            <a:ext cx="2404745" cy="875030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5"/>
            </p:custDataLst>
          </p:nvPr>
        </p:nvSpPr>
        <p:spPr>
          <a:xfrm flipH="1">
            <a:off x="4351020" y="4608195"/>
            <a:ext cx="6221730" cy="2232025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6"/>
            </p:custDataLst>
          </p:nvPr>
        </p:nvSpPr>
        <p:spPr>
          <a:xfrm flipH="1">
            <a:off x="4351020" y="6033770"/>
            <a:ext cx="1395730" cy="823595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7"/>
            </p:custDataLst>
          </p:nvPr>
        </p:nvSpPr>
        <p:spPr>
          <a:xfrm>
            <a:off x="6096000" y="1818936"/>
            <a:ext cx="5512904" cy="108108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defRPr sz="72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 userDrawn="1">
            <p:ph type="dt" sz="half" idx="10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 userDrawn="1">
            <p:ph type="ftr" sz="quarter" idx="11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 userDrawn="1">
            <p:ph type="sldNum" sz="quarter" idx="12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5650" cy="68580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等腰三角形 26"/>
          <p:cNvSpPr/>
          <p:nvPr userDrawn="1">
            <p:custDataLst>
              <p:tags r:id="rId3"/>
            </p:custDataLst>
          </p:nvPr>
        </p:nvSpPr>
        <p:spPr>
          <a:xfrm rot="17999979">
            <a:off x="7233269" y="1999893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4"/>
            </p:custDataLst>
          </p:nvPr>
        </p:nvSpPr>
        <p:spPr>
          <a:xfrm>
            <a:off x="7208313" y="2257171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5"/>
            </p:custDataLst>
          </p:nvPr>
        </p:nvSpPr>
        <p:spPr>
          <a:xfrm>
            <a:off x="8474753" y="2257935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6"/>
            </p:custDataLst>
          </p:nvPr>
        </p:nvSpPr>
        <p:spPr>
          <a:xfrm>
            <a:off x="7208313" y="1511907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7"/>
            </p:custDataLst>
          </p:nvPr>
        </p:nvSpPr>
        <p:spPr>
          <a:xfrm>
            <a:off x="7464616" y="2414451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8"/>
            </p:custDataLst>
          </p:nvPr>
        </p:nvSpPr>
        <p:spPr>
          <a:xfrm flipH="1">
            <a:off x="8466773" y="2424877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9"/>
            </p:custDataLst>
          </p:nvPr>
        </p:nvSpPr>
        <p:spPr>
          <a:xfrm>
            <a:off x="7204966" y="2245649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0"/>
            </p:custDataLst>
          </p:nvPr>
        </p:nvSpPr>
        <p:spPr>
          <a:xfrm>
            <a:off x="8474753" y="2263344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1"/>
            </p:custDataLst>
          </p:nvPr>
        </p:nvSpPr>
        <p:spPr>
          <a:xfrm>
            <a:off x="7208313" y="1520545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2"/>
            </p:custDataLst>
          </p:nvPr>
        </p:nvSpPr>
        <p:spPr>
          <a:xfrm>
            <a:off x="8818352" y="4208008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3"/>
            </p:custDataLst>
          </p:nvPr>
        </p:nvSpPr>
        <p:spPr>
          <a:xfrm>
            <a:off x="8807878" y="2236364"/>
            <a:ext cx="3367298" cy="3414989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4"/>
            </p:custDataLst>
          </p:nvPr>
        </p:nvSpPr>
        <p:spPr>
          <a:xfrm>
            <a:off x="9781172" y="4771356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5"/>
            </p:custDataLst>
          </p:nvPr>
        </p:nvSpPr>
        <p:spPr>
          <a:xfrm>
            <a:off x="1613070" y="4608491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6"/>
            </p:custDataLst>
          </p:nvPr>
        </p:nvSpPr>
        <p:spPr>
          <a:xfrm>
            <a:off x="6439025" y="6033746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835800" y="3148536"/>
            <a:ext cx="6477000" cy="1676364"/>
          </a:xfrm>
          <a:prstGeom prst="rect">
            <a:avLst/>
          </a:prstGeom>
        </p:spPr>
        <p:txBody>
          <a:bodyPr anchor="t" anchorCtr="0"/>
          <a:lstStyle>
            <a:lvl1pPr algn="l"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835800" y="547607"/>
            <a:ext cx="6477000" cy="2244193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 marL="0" indent="0" algn="l">
              <a:buNone/>
              <a:defRPr sz="8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25" name="任意多边形: 形状 24"/>
          <p:cNvSpPr/>
          <p:nvPr userDrawn="1">
            <p:custDataLst>
              <p:tags r:id="rId22"/>
            </p:custDataLst>
          </p:nvPr>
        </p:nvSpPr>
        <p:spPr>
          <a:xfrm>
            <a:off x="10233341" y="6441833"/>
            <a:ext cx="707320" cy="416167"/>
          </a:xfrm>
          <a:custGeom>
            <a:avLst/>
            <a:gdLst>
              <a:gd name="connsiteX0" fmla="*/ 0 w 707320"/>
              <a:gd name="connsiteY0" fmla="*/ 0 h 416167"/>
              <a:gd name="connsiteX1" fmla="*/ 707320 w 707320"/>
              <a:gd name="connsiteY1" fmla="*/ 416167 h 416167"/>
              <a:gd name="connsiteX2" fmla="*/ 0 w 707320"/>
              <a:gd name="connsiteY2" fmla="*/ 416167 h 41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7320" h="416167">
                <a:moveTo>
                  <a:pt x="0" y="0"/>
                </a:moveTo>
                <a:lnTo>
                  <a:pt x="707320" y="416167"/>
                </a:lnTo>
                <a:lnTo>
                  <a:pt x="0" y="416167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40000"/>
                  <a:lumOff val="60000"/>
                </a:schemeClr>
              </a:gs>
              <a:gs pos="5000">
                <a:schemeClr val="accent3">
                  <a:lumMod val="75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23"/>
            </p:custDataLst>
          </p:nvPr>
        </p:nvSpPr>
        <p:spPr>
          <a:xfrm>
            <a:off x="11881016" y="6677532"/>
            <a:ext cx="304634" cy="180468"/>
          </a:xfrm>
          <a:custGeom>
            <a:avLst/>
            <a:gdLst>
              <a:gd name="connsiteX0" fmla="*/ 304634 w 304634"/>
              <a:gd name="connsiteY0" fmla="*/ 0 h 180468"/>
              <a:gd name="connsiteX1" fmla="*/ 304634 w 304634"/>
              <a:gd name="connsiteY1" fmla="*/ 180468 h 180468"/>
              <a:gd name="connsiteX2" fmla="*/ 0 w 304634"/>
              <a:gd name="connsiteY2" fmla="*/ 180468 h 18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634" h="180468">
                <a:moveTo>
                  <a:pt x="304634" y="0"/>
                </a:moveTo>
                <a:lnTo>
                  <a:pt x="304634" y="180468"/>
                </a:lnTo>
                <a:lnTo>
                  <a:pt x="0" y="180468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24"/>
            </p:custDataLst>
          </p:nvPr>
        </p:nvSpPr>
        <p:spPr>
          <a:xfrm>
            <a:off x="10229228" y="5746750"/>
            <a:ext cx="1956422" cy="1111250"/>
          </a:xfrm>
          <a:custGeom>
            <a:avLst/>
            <a:gdLst>
              <a:gd name="connsiteX0" fmla="*/ 1170257 w 1956422"/>
              <a:gd name="connsiteY0" fmla="*/ 0 h 1111250"/>
              <a:gd name="connsiteX1" fmla="*/ 1956422 w 1956422"/>
              <a:gd name="connsiteY1" fmla="*/ 462460 h 1111250"/>
              <a:gd name="connsiteX2" fmla="*/ 1956422 w 1956422"/>
              <a:gd name="connsiteY2" fmla="*/ 932502 h 1111250"/>
              <a:gd name="connsiteX3" fmla="*/ 1656883 w 1956422"/>
              <a:gd name="connsiteY3" fmla="*/ 1111250 h 1111250"/>
              <a:gd name="connsiteX4" fmla="*/ 709297 w 1956422"/>
              <a:gd name="connsiteY4" fmla="*/ 1111250 h 1111250"/>
              <a:gd name="connsiteX5" fmla="*/ 0 w 1956422"/>
              <a:gd name="connsiteY5" fmla="*/ 695084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6422" h="1111250">
                <a:moveTo>
                  <a:pt x="1170257" y="0"/>
                </a:moveTo>
                <a:lnTo>
                  <a:pt x="1956422" y="462460"/>
                </a:lnTo>
                <a:lnTo>
                  <a:pt x="1956422" y="932502"/>
                </a:lnTo>
                <a:lnTo>
                  <a:pt x="1656883" y="1111250"/>
                </a:lnTo>
                <a:lnTo>
                  <a:pt x="709297" y="1111250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229228" y="5754806"/>
            <a:ext cx="1962772" cy="1103194"/>
          </a:xfrm>
          <a:custGeom>
            <a:avLst/>
            <a:gdLst>
              <a:gd name="connsiteX0" fmla="*/ 1170257 w 1962772"/>
              <a:gd name="connsiteY0" fmla="*/ 0 h 1103194"/>
              <a:gd name="connsiteX1" fmla="*/ 1962772 w 1962772"/>
              <a:gd name="connsiteY1" fmla="*/ 466195 h 1103194"/>
              <a:gd name="connsiteX2" fmla="*/ 1962772 w 1962772"/>
              <a:gd name="connsiteY2" fmla="*/ 928713 h 1103194"/>
              <a:gd name="connsiteX3" fmla="*/ 1670383 w 1962772"/>
              <a:gd name="connsiteY3" fmla="*/ 1103194 h 1103194"/>
              <a:gd name="connsiteX4" fmla="*/ 695567 w 1962772"/>
              <a:gd name="connsiteY4" fmla="*/ 1103194 h 1103194"/>
              <a:gd name="connsiteX5" fmla="*/ 0 w 1962772"/>
              <a:gd name="connsiteY5" fmla="*/ 695084 h 110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2772" h="1103194">
                <a:moveTo>
                  <a:pt x="1170257" y="0"/>
                </a:moveTo>
                <a:lnTo>
                  <a:pt x="1962772" y="466195"/>
                </a:lnTo>
                <a:lnTo>
                  <a:pt x="1962772" y="928713"/>
                </a:lnTo>
                <a:lnTo>
                  <a:pt x="1670383" y="1103194"/>
                </a:lnTo>
                <a:lnTo>
                  <a:pt x="695567" y="1103194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960" y="360000"/>
            <a:ext cx="1080008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960" y="360000"/>
            <a:ext cx="10799088" cy="864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2"/>
            </p:custDataLst>
          </p:nvPr>
        </p:nvSpPr>
        <p:spPr>
          <a:xfrm>
            <a:off x="0" y="343"/>
            <a:ext cx="1219199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等腰三角形 33"/>
          <p:cNvSpPr/>
          <p:nvPr userDrawn="1">
            <p:custDataLst>
              <p:tags r:id="rId3"/>
            </p:custDataLst>
          </p:nvPr>
        </p:nvSpPr>
        <p:spPr>
          <a:xfrm rot="17999979">
            <a:off x="7297552" y="2000236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4"/>
            </p:custDataLst>
          </p:nvPr>
        </p:nvSpPr>
        <p:spPr>
          <a:xfrm>
            <a:off x="5235827" y="0"/>
            <a:ext cx="7003632" cy="68580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5"/>
            </p:custDataLst>
          </p:nvPr>
        </p:nvSpPr>
        <p:spPr>
          <a:xfrm>
            <a:off x="3726193" y="231742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6"/>
            </p:custDataLst>
          </p:nvPr>
        </p:nvSpPr>
        <p:spPr>
          <a:xfrm>
            <a:off x="3726194" y="2327130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7"/>
            </p:custDataLst>
          </p:nvPr>
        </p:nvSpPr>
        <p:spPr>
          <a:xfrm>
            <a:off x="0" y="343"/>
            <a:ext cx="6168018" cy="3770132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8"/>
            </p:custDataLst>
          </p:nvPr>
        </p:nvSpPr>
        <p:spPr>
          <a:xfrm>
            <a:off x="3473492" y="344"/>
            <a:ext cx="4936640" cy="1851395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9"/>
            </p:custDataLst>
          </p:nvPr>
        </p:nvSpPr>
        <p:spPr>
          <a:xfrm>
            <a:off x="0" y="3960353"/>
            <a:ext cx="3859222" cy="2880714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0"/>
            </p:custDataLst>
          </p:nvPr>
        </p:nvSpPr>
        <p:spPr>
          <a:xfrm>
            <a:off x="2604916" y="2751699"/>
            <a:ext cx="2844078" cy="1021483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11"/>
            </p:custDataLst>
          </p:nvPr>
        </p:nvSpPr>
        <p:spPr>
          <a:xfrm>
            <a:off x="5335307" y="-24505"/>
            <a:ext cx="3132400" cy="1858965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7" name="图片 66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084" y="1571980"/>
            <a:ext cx="1535822" cy="1510300"/>
          </a:xfrm>
          <a:prstGeom prst="rect">
            <a:avLst/>
          </a:prstGeom>
        </p:spPr>
      </p:pic>
      <p:sp>
        <p:nvSpPr>
          <p:cNvPr id="68" name="任意多边形: 形状 67"/>
          <p:cNvSpPr/>
          <p:nvPr userDrawn="1">
            <p:custDataLst>
              <p:tags r:id="rId14"/>
            </p:custDataLst>
          </p:nvPr>
        </p:nvSpPr>
        <p:spPr>
          <a:xfrm>
            <a:off x="7272596" y="2257514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5"/>
            </p:custDataLst>
          </p:nvPr>
        </p:nvSpPr>
        <p:spPr>
          <a:xfrm>
            <a:off x="8539036" y="2258278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6"/>
            </p:custDataLst>
          </p:nvPr>
        </p:nvSpPr>
        <p:spPr>
          <a:xfrm>
            <a:off x="7272596" y="1512250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7"/>
            </p:custDataLst>
          </p:nvPr>
        </p:nvSpPr>
        <p:spPr>
          <a:xfrm>
            <a:off x="7528899" y="2414794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8"/>
            </p:custDataLst>
          </p:nvPr>
        </p:nvSpPr>
        <p:spPr>
          <a:xfrm flipH="1">
            <a:off x="8531056" y="2425220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9"/>
            </p:custDataLst>
          </p:nvPr>
        </p:nvSpPr>
        <p:spPr>
          <a:xfrm>
            <a:off x="7269249" y="2245992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20"/>
            </p:custDataLst>
          </p:nvPr>
        </p:nvSpPr>
        <p:spPr>
          <a:xfrm>
            <a:off x="8539036" y="2263687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21"/>
            </p:custDataLst>
          </p:nvPr>
        </p:nvSpPr>
        <p:spPr>
          <a:xfrm>
            <a:off x="7272596" y="1520888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2"/>
            </p:custDataLst>
          </p:nvPr>
        </p:nvSpPr>
        <p:spPr>
          <a:xfrm>
            <a:off x="8882635" y="4208351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23"/>
            </p:custDataLst>
          </p:nvPr>
        </p:nvSpPr>
        <p:spPr>
          <a:xfrm>
            <a:off x="8872161" y="2264495"/>
            <a:ext cx="3319840" cy="33872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24"/>
            </p:custDataLst>
          </p:nvPr>
        </p:nvSpPr>
        <p:spPr>
          <a:xfrm>
            <a:off x="9845455" y="4771699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25"/>
            </p:custDataLst>
          </p:nvPr>
        </p:nvSpPr>
        <p:spPr>
          <a:xfrm>
            <a:off x="3729539" y="234406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26"/>
            </p:custDataLst>
          </p:nvPr>
        </p:nvSpPr>
        <p:spPr>
          <a:xfrm>
            <a:off x="1677353" y="4608834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27"/>
            </p:custDataLst>
          </p:nvPr>
        </p:nvSpPr>
        <p:spPr>
          <a:xfrm>
            <a:off x="6503308" y="6034089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8"/>
            <p:custDataLst>
              <p:tags r:id="rId2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9"/>
            <p:custDataLst>
              <p:tags r:id="rId29"/>
            </p:custDataLst>
          </p:nvPr>
        </p:nvSpPr>
        <p:spPr>
          <a:xfrm>
            <a:off x="4166870" y="6456045"/>
            <a:ext cx="3255010" cy="26543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@Slaydtop01_bot</a:t>
            </a:r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20"/>
            <p:custDataLst>
              <p:tags r:id="rId3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37" name="署名占位符 10"/>
          <p:cNvSpPr>
            <a:spLocks noGrp="1"/>
          </p:cNvSpPr>
          <p:nvPr>
            <p:ph type="body" sz="quarter" idx="21" hasCustomPrompt="1"/>
            <p:custDataLst>
              <p:tags r:id="rId31"/>
            </p:custDataLst>
          </p:nvPr>
        </p:nvSpPr>
        <p:spPr>
          <a:xfrm>
            <a:off x="755332" y="4617720"/>
            <a:ext cx="2254568" cy="5077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8" name="标题 1"/>
          <p:cNvSpPr>
            <a:spLocks noGrp="1"/>
          </p:cNvSpPr>
          <p:nvPr>
            <p:ph type="ctrTitle" hasCustomPrompt="1"/>
            <p:custDataLst>
              <p:tags r:id="rId32"/>
            </p:custDataLst>
          </p:nvPr>
        </p:nvSpPr>
        <p:spPr>
          <a:xfrm>
            <a:off x="838200" y="1760400"/>
            <a:ext cx="6120000" cy="245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2"/>
            </p:custDataLst>
          </p:nvPr>
        </p:nvSpPr>
        <p:spPr>
          <a:xfrm>
            <a:off x="-63500" y="222885"/>
            <a:ext cx="12192000" cy="6858000"/>
          </a:xfrm>
          <a:prstGeom prst="rect">
            <a:avLst/>
          </a:prstGeom>
          <a:gradFill>
            <a:gsLst>
              <a:gs pos="75000">
                <a:srgbClr val="0D0D0D"/>
              </a:gs>
              <a:gs pos="100000">
                <a:schemeClr val="accent1">
                  <a:lumMod val="5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rgbClr val="FFFFFF"/>
              </a:gs>
              <a:gs pos="100000">
                <a:schemeClr val="accent1"/>
              </a:gs>
            </a:gsLst>
            <a:lin ang="4800000" scaled="0"/>
          </a:gra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署名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47750" y="3437514"/>
            <a:ext cx="10096500" cy="2067935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Name</a:t>
            </a:r>
            <a:endParaRPr lang="en-US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" name="副标题"/>
          <p:cNvSpPr>
            <a:spLocks noGrp="1"/>
          </p:cNvSpPr>
          <p:nvPr>
            <p:ph type="subTitle" idx="4294967295"/>
            <p:custDataLst>
              <p:tags r:id="rId2"/>
            </p:custDataLst>
          </p:nvPr>
        </p:nvSpPr>
        <p:spPr>
          <a:xfrm>
            <a:off x="0" y="1301750"/>
            <a:ext cx="10800080" cy="4873625"/>
          </a:xfrm>
        </p:spPr>
        <p:txBody>
          <a:bodyPr wrap="square">
            <a:normAutofit/>
          </a:bodyPr>
          <a:p>
            <a:r>
              <a:rPr lang="en-US">
                <a:latin typeface="+mj-lt"/>
              </a:rPr>
              <a:t>Click to add subtitle</a:t>
            </a:r>
            <a:endParaRPr lang="en-US"/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The title goes here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2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j-ea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j-ea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j-ea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j-ea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Your title here</a:t>
            </a:r>
            <a:endParaRPr 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01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/>
            </a:fld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VALUE" val="160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VALUE" val="16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UNIT_VALUE" val="30"/>
  <p:tag name="KSO_WM_TEMPLATE_CATEGORY" val="custom"/>
  <p:tag name="KSO_WM_TEMPLATE_INDEX" val="20233459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UNIT_VALUE" val="350"/>
  <p:tag name="KSO_WM_TEMPLATE_CATEGORY" val="custom"/>
  <p:tag name="KSO_WM_TEMPLATE_INDEX" val="20233459"/>
</p:tagLst>
</file>

<file path=ppt/tags/tag143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9"/>
</p:tagLst>
</file>

<file path=ppt/tags/tag14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3_1*f*4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Name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custom20238023_1*b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Click to add subtitle"/>
  <p:tag name="KSO_WM_UNIT_TYPE_DROP" val="b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单击此处编辑母版标题样式"/>
</p:tagLst>
</file>

<file path=ppt/tags/tag14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署名占位符"/>
</p:tagLst>
</file>

<file path=ppt/tags/tag14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  <p:tag name="KSO_WM_SLIDE_TYPE" val="text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  <p:tag name="KSO_WM_SLIDE_TYPE" val="text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  <p:tag name="KSO_WM_SLIDE_TYPE" val="text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  <p:tag name="KSO_WM_SLIDE_TYPE" val="text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单击此处编辑母版标题样式"/>
</p:tagLst>
</file>

<file path=ppt/tags/tag162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节编号"/>
</p:tagLst>
</file>

<file path=ppt/tags/tag163.xml><?xml version="1.0" encoding="utf-8"?>
<p:tagLst xmlns:p="http://schemas.openxmlformats.org/presentationml/2006/main">
  <p:tag name="KSO_WM_SPECIAL_SOURCE" val="bdnull"/>
  <p:tag name="KSO_WM_SLIDE_ID" val="custom20233459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59"/>
  <p:tag name="KSO_WM_SLIDE_LAYOUT" val="a_e"/>
  <p:tag name="KSO_WM_SLIDE_LAYOUT_CNT" val="1_1"/>
</p:tagLst>
</file>

<file path=ppt/theme/theme1.xml><?xml version="1.0" encoding="utf-8"?>
<a:theme xmlns:a="http://schemas.openxmlformats.org/drawingml/2006/main" name="3_Office Theme">
  <a:themeElements>
    <a:clrScheme name="自定义 48">
      <a:dk1>
        <a:srgbClr val="000000"/>
      </a:dk1>
      <a:lt1>
        <a:srgbClr val="FFFFFF"/>
      </a:lt1>
      <a:dk2>
        <a:srgbClr val="261300"/>
      </a:dk2>
      <a:lt2>
        <a:srgbClr val="F5F7FF"/>
      </a:lt2>
      <a:accent1>
        <a:srgbClr val="C4813C"/>
      </a:accent1>
      <a:accent2>
        <a:srgbClr val="FEE38B"/>
      </a:accent2>
      <a:accent3>
        <a:srgbClr val="FDBA69"/>
      </a:accent3>
      <a:accent4>
        <a:srgbClr val="633413"/>
      </a:accent4>
      <a:accent5>
        <a:srgbClr val="FFFF00"/>
      </a:accent5>
      <a:accent6>
        <a:srgbClr val="FFA649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Presentation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 Bold</vt:lpstr>
      <vt:lpstr>Inter</vt:lpstr>
      <vt:lpstr>Nunito Sans ExtraBold</vt:lpstr>
      <vt:lpstr>Nunito Sans</vt:lpstr>
      <vt:lpstr>3_Office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2026-05-08T07:14:16Z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3826D7C379394CDCBF4666A6BE971CD5_11</vt:lpwstr>
  </property>
  <property fmtid="{D5CDD505-2E9C-101B-9397-08002B2CF9AE}" pid="3" name="KSOProductBuildVer">
    <vt:lpwstr>1033-12.1.0.25862</vt:lpwstr>
  </property>
</Properties>
</file>