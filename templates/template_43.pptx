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image" Target="../media/image4.svg"/><Relationship Id="rId17" Type="http://schemas.openxmlformats.org/officeDocument/2006/relationships/image" Target="../media/image3.png"/><Relationship Id="rId16" Type="http://schemas.openxmlformats.org/officeDocument/2006/relationships/tags" Target="../tags/tag13.xml"/><Relationship Id="rId15" Type="http://schemas.openxmlformats.org/officeDocument/2006/relationships/image" Target="../media/image2.svg"/><Relationship Id="rId14" Type="http://schemas.openxmlformats.org/officeDocument/2006/relationships/image" Target="../media/image1.png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tags" Target="../tags/tag41.xml"/><Relationship Id="rId19" Type="http://schemas.openxmlformats.org/officeDocument/2006/relationships/tags" Target="../tags/tag54.xml"/><Relationship Id="rId18" Type="http://schemas.openxmlformats.org/officeDocument/2006/relationships/image" Target="../media/image7.svg"/><Relationship Id="rId17" Type="http://schemas.openxmlformats.org/officeDocument/2006/relationships/image" Target="../media/image3.png"/><Relationship Id="rId16" Type="http://schemas.openxmlformats.org/officeDocument/2006/relationships/tags" Target="../tags/tag53.xml"/><Relationship Id="rId15" Type="http://schemas.openxmlformats.org/officeDocument/2006/relationships/image" Target="../media/image6.svg"/><Relationship Id="rId14" Type="http://schemas.openxmlformats.org/officeDocument/2006/relationships/image" Target="../media/image5.png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0" Type="http://schemas.openxmlformats.org/officeDocument/2006/relationships/tags" Target="../tags/tag125.xml"/><Relationship Id="rId2" Type="http://schemas.openxmlformats.org/officeDocument/2006/relationships/tags" Target="../tags/tag111.xml"/><Relationship Id="rId19" Type="http://schemas.openxmlformats.org/officeDocument/2006/relationships/tags" Target="../tags/tag124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118.xml"/><Relationship Id="rId10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2" name="椭圆 8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flipH="1">
            <a:off x="7106285" y="2912110"/>
            <a:ext cx="1763395" cy="1763395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5000"/>
                </a:schemeClr>
              </a:gs>
              <a:gs pos="89000">
                <a:schemeClr val="accent1">
                  <a:lumMod val="40000"/>
                  <a:lumOff val="60000"/>
                  <a:alpha val="60000"/>
                </a:schemeClr>
              </a:gs>
            </a:gsLst>
            <a:lin ang="15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6" name="矩形: 圆顶角 12"/>
          <p:cNvSpPr/>
          <p:nvPr>
            <p:custDataLst>
              <p:tags r:id="rId4"/>
            </p:custDataLst>
          </p:nvPr>
        </p:nvSpPr>
        <p:spPr>
          <a:xfrm rot="18900000" flipH="1">
            <a:off x="2332990" y="1199515"/>
            <a:ext cx="1979930" cy="368554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5" name="矩形: 圆顶角 13"/>
          <p:cNvSpPr/>
          <p:nvPr>
            <p:custDataLst>
              <p:tags r:id="rId5"/>
            </p:custDataLst>
          </p:nvPr>
        </p:nvSpPr>
        <p:spPr>
          <a:xfrm rot="8100000" flipH="1">
            <a:off x="2037080" y="2382520"/>
            <a:ext cx="1979930" cy="373697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任意多边形: 形状 11"/>
          <p:cNvSpPr/>
          <p:nvPr>
            <p:custDataLst>
              <p:tags r:id="rId6"/>
            </p:custDataLst>
          </p:nvPr>
        </p:nvSpPr>
        <p:spPr>
          <a:xfrm flipH="1">
            <a:off x="10198733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89000">
                <a:schemeClr val="accent1">
                  <a:alpha val="25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7"/>
            </p:custDataLst>
          </p:nvPr>
        </p:nvCxnSpPr>
        <p:spPr>
          <a:xfrm>
            <a:off x="1144905" y="60134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8"/>
            </p:custDataLst>
          </p:nvPr>
        </p:nvCxnSpPr>
        <p:spPr>
          <a:xfrm>
            <a:off x="1144905" y="65976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9"/>
            </p:custDataLst>
          </p:nvPr>
        </p:nvCxnSpPr>
        <p:spPr>
          <a:xfrm>
            <a:off x="1144905" y="71818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0654665" y="6252210"/>
            <a:ext cx="107950" cy="1079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0902315" y="6252210"/>
            <a:ext cx="107950" cy="1079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0407015" y="6252210"/>
            <a:ext cx="107950" cy="1079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图片 56" descr="箭头 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2875" y="6229350"/>
            <a:ext cx="153670" cy="153670"/>
          </a:xfrm>
          <a:prstGeom prst="rect">
            <a:avLst/>
          </a:prstGeom>
        </p:spPr>
      </p:pic>
      <p:pic>
        <p:nvPicPr>
          <p:cNvPr id="58" name="图片 57" descr="箭头 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1144905" y="6229350"/>
            <a:ext cx="153670" cy="15367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19"/>
            </p:custDataLst>
          </p:nvPr>
        </p:nvSpPr>
        <p:spPr>
          <a:xfrm>
            <a:off x="4460086" y="583854"/>
            <a:ext cx="6724805" cy="87689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200" b="1" i="0" u="none" strike="noStrike" kern="1200" cap="none" spc="0" normalizeH="0" baseline="0" noProof="1" dirty="0">
                <a:gradFill>
                  <a:gsLst>
                    <a:gs pos="7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7800000" scaled="0"/>
                </a:gradFill>
                <a:latin typeface="+mj-lt"/>
              </a:defRPr>
            </a:lvl1pPr>
          </a:lstStyle>
          <a:p>
            <a:pPr lvl="0" algn="r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20"/>
            </p:custDataLst>
          </p:nvPr>
        </p:nvSpPr>
        <p:spPr>
          <a:xfrm>
            <a:off x="4460240" y="1561719"/>
            <a:ext cx="6724650" cy="33532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200" b="1" i="0" u="none" strike="noStrike" kern="1200" cap="none" spc="0" normalizeH="0" baseline="0" noProof="1" dirty="0">
                <a:gradFill>
                  <a:gsLst>
                    <a:gs pos="20000">
                      <a:schemeClr val="accent2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 algn="r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1" name="署名占位符 10"/>
          <p:cNvSpPr>
            <a:spLocks noGrp="1"/>
          </p:cNvSpPr>
          <p:nvPr>
            <p:ph type="body" sz="quarter" idx="17" hasCustomPrompt="1"/>
            <p:custDataLst>
              <p:tags r:id="rId24"/>
            </p:custDataLst>
          </p:nvPr>
        </p:nvSpPr>
        <p:spPr>
          <a:xfrm>
            <a:off x="9240890" y="5051532"/>
            <a:ext cx="1944000" cy="45727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正文"/>
          <p:cNvSpPr txBox="1">
            <a:spLocks noGrp="1"/>
          </p:cNvSpPr>
          <p:nvPr>
            <p:ph idx="6" hasCustomPrompt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en-US">
                <a:latin typeface="+mn-lt"/>
              </a:defRPr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5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10972165" y="77216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6"/>
            </p:custDataLst>
          </p:nvPr>
        </p:nvCxnSpPr>
        <p:spPr>
          <a:xfrm>
            <a:off x="10972165" y="84709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7"/>
            </p:custDataLst>
          </p:nvPr>
        </p:nvCxnSpPr>
        <p:spPr>
          <a:xfrm>
            <a:off x="10972165" y="921385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顶角 12"/>
          <p:cNvSpPr/>
          <p:nvPr>
            <p:custDataLst>
              <p:tags r:id="rId8"/>
            </p:custDataLst>
          </p:nvPr>
        </p:nvSpPr>
        <p:spPr>
          <a:xfrm rot="16200000" flipH="1">
            <a:off x="2978150" y="-1115695"/>
            <a:ext cx="76200" cy="46069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9" name="任意多边形: 形状 4"/>
          <p:cNvSpPr/>
          <p:nvPr>
            <p:custDataLst>
              <p:tags r:id="rId3"/>
            </p:custDataLst>
          </p:nvPr>
        </p:nvSpPr>
        <p:spPr>
          <a:xfrm flipH="1">
            <a:off x="10275568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89000">
                <a:schemeClr val="accent1">
                  <a:alpha val="25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4"/>
            </p:custDataLst>
          </p:nvPr>
        </p:nvCxnSpPr>
        <p:spPr>
          <a:xfrm>
            <a:off x="1144905" y="60134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5"/>
            </p:custDataLst>
          </p:nvPr>
        </p:nvCxnSpPr>
        <p:spPr>
          <a:xfrm>
            <a:off x="1144905" y="65976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1144905" y="71818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顶角 12"/>
          <p:cNvSpPr/>
          <p:nvPr>
            <p:custDataLst>
              <p:tags r:id="rId7"/>
            </p:custDataLst>
          </p:nvPr>
        </p:nvSpPr>
        <p:spPr>
          <a:xfrm rot="16200000" flipH="1">
            <a:off x="1751330" y="2410460"/>
            <a:ext cx="1711325" cy="31845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矩形: 圆顶角 13"/>
          <p:cNvSpPr/>
          <p:nvPr>
            <p:custDataLst>
              <p:tags r:id="rId8"/>
            </p:custDataLst>
          </p:nvPr>
        </p:nvSpPr>
        <p:spPr>
          <a:xfrm rot="5400000" flipH="1">
            <a:off x="2086610" y="3187065"/>
            <a:ext cx="1711325" cy="322897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1739264" y="1067435"/>
            <a:ext cx="4524597" cy="907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2" name="椭圆 8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flipH="1">
            <a:off x="7226300" y="2954655"/>
            <a:ext cx="1763395" cy="1763395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5000"/>
                </a:schemeClr>
              </a:gs>
              <a:gs pos="89000">
                <a:schemeClr val="accent1">
                  <a:lumMod val="40000"/>
                  <a:lumOff val="60000"/>
                  <a:alpha val="60000"/>
                </a:schemeClr>
              </a:gs>
            </a:gsLst>
            <a:lin ang="15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5" name="矩形: 圆顶角 12"/>
          <p:cNvSpPr/>
          <p:nvPr>
            <p:custDataLst>
              <p:tags r:id="rId4"/>
            </p:custDataLst>
          </p:nvPr>
        </p:nvSpPr>
        <p:spPr>
          <a:xfrm flipH="1">
            <a:off x="2816225" y="1450340"/>
            <a:ext cx="1893570" cy="352425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5"/>
            </p:custDataLst>
          </p:nvPr>
        </p:nvSpPr>
        <p:spPr>
          <a:xfrm rot="10800000" flipH="1">
            <a:off x="1900555" y="1906270"/>
            <a:ext cx="1893570" cy="357314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95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3" name="任意多边形: 形状 9"/>
          <p:cNvSpPr/>
          <p:nvPr>
            <p:custDataLst>
              <p:tags r:id="rId6"/>
            </p:custDataLst>
          </p:nvPr>
        </p:nvSpPr>
        <p:spPr>
          <a:xfrm flipH="1">
            <a:off x="10156823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89000">
                <a:schemeClr val="accent1">
                  <a:alpha val="25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7"/>
            </p:custDataLst>
          </p:nvPr>
        </p:nvCxnSpPr>
        <p:spPr>
          <a:xfrm>
            <a:off x="1144905" y="60134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8"/>
            </p:custDataLst>
          </p:nvPr>
        </p:nvCxnSpPr>
        <p:spPr>
          <a:xfrm>
            <a:off x="1144905" y="65976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1144905" y="71818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0348595" y="6252210"/>
            <a:ext cx="107950" cy="1079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0596245" y="6252210"/>
            <a:ext cx="107950" cy="1079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0100945" y="6252210"/>
            <a:ext cx="107950" cy="1079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图片 56" descr="箭头 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2875" y="6229350"/>
            <a:ext cx="153670" cy="153670"/>
          </a:xfrm>
          <a:prstGeom prst="rect">
            <a:avLst/>
          </a:prstGeom>
        </p:spPr>
      </p:pic>
      <p:pic>
        <p:nvPicPr>
          <p:cNvPr id="58" name="图片 57" descr="箭头 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1144905" y="6229350"/>
            <a:ext cx="153670" cy="15367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9"/>
            </p:custDataLst>
          </p:nvPr>
        </p:nvSpPr>
        <p:spPr>
          <a:xfrm>
            <a:off x="4709795" y="2879090"/>
            <a:ext cx="6257925" cy="33496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>
                  <a:gsLst>
                    <a:gs pos="20000">
                      <a:schemeClr val="accent2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 algn="r"/>
            <a:r>
              <a:rPr lang="en-US"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1" hasCustomPrompt="1"/>
            <p:custDataLst>
              <p:tags r:id="rId20"/>
            </p:custDataLst>
          </p:nvPr>
        </p:nvSpPr>
        <p:spPr>
          <a:xfrm>
            <a:off x="6238875" y="1652270"/>
            <a:ext cx="4728845" cy="115189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en-US" sz="4400" b="0" i="0" u="none" strike="noStrike" kern="1200" cap="none" spc="0" normalizeH="0" baseline="0" noProof="1" dirty="0">
                <a:gradFill>
                  <a:gsLst>
                    <a:gs pos="7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7800000" scaled="0"/>
                </a:gradFill>
                <a:latin typeface="+mn-lt"/>
              </a:defRPr>
            </a:lvl1pPr>
          </a:lstStyle>
          <a:p>
            <a:pPr lvl="0" algn="r">
              <a:lnSpc>
                <a:spcPct val="120000"/>
              </a:lnSpc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正文"/>
          <p:cNvSpPr txBox="1">
            <a:spLocks noGrp="1"/>
          </p:cNvSpPr>
          <p:nvPr>
            <p:ph idx="7" hasCustomPrompt="1"/>
            <p:custDataLst>
              <p:tags r:id="rId3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6" hasCustomPrompt="1"/>
            <p:custDataLst>
              <p:tags r:id="rId4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5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矩形: 圆顶角 12"/>
          <p:cNvSpPr/>
          <p:nvPr>
            <p:custDataLst>
              <p:tags r:id="rId6"/>
            </p:custDataLst>
          </p:nvPr>
        </p:nvSpPr>
        <p:spPr>
          <a:xfrm rot="16200000" flipH="1">
            <a:off x="2978150" y="-1115695"/>
            <a:ext cx="76200" cy="46069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>
            <a:off x="10972165" y="77216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8"/>
            </p:custDataLst>
          </p:nvPr>
        </p:nvCxnSpPr>
        <p:spPr>
          <a:xfrm>
            <a:off x="10972165" y="84709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9"/>
            </p:custDataLst>
          </p:nvPr>
        </p:nvCxnSpPr>
        <p:spPr>
          <a:xfrm>
            <a:off x="10972165" y="921385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8" name="正文"/>
          <p:cNvSpPr txBox="1">
            <a:spLocks noGrp="1"/>
          </p:cNvSpPr>
          <p:nvPr>
            <p:ph idx="9" hasCustomPrompt="1"/>
            <p:custDataLst>
              <p:tags r:id="rId3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8" hasCustomPrompt="1"/>
            <p:custDataLst>
              <p:tags r:id="rId4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7" hasCustomPrompt="1"/>
            <p:custDataLst>
              <p:tags r:id="rId5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6" hasCustomPrompt="1"/>
            <p:custDataLst>
              <p:tags r:id="rId6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5" hasCustomPrompt="1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矩形: 圆顶角 12"/>
          <p:cNvSpPr/>
          <p:nvPr>
            <p:custDataLst>
              <p:tags r:id="rId8"/>
            </p:custDataLst>
          </p:nvPr>
        </p:nvSpPr>
        <p:spPr>
          <a:xfrm rot="16200000" flipH="1">
            <a:off x="2978150" y="-1115695"/>
            <a:ext cx="76200" cy="46069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cxnSp>
        <p:nvCxnSpPr>
          <p:cNvPr id="15" name="直接连接符 14"/>
          <p:cNvCxnSpPr/>
          <p:nvPr>
            <p:custDataLst>
              <p:tags r:id="rId9"/>
            </p:custDataLst>
          </p:nvPr>
        </p:nvCxnSpPr>
        <p:spPr>
          <a:xfrm>
            <a:off x="10972165" y="77216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972165" y="84709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1"/>
            </p:custDataLst>
          </p:nvPr>
        </p:nvCxnSpPr>
        <p:spPr>
          <a:xfrm>
            <a:off x="10972165" y="921385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标题"/>
          <p:cNvSpPr txBox="1">
            <a:spLocks noGrp="1"/>
          </p:cNvSpPr>
          <p:nvPr>
            <p:ph type="title" idx="5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6" name="矩形: 圆顶角 12"/>
          <p:cNvSpPr/>
          <p:nvPr>
            <p:custDataLst>
              <p:tags r:id="rId4"/>
            </p:custDataLst>
          </p:nvPr>
        </p:nvSpPr>
        <p:spPr>
          <a:xfrm rot="16200000" flipH="1">
            <a:off x="2978150" y="-1115695"/>
            <a:ext cx="76200" cy="46069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cxnSp>
        <p:nvCxnSpPr>
          <p:cNvPr id="15" name="直接连接符 14"/>
          <p:cNvCxnSpPr/>
          <p:nvPr>
            <p:custDataLst>
              <p:tags r:id="rId5"/>
            </p:custDataLst>
          </p:nvPr>
        </p:nvCxnSpPr>
        <p:spPr>
          <a:xfrm>
            <a:off x="10972165" y="77216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6"/>
            </p:custDataLst>
          </p:nvPr>
        </p:nvCxnSpPr>
        <p:spPr>
          <a:xfrm>
            <a:off x="10972165" y="84709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7"/>
            </p:custDataLst>
          </p:nvPr>
        </p:nvCxnSpPr>
        <p:spPr>
          <a:xfrm>
            <a:off x="10972165" y="921385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标题"/>
          <p:cNvSpPr txBox="1">
            <a:spLocks noGrp="1"/>
          </p:cNvSpPr>
          <p:nvPr>
            <p:ph type="title" idx="6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矩形: 圆顶角 12"/>
          <p:cNvSpPr/>
          <p:nvPr>
            <p:custDataLst>
              <p:tags r:id="rId4"/>
            </p:custDataLst>
          </p:nvPr>
        </p:nvSpPr>
        <p:spPr>
          <a:xfrm rot="16200000" flipH="1">
            <a:off x="2978150" y="-1115695"/>
            <a:ext cx="76200" cy="46069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cxnSp>
        <p:nvCxnSpPr>
          <p:cNvPr id="7" name="直接连接符 6"/>
          <p:cNvCxnSpPr/>
          <p:nvPr>
            <p:custDataLst>
              <p:tags r:id="rId5"/>
            </p:custDataLst>
          </p:nvPr>
        </p:nvCxnSpPr>
        <p:spPr>
          <a:xfrm>
            <a:off x="10972165" y="77216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10972165" y="84709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10972165" y="921385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副标题"/>
          <p:cNvSpPr txBox="1"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2" name="椭圆 8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flipH="1">
            <a:off x="2155825" y="1458505"/>
            <a:ext cx="1763395" cy="1763395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5000"/>
                </a:schemeClr>
              </a:gs>
              <a:gs pos="89000">
                <a:schemeClr val="accent1">
                  <a:lumMod val="40000"/>
                  <a:lumOff val="60000"/>
                  <a:alpha val="60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0" name="任意多边形: 形状 6"/>
          <p:cNvSpPr/>
          <p:nvPr>
            <p:custDataLst>
              <p:tags r:id="rId4"/>
            </p:custDataLst>
          </p:nvPr>
        </p:nvSpPr>
        <p:spPr>
          <a:xfrm flipH="1">
            <a:off x="10275568" y="0"/>
            <a:ext cx="1490346" cy="807593"/>
          </a:xfrm>
          <a:custGeom>
            <a:avLst/>
            <a:gdLst>
              <a:gd name="connsiteX0" fmla="*/ 1484054 w 1490346"/>
              <a:gd name="connsiteY0" fmla="*/ 0 h 807593"/>
              <a:gd name="connsiteX1" fmla="*/ 6292 w 1490346"/>
              <a:gd name="connsiteY1" fmla="*/ 0 h 807593"/>
              <a:gd name="connsiteX2" fmla="*/ 0 w 1490346"/>
              <a:gd name="connsiteY2" fmla="*/ 62420 h 807593"/>
              <a:gd name="connsiteX3" fmla="*/ 745173 w 1490346"/>
              <a:gd name="connsiteY3" fmla="*/ 807593 h 807593"/>
              <a:gd name="connsiteX4" fmla="*/ 1490346 w 1490346"/>
              <a:gd name="connsiteY4" fmla="*/ 62420 h 8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07593">
                <a:moveTo>
                  <a:pt x="1484054" y="0"/>
                </a:moveTo>
                <a:lnTo>
                  <a:pt x="6292" y="0"/>
                </a:lnTo>
                <a:lnTo>
                  <a:pt x="0" y="62420"/>
                </a:lnTo>
                <a:cubicBezTo>
                  <a:pt x="0" y="473968"/>
                  <a:pt x="333625" y="807593"/>
                  <a:pt x="745173" y="807593"/>
                </a:cubicBezTo>
                <a:cubicBezTo>
                  <a:pt x="1156721" y="807593"/>
                  <a:pt x="1490346" y="473968"/>
                  <a:pt x="1490346" y="6242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89000">
                <a:schemeClr val="accent1">
                  <a:alpha val="25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5"/>
            </p:custDataLst>
          </p:nvPr>
        </p:nvCxnSpPr>
        <p:spPr>
          <a:xfrm>
            <a:off x="837565" y="60134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6"/>
            </p:custDataLst>
          </p:nvPr>
        </p:nvCxnSpPr>
        <p:spPr>
          <a:xfrm>
            <a:off x="837565" y="65976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837565" y="71818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片 56" descr="箭头 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5535" y="6229350"/>
            <a:ext cx="153670" cy="153670"/>
          </a:xfrm>
          <a:prstGeom prst="rect">
            <a:avLst/>
          </a:prstGeom>
        </p:spPr>
      </p:pic>
      <p:pic>
        <p:nvPicPr>
          <p:cNvPr id="58" name="图片 57" descr="箭头 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837565" y="6229350"/>
            <a:ext cx="153670" cy="153670"/>
          </a:xfrm>
          <a:prstGeom prst="rect">
            <a:avLst/>
          </a:prstGeom>
        </p:spPr>
      </p:pic>
      <p:sp>
        <p:nvSpPr>
          <p:cNvPr id="18" name="矩形: 圆顶角 12"/>
          <p:cNvSpPr/>
          <p:nvPr>
            <p:custDataLst>
              <p:tags r:id="rId14"/>
            </p:custDataLst>
          </p:nvPr>
        </p:nvSpPr>
        <p:spPr>
          <a:xfrm rot="18900000" flipH="1">
            <a:off x="8013065" y="1040130"/>
            <a:ext cx="2052955" cy="382143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9" name="矩形: 圆顶角 13"/>
          <p:cNvSpPr/>
          <p:nvPr>
            <p:custDataLst>
              <p:tags r:id="rId15"/>
            </p:custDataLst>
          </p:nvPr>
        </p:nvSpPr>
        <p:spPr>
          <a:xfrm rot="8100000" flipH="1">
            <a:off x="7706360" y="2266315"/>
            <a:ext cx="2052955" cy="387413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6"/>
            </p:custDataLst>
          </p:nvPr>
        </p:nvSpPr>
        <p:spPr>
          <a:xfrm>
            <a:off x="837565" y="2507010"/>
            <a:ext cx="7294880" cy="1011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600" b="1" i="0" u="none" strike="noStrike" kern="1200" cap="none" spc="0" normalizeH="0" baseline="0" noProof="1" dirty="0">
                <a:gradFill>
                  <a:gsLst>
                    <a:gs pos="20000">
                      <a:schemeClr val="accent2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17" name="署名占位符 10"/>
          <p:cNvSpPr>
            <a:spLocks noGrp="1"/>
          </p:cNvSpPr>
          <p:nvPr>
            <p:ph type="body" sz="quarter" idx="17" hasCustomPrompt="1"/>
            <p:custDataLst>
              <p:tags r:id="rId20"/>
            </p:custDataLst>
          </p:nvPr>
        </p:nvSpPr>
        <p:spPr>
          <a:xfrm>
            <a:off x="837565" y="3988960"/>
            <a:ext cx="1944000" cy="45727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tags" Target="../tags/tag136.xml"/><Relationship Id="rId21" Type="http://schemas.openxmlformats.org/officeDocument/2006/relationships/tags" Target="../tags/tag135.xml"/><Relationship Id="rId20" Type="http://schemas.openxmlformats.org/officeDocument/2006/relationships/tags" Target="../tags/tag13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33.xml"/><Relationship Id="rId18" Type="http://schemas.openxmlformats.org/officeDocument/2006/relationships/tags" Target="../tags/tag132.xml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8" name="矩形: 圆顶角 12"/>
          <p:cNvSpPr/>
          <p:nvPr>
            <p:custDataLst>
              <p:tags r:id="rId13"/>
            </p:custDataLst>
          </p:nvPr>
        </p:nvSpPr>
        <p:spPr>
          <a:xfrm rot="16200000" flipH="1">
            <a:off x="2978150" y="-1115695"/>
            <a:ext cx="76200" cy="46069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14"/>
            </p:custDataLst>
          </p:nvPr>
        </p:nvCxnSpPr>
        <p:spPr>
          <a:xfrm>
            <a:off x="10972165" y="77216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5"/>
            </p:custDataLst>
          </p:nvPr>
        </p:nvCxnSpPr>
        <p:spPr>
          <a:xfrm>
            <a:off x="10972165" y="84709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6"/>
            </p:custDataLst>
          </p:nvPr>
        </p:nvCxnSpPr>
        <p:spPr>
          <a:xfrm>
            <a:off x="10972165" y="921385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标题占位符 3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ln>
            <a:noFill/>
            <a:prstDash val="sysDot"/>
          </a:ln>
          <a:solidFill>
            <a:schemeClr val="accent2"/>
          </a:solidFill>
          <a:uFillTx/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4460086" y="583854"/>
            <a:ext cx="6724805" cy="876899"/>
          </a:xfrm>
        </p:spPr>
        <p:txBody>
          <a:bodyPr/>
          <a:lstStyle/>
          <a:p>
            <a:r>
              <a:rPr lang="en-US"/>
              <a:t>Click to add subtitle</a:t>
            </a:r>
            <a:endParaRPr lang="en-US"/>
          </a:p>
        </p:txBody>
      </p:sp>
      <p:sp>
        <p:nvSpPr>
          <p:cNvPr id="6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4460240" y="1561719"/>
            <a:ext cx="6724650" cy="3353288"/>
          </a:xfrm>
        </p:spPr>
        <p:txBody>
          <a:bodyPr anchor="ctr" anchorCtr="0"/>
          <a:lstStyle/>
          <a:p>
            <a:r>
              <a:rPr lang="en-US">
                <a:ea typeface="+mj-ea"/>
              </a:rPr>
              <a:t>Your title here</a:t>
            </a:r>
            <a:endParaRPr lang="en-US">
              <a:ea typeface="+mj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240890" y="5051532"/>
            <a:ext cx="1944000" cy="45727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ash"/>
          </a:ln>
        </p:spPr>
        <p:txBody>
          <a:bodyPr vert="horz" wrap="square" lIns="90000" tIns="46800" rIns="90000" bIns="46800" rtlCol="0" anchor="ctr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n-US" sz="1600" b="0" i="0" u="none" strike="noStrike" kern="1200" cap="none" spc="0" normalizeH="0" baseline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lt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smtClean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smtClean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0" lang="en-US" sz="1400" b="0" i="0" u="none" strike="noStrike" kern="1200" cap="none" spc="150" normalizeH="0" baseline="0" smtClean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0" lang="en-US" sz="1400" b="0" i="0" u="none" strike="noStrike" kern="1200" cap="none" spc="150" normalizeH="0" baseline="0" smtClean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Name</a:t>
            </a:r>
            <a:endParaRPr lang="en-US">
              <a:solidFill>
                <a:schemeClr val="bg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</p:tagLst>
</file>

<file path=ppt/tags/tag12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5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13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8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1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UNIT_TYPE" val="i"/>
  <p:tag name="KSO_WM_UNIT_INDEX" val="2"/>
  <p:tag name="KSO_WM_UNIT_CONTENT_GROUP_TYPE" val="titlestyle"/>
</p:tagLst>
</file>

<file path=ppt/tags/tag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3.0"/>
  <p:tag name="KSO_WM_UNIT_TYPE" val="i"/>
  <p:tag name="KSO_WM_UNIT_INDEX" val="3"/>
  <p:tag name="KSO_WM_UNIT_CONTENT_GROUP_TYPE" val="titlestyle"/>
</p:tagLst>
</file>

<file path=ppt/tags/tag26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1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UNIT_TYPE" val="i"/>
  <p:tag name="KSO_WM_UNIT_INDEX" val="4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UNIT_TYPE" val="i"/>
  <p:tag name="KSO_WM_UNIT_INDEX" val="5"/>
</p:tagLst>
</file>

<file path=ppt/tags/tag3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UNIT_TYPE" val="i"/>
  <p:tag name="KSO_WM_UNIT_INDEX" val="6"/>
</p:tagLst>
</file>

<file path=ppt/tags/tag36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UNIT_TYPE" val="i"/>
  <p:tag name="KSO_WM_UNIT_INDEX" val="7"/>
</p:tagLst>
</file>

<file path=ppt/tags/tag3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4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4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UNIT_TYPE" val="i"/>
  <p:tag name="KSO_WM_UNIT_INDEX" val="6"/>
</p:tagLst>
</file>

<file path=ppt/tags/tag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UNIT_TYPE" val="i"/>
  <p:tag name="KSO_WM_UNIT_INDEX" val="7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UNIT_TYPE" val="i"/>
  <p:tag name="KSO_WM_UNIT_INDEX" val="10"/>
</p:tagLst>
</file>

<file path=ppt/tags/tag52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5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UNIT_TYPE" val="i"/>
  <p:tag name="KSO_WM_UNIT_INDEX" val="11"/>
</p:tagLst>
</file>

<file path=ppt/tags/tag53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8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3.0"/>
  <p:tag name="KSO_WM_UNIT_TYPE" val="i"/>
  <p:tag name="KSO_WM_UNIT_INDEX" val="12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55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6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6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76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7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7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8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8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10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1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10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1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1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1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1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117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5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118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8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119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TYPE" val="i"/>
  <p:tag name="KSO_WM_UNIT_INDEX" val="8"/>
</p:tagLst>
</file>

<file path=ppt/tags/tag120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TYPE" val="i"/>
  <p:tag name="KSO_WM_UNIT_INDEX" val="9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2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12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1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1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UNIT_CONTENT_GROUP_TYPE" val="titlestyle"/>
  <p:tag name="KSO_WM_UNIT_TYPE" val="i"/>
  <p:tag name="KSO_WM_UNIT_INDEX" val="5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3437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437"/>
</p:tagLst>
</file>

<file path=ppt/tags/tag136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37"/>
  <p:tag name="KSO_WM_TEMPLATE_THUMBS_INDEX" val="1、9"/>
  <p:tag name="KSO_WM_SPECIAL_SOURCE" val="bdnull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3437_1*b*1"/>
  <p:tag name="KSO_WM_TEMPLATE_CATEGORY" val="custom"/>
  <p:tag name="KSO_WM_TEMPLATE_INDEX" val="20233437"/>
  <p:tag name="KSO_WM_UNIT_LAYERLEVEL" val="1"/>
  <p:tag name="KSO_WM_TAG_VERSION" val="3.0"/>
  <p:tag name="KSO_WM_BEAUTIFY_FLAG" val="#wm#"/>
  <p:tag name="KSO_WM_UNIT_CONTENT_GROUP_TYPE" val="contentchip"/>
  <p:tag name="KSO_WM_UNIT_PRESET_TEXT" val="Click to add subtitle"/>
</p:tagLst>
</file>

<file path=ppt/tags/tag1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37_1*a*1"/>
  <p:tag name="KSO_WM_TEMPLATE_CATEGORY" val="custom"/>
  <p:tag name="KSO_WM_TEMPLATE_INDEX" val="20233437"/>
  <p:tag name="KSO_WM_UNIT_LAYERLEVEL" val="1"/>
  <p:tag name="KSO_WM_TAG_VERSION" val="3.0"/>
  <p:tag name="KSO_WM_BEAUTIFY_FLAG" val="#wm#"/>
  <p:tag name="KSO_WM_UNIT_CONTENT_GROUP_TYPE" val="contentchip"/>
  <p:tag name="KSO_WM_UNIT_PRESET_TEXT" val="Your title here"/>
</p:tagLst>
</file>

<file path=ppt/tags/tag139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37_1*f*1"/>
  <p:tag name="KSO_WM_TEMPLATE_CATEGORY" val="custom"/>
  <p:tag name="KSO_WM_TEMPLATE_INDEX" val="20233437"/>
  <p:tag name="KSO_WM_UNIT_LAYERLEVEL" val="1"/>
  <p:tag name="KSO_WM_TAG_VERSION" val="3.0"/>
  <p:tag name="KSO_WM_BEAUTIFY_FLAG" val="#wm#"/>
  <p:tag name="KSO_WM_UNIT_CONTENT_GROUP_TYPE" val="contentchip"/>
  <p:tag name="KSO_WM_UNIT_PRESET_TEXT" val="Name"/>
</p:tagLst>
</file>

<file path=ppt/tags/tag140.xml><?xml version="1.0" encoding="utf-8"?>
<p:tagLst xmlns:p="http://schemas.openxmlformats.org/presentationml/2006/main">
  <p:tag name="KSO_WM_SLIDE_ID" val="custom2023343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37"/>
  <p:tag name="KSO_WM_SLIDE_LAYOUT" val="a_b_f"/>
  <p:tag name="KSO_WM_SLIDE_LAYOUT_CNT" val="1_1_1"/>
  <p:tag name="KSO_WM_TEMPLATE_THUMBS_INDEX" val="1、9"/>
  <p:tag name="KSO_WM_SLIDE_CONTENT_AREA" val="{&quot;left&quot;:&quot;312.85&quot;,&quot;top&quot;:&quot;117.3&quot;,&quot;width&quot;:&quot;619.95&quot;,&quot;height&quot;:&quot;244.5&quot;}"/>
  <p:tag name="KSO_WM_SPECIAL_SOURCE" val="bdnull"/>
  <p:tag name="KSO_WM_SLIDE_THEME_ID" val="3303377"/>
  <p:tag name="KSO_WM_SLIDE_THEME_NAME" val="Purple Busines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1">
      <a:dk1>
        <a:srgbClr val="000000"/>
      </a:dk1>
      <a:lt1>
        <a:srgbClr val="FFFFFF"/>
      </a:lt1>
      <a:dk2>
        <a:srgbClr val="260C60"/>
      </a:dk2>
      <a:lt2>
        <a:srgbClr val="D7E3FA"/>
      </a:lt2>
      <a:accent1>
        <a:srgbClr val="6124E5"/>
      </a:accent1>
      <a:accent2>
        <a:srgbClr val="4E4DE7"/>
      </a:accent2>
      <a:accent3>
        <a:srgbClr val="3A76E9"/>
      </a:accent3>
      <a:accent4>
        <a:srgbClr val="279EEA"/>
      </a:accent4>
      <a:accent5>
        <a:srgbClr val="13C7EC"/>
      </a:accent5>
      <a:accent6>
        <a:srgbClr val="36D8D4"/>
      </a:accent6>
      <a:hlink>
        <a:srgbClr val="0563C1"/>
      </a:hlink>
      <a:folHlink>
        <a:srgbClr val="954F72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Wingdings</vt:lpstr>
      <vt:lpstr>Inter</vt:lpstr>
      <vt:lpstr>Inter Bold</vt:lpstr>
      <vt:lpstr>Nunito Sans</vt:lpstr>
      <vt:lpstr>Nunito Sans ExtraBold</vt:lpstr>
      <vt:lpstr>Office Theme</vt:lpstr>
      <vt:lpstr>1_Office Theme</vt:lpstr>
      <vt:lpstr>Your title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4</cp:revision>
  <dcterms:created xsi:type="dcterms:W3CDTF">2025-07-23T00:59:00Z</dcterms:created>
  <dcterms:modified xsi:type="dcterms:W3CDTF">2026-05-08T07:34:25Z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794DD912BF9244E9BD6255E23DB1B1D3_11</vt:lpwstr>
  </property>
  <property fmtid="{D5CDD505-2E9C-101B-9397-08002B2CF9AE}" pid="3" name="KSOProductBuildVer">
    <vt:lpwstr>1033-12.1.0.25862</vt:lpwstr>
  </property>
</Properties>
</file>