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342" r:id="rId3"/>
    <p:sldId id="345" r:id="rId5"/>
    <p:sldId id="346" r:id="rId6"/>
    <p:sldId id="343" r:id="rId7"/>
    <p:sldId id="344" r:id="rId8"/>
    <p:sldId id="34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D7B7"/>
    <a:srgbClr val="CD77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7" autoAdjust="0"/>
    <p:restoredTop sz="94633" autoAdjust="0"/>
  </p:normalViewPr>
  <p:slideViewPr>
    <p:cSldViewPr snapToGrid="0">
      <p:cViewPr varScale="1">
        <p:scale>
          <a:sx n="111" d="100"/>
          <a:sy n="111" d="100"/>
        </p:scale>
        <p:origin x="13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5E78B-FE7C-474B-AC91-ABC1B62969E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0B4EB-D9F6-4F2F-973A-15D71B3F505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838200" y="2899954"/>
            <a:ext cx="7315200" cy="2079172"/>
          </a:xfr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838200" y="5118275"/>
            <a:ext cx="7315199" cy="85580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995474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838199" y="1782765"/>
            <a:ext cx="8349344" cy="44192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3152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782765"/>
            <a:ext cx="7315200" cy="44192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695406" y="1915488"/>
            <a:ext cx="5658393" cy="2368561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4737464" y="4449846"/>
            <a:ext cx="6616336" cy="1374769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199" y="1554480"/>
            <a:ext cx="6311537" cy="2611144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38198" y="4303961"/>
            <a:ext cx="6311537" cy="141501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484914" y="506087"/>
            <a:ext cx="6868887" cy="1869365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6748671" y="2484044"/>
            <a:ext cx="4617425" cy="788054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Picture Placeholder 15"/>
          <p:cNvSpPr>
            <a:spLocks noGrp="1"/>
          </p:cNvSpPr>
          <p:nvPr>
            <p:ph type="pic" sz="quarter" idx="13"/>
          </p:nvPr>
        </p:nvSpPr>
        <p:spPr>
          <a:xfrm>
            <a:off x="10020300" y="3745843"/>
            <a:ext cx="1333500" cy="1333500"/>
          </a:xfrm>
          <a:prstGeom prst="ellipse">
            <a:avLst/>
          </a:prstGeom>
          <a:solidFill>
            <a:schemeClr val="accent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9652000" y="5262547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accent6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9652000" y="5489880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accent6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Mobile / email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9652000" y="5717213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200">
                <a:solidFill>
                  <a:schemeClr val="accent6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Company</a:t>
            </a:r>
            <a:endParaRPr lang="en-US" dirty="0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Title of Your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Free Presentation Template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Your Slide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Fermentum et sollicitudin ac orci.</a:t>
            </a:r>
            <a:endParaRPr lang="en-US" noProof="1"/>
          </a:p>
          <a:p>
            <a:r>
              <a:rPr lang="en-US" noProof="1"/>
              <a:t>Duis aute irure dolor in reprehenderit in voluptate velit esse cillum dolore eu fugiat nulla pariatur. Excepteur sint occaecat cupidatat non proident, sunt in.</a:t>
            </a:r>
            <a:endParaRPr lang="en-US" noProof="1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Your Slide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Fermentum et sollicitudin ac orci.</a:t>
            </a:r>
            <a:endParaRPr lang="en-US" noProof="1"/>
          </a:p>
          <a:p>
            <a:r>
              <a:rPr lang="en-US" noProof="1"/>
              <a:t>Duis aute irure dolor in reprehenderit in voluptate velit esse cillum dolore eu fugiat nulla pariatur. Excepteur sint occaecat cupidatat non proident, sunt in.</a:t>
            </a:r>
            <a:endParaRPr lang="en-US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Your Section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Goes the Subtitle of Your Section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of Your Section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Goes the Subtitle of Your Section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</a:t>
            </a:r>
            <a:endParaRPr lang="en-US" noProof="1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First / Last Name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(123) 456-7890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Your Company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tionGO">
  <a:themeElements>
    <a:clrScheme name="PGO - Emerald Gold Elegance">
      <a:dk1>
        <a:srgbClr val="000000"/>
      </a:dk1>
      <a:lt1>
        <a:srgbClr val="FFFFFF"/>
      </a:lt1>
      <a:dk2>
        <a:srgbClr val="0B5E4E"/>
      </a:dk2>
      <a:lt2>
        <a:srgbClr val="F8F8F8"/>
      </a:lt2>
      <a:accent1>
        <a:srgbClr val="337D71"/>
      </a:accent1>
      <a:accent2>
        <a:srgbClr val="003920"/>
      </a:accent2>
      <a:accent3>
        <a:srgbClr val="002817"/>
      </a:accent3>
      <a:accent4>
        <a:srgbClr val="D59B50"/>
      </a:accent4>
      <a:accent5>
        <a:srgbClr val="321401"/>
      </a:accent5>
      <a:accent6>
        <a:srgbClr val="EDCD64"/>
      </a:accent6>
      <a:hlink>
        <a:srgbClr val="EDCD64"/>
      </a:hlink>
      <a:folHlink>
        <a:srgbClr val="00392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1004</Words>
  <Application>WPS Presentation</Application>
  <PresentationFormat>Widescreen</PresentationFormat>
  <Paragraphs>44</Paragraphs>
  <Slides>6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Open Sans</vt:lpstr>
      <vt:lpstr>T2_131</vt:lpstr>
      <vt:lpstr>Calibri</vt:lpstr>
      <vt:lpstr>Calibri</vt:lpstr>
      <vt:lpstr>Microsoft YaHei</vt:lpstr>
      <vt:lpstr>Arial Unicode MS</vt:lpstr>
      <vt:lpstr>Calibri Light</vt:lpstr>
      <vt:lpstr>PresentationGO</vt:lpstr>
      <vt:lpstr>Title of Your Presentation</vt:lpstr>
      <vt:lpstr>Title of Your Slide</vt:lpstr>
      <vt:lpstr>Title of Your Slide</vt:lpstr>
      <vt:lpstr>Title of Your Section</vt:lpstr>
      <vt:lpstr>Title of Your Section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Emerald Gold Elegance</dc:title>
  <dc:creator>PresentationGO.com</dc:creator>
  <dc:description>© Copyright PresentationGO.com</dc:description>
  <cp:category>Templates</cp:category>
  <cp:lastModifiedBy>Admin</cp:lastModifiedBy>
  <cp:revision>7</cp:revision>
  <dcterms:created xsi:type="dcterms:W3CDTF">2024-08-28T15:41:00Z</dcterms:created>
  <dcterms:modified xsi:type="dcterms:W3CDTF">2026-05-08T08:57:37Z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806CD733841645D595D4DC6C24F0B952_13</vt:lpwstr>
  </property>
</Properties>
</file>