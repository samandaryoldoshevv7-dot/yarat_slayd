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51"/>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0" name="Shape"/>
          <p:cNvSpPr/>
          <p:nvPr userDrawn="1"/>
        </p:nvSpPr>
        <p:spPr>
          <a:xfrm>
            <a:off x="1099827" y="0"/>
            <a:ext cx="11093451" cy="35788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3079" y="21600"/>
                </a:lnTo>
                <a:cubicBezTo>
                  <a:pt x="1377" y="21600"/>
                  <a:pt x="0" y="17331"/>
                  <a:pt x="0" y="12057"/>
                </a:cubicBezTo>
                <a:lnTo>
                  <a:pt x="0" y="0"/>
                </a:lnTo>
                <a:lnTo>
                  <a:pt x="21600" y="0"/>
                </a:ln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1" name="Shape"/>
          <p:cNvSpPr/>
          <p:nvPr userDrawn="1"/>
        </p:nvSpPr>
        <p:spPr>
          <a:xfrm>
            <a:off x="1569727" y="1817367"/>
            <a:ext cx="10622273" cy="504063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72"/>
                </a:lnTo>
                <a:lnTo>
                  <a:pt x="6123" y="272"/>
                </a:lnTo>
                <a:cubicBezTo>
                  <a:pt x="4522" y="272"/>
                  <a:pt x="3016" y="1584"/>
                  <a:pt x="1885" y="3973"/>
                </a:cubicBezTo>
                <a:cubicBezTo>
                  <a:pt x="754" y="6356"/>
                  <a:pt x="129" y="9529"/>
                  <a:pt x="129" y="12903"/>
                </a:cubicBezTo>
                <a:lnTo>
                  <a:pt x="129" y="21600"/>
                </a:lnTo>
                <a:lnTo>
                  <a:pt x="0" y="21600"/>
                </a:lnTo>
                <a:lnTo>
                  <a:pt x="0" y="12903"/>
                </a:lnTo>
                <a:cubicBezTo>
                  <a:pt x="0" y="9459"/>
                  <a:pt x="638" y="6220"/>
                  <a:pt x="1792" y="3782"/>
                </a:cubicBezTo>
                <a:cubicBezTo>
                  <a:pt x="2949" y="1344"/>
                  <a:pt x="4486" y="5"/>
                  <a:pt x="6121" y="5"/>
                </a:cubicBezTo>
                <a:lnTo>
                  <a:pt x="21600" y="5"/>
                </a:lnTo>
                <a:close/>
                <a:moveTo>
                  <a:pt x="2211" y="4653"/>
                </a:moveTo>
                <a:cubicBezTo>
                  <a:pt x="1129" y="6933"/>
                  <a:pt x="532" y="9970"/>
                  <a:pt x="532" y="13197"/>
                </a:cubicBezTo>
                <a:lnTo>
                  <a:pt x="532" y="21589"/>
                </a:lnTo>
                <a:lnTo>
                  <a:pt x="661" y="21589"/>
                </a:lnTo>
                <a:lnTo>
                  <a:pt x="661" y="13197"/>
                </a:lnTo>
                <a:cubicBezTo>
                  <a:pt x="661" y="10041"/>
                  <a:pt x="1245" y="7075"/>
                  <a:pt x="2304" y="4844"/>
                </a:cubicBezTo>
                <a:cubicBezTo>
                  <a:pt x="3362" y="2612"/>
                  <a:pt x="4770" y="1382"/>
                  <a:pt x="6268" y="1382"/>
                </a:cubicBezTo>
                <a:lnTo>
                  <a:pt x="21600" y="1382"/>
                </a:lnTo>
                <a:lnTo>
                  <a:pt x="21600" y="1110"/>
                </a:lnTo>
                <a:lnTo>
                  <a:pt x="6268" y="1110"/>
                </a:lnTo>
                <a:cubicBezTo>
                  <a:pt x="4734" y="1116"/>
                  <a:pt x="3295" y="2373"/>
                  <a:pt x="2211" y="4653"/>
                </a:cubicBezTo>
                <a:close/>
                <a:moveTo>
                  <a:pt x="1061" y="13497"/>
                </a:moveTo>
                <a:lnTo>
                  <a:pt x="1061" y="21595"/>
                </a:lnTo>
                <a:lnTo>
                  <a:pt x="1190" y="21595"/>
                </a:lnTo>
                <a:lnTo>
                  <a:pt x="1190" y="13497"/>
                </a:lnTo>
                <a:cubicBezTo>
                  <a:pt x="1190" y="7434"/>
                  <a:pt x="3530" y="2503"/>
                  <a:pt x="6407" y="2503"/>
                </a:cubicBezTo>
                <a:lnTo>
                  <a:pt x="21600" y="2503"/>
                </a:lnTo>
                <a:lnTo>
                  <a:pt x="21600" y="2231"/>
                </a:lnTo>
                <a:lnTo>
                  <a:pt x="6407" y="2231"/>
                </a:lnTo>
                <a:cubicBezTo>
                  <a:pt x="3461" y="2231"/>
                  <a:pt x="1061" y="7287"/>
                  <a:pt x="1061" y="13497"/>
                </a:cubicBezTo>
                <a:close/>
                <a:moveTo>
                  <a:pt x="1591" y="13899"/>
                </a:moveTo>
                <a:lnTo>
                  <a:pt x="1591" y="21595"/>
                </a:lnTo>
                <a:lnTo>
                  <a:pt x="1720" y="21595"/>
                </a:lnTo>
                <a:lnTo>
                  <a:pt x="1720" y="13899"/>
                </a:lnTo>
                <a:cubicBezTo>
                  <a:pt x="1720" y="8234"/>
                  <a:pt x="3907" y="3619"/>
                  <a:pt x="6598" y="3619"/>
                </a:cubicBezTo>
                <a:lnTo>
                  <a:pt x="21600" y="3619"/>
                </a:lnTo>
                <a:lnTo>
                  <a:pt x="21600" y="3347"/>
                </a:lnTo>
                <a:lnTo>
                  <a:pt x="6598" y="3347"/>
                </a:lnTo>
                <a:cubicBezTo>
                  <a:pt x="3838" y="3347"/>
                  <a:pt x="1591" y="8082"/>
                  <a:pt x="1591" y="13899"/>
                </a:cubicBezTo>
                <a:close/>
                <a:moveTo>
                  <a:pt x="2120" y="14351"/>
                </a:moveTo>
                <a:lnTo>
                  <a:pt x="2120" y="21595"/>
                </a:lnTo>
                <a:lnTo>
                  <a:pt x="2249" y="21595"/>
                </a:lnTo>
                <a:lnTo>
                  <a:pt x="2249" y="14351"/>
                </a:lnTo>
                <a:cubicBezTo>
                  <a:pt x="2249" y="9050"/>
                  <a:pt x="4297" y="4735"/>
                  <a:pt x="6813" y="4735"/>
                </a:cubicBezTo>
                <a:lnTo>
                  <a:pt x="21600" y="4735"/>
                </a:lnTo>
                <a:lnTo>
                  <a:pt x="21600" y="4463"/>
                </a:lnTo>
                <a:lnTo>
                  <a:pt x="6813" y="4463"/>
                </a:lnTo>
                <a:cubicBezTo>
                  <a:pt x="4225" y="4463"/>
                  <a:pt x="2120" y="8898"/>
                  <a:pt x="2120" y="14351"/>
                </a:cubicBezTo>
                <a:close/>
                <a:moveTo>
                  <a:pt x="2652" y="14721"/>
                </a:moveTo>
                <a:lnTo>
                  <a:pt x="2652" y="21595"/>
                </a:lnTo>
                <a:lnTo>
                  <a:pt x="2781" y="21595"/>
                </a:lnTo>
                <a:lnTo>
                  <a:pt x="2781" y="14721"/>
                </a:lnTo>
                <a:cubicBezTo>
                  <a:pt x="2781" y="9834"/>
                  <a:pt x="4669" y="5856"/>
                  <a:pt x="6988" y="5856"/>
                </a:cubicBezTo>
                <a:lnTo>
                  <a:pt x="21600" y="5856"/>
                </a:lnTo>
                <a:lnTo>
                  <a:pt x="21600" y="5584"/>
                </a:lnTo>
                <a:lnTo>
                  <a:pt x="6988" y="5584"/>
                </a:lnTo>
                <a:cubicBezTo>
                  <a:pt x="4597" y="5584"/>
                  <a:pt x="2652" y="9682"/>
                  <a:pt x="2652" y="14721"/>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8" name="Title 1"/>
          <p:cNvSpPr>
            <a:spLocks noGrp="1"/>
          </p:cNvSpPr>
          <p:nvPr>
            <p:ph type="ctrTitle"/>
          </p:nvPr>
        </p:nvSpPr>
        <p:spPr>
          <a:xfrm>
            <a:off x="3442446" y="3816800"/>
            <a:ext cx="7911354" cy="1156838"/>
          </a:xfrm>
        </p:spPr>
        <p:txBody>
          <a:bodyPr anchor="b"/>
          <a:lstStyle>
            <a:lvl1pPr algn="ctr">
              <a:defRPr sz="6000"/>
            </a:lvl1pPr>
          </a:lstStyle>
          <a:p>
            <a:r>
              <a:rPr lang="en-US" dirty="0"/>
              <a:t>Click to edit Master title style</a:t>
            </a:r>
            <a:endParaRPr lang="en-US" dirty="0"/>
          </a:p>
        </p:txBody>
      </p:sp>
      <p:sp>
        <p:nvSpPr>
          <p:cNvPr id="20" name="Subtitle 2"/>
          <p:cNvSpPr>
            <a:spLocks noGrp="1"/>
          </p:cNvSpPr>
          <p:nvPr>
            <p:ph type="subTitle" idx="1"/>
          </p:nvPr>
        </p:nvSpPr>
        <p:spPr>
          <a:xfrm>
            <a:off x="3442446" y="5065713"/>
            <a:ext cx="7911354" cy="105269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21"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3"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0" name="Shape"/>
          <p:cNvSpPr/>
          <p:nvPr userDrawn="1"/>
        </p:nvSpPr>
        <p:spPr>
          <a:xfrm>
            <a:off x="0" y="0"/>
            <a:ext cx="10736585" cy="1581152"/>
          </a:xfrm>
          <a:custGeom>
            <a:avLst/>
            <a:gdLst/>
            <a:ahLst/>
            <a:cxnLst>
              <a:cxn ang="0">
                <a:pos x="wd2" y="hd2"/>
              </a:cxn>
              <a:cxn ang="5400000">
                <a:pos x="wd2" y="hd2"/>
              </a:cxn>
              <a:cxn ang="10800000">
                <a:pos x="wd2" y="hd2"/>
              </a:cxn>
              <a:cxn ang="16200000">
                <a:pos x="wd2" y="hd2"/>
              </a:cxn>
            </a:cxnLst>
            <a:rect l="0" t="0" r="r" b="b"/>
            <a:pathLst>
              <a:path w="21600" h="21600" extrusionOk="0">
                <a:moveTo>
                  <a:pt x="18419" y="21600"/>
                </a:moveTo>
                <a:lnTo>
                  <a:pt x="0" y="21600"/>
                </a:lnTo>
                <a:lnTo>
                  <a:pt x="0" y="0"/>
                </a:lnTo>
                <a:lnTo>
                  <a:pt x="21600" y="0"/>
                </a:lnTo>
                <a:lnTo>
                  <a:pt x="21600" y="0"/>
                </a:lnTo>
                <a:cubicBezTo>
                  <a:pt x="21600" y="11936"/>
                  <a:pt x="20177" y="21600"/>
                  <a:pt x="18419" y="21600"/>
                </a:cubicBez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1" name="Shape"/>
          <p:cNvSpPr/>
          <p:nvPr userDrawn="1"/>
        </p:nvSpPr>
        <p:spPr>
          <a:xfrm>
            <a:off x="8558535" y="0"/>
            <a:ext cx="3633465" cy="355346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377" y="0"/>
                </a:lnTo>
                <a:lnTo>
                  <a:pt x="377" y="3296"/>
                </a:lnTo>
                <a:cubicBezTo>
                  <a:pt x="377" y="8083"/>
                  <a:pt x="2197" y="12583"/>
                  <a:pt x="5511" y="15965"/>
                </a:cubicBezTo>
                <a:cubicBezTo>
                  <a:pt x="8826" y="19346"/>
                  <a:pt x="13220" y="21214"/>
                  <a:pt x="17901" y="21214"/>
                </a:cubicBezTo>
                <a:lnTo>
                  <a:pt x="21600" y="21214"/>
                </a:lnTo>
                <a:lnTo>
                  <a:pt x="21600" y="21600"/>
                </a:lnTo>
                <a:lnTo>
                  <a:pt x="17901" y="21600"/>
                </a:lnTo>
                <a:cubicBezTo>
                  <a:pt x="13122" y="21600"/>
                  <a:pt x="8629" y="19693"/>
                  <a:pt x="5247" y="16242"/>
                </a:cubicBezTo>
                <a:cubicBezTo>
                  <a:pt x="1865" y="12784"/>
                  <a:pt x="8" y="8191"/>
                  <a:pt x="8" y="3304"/>
                </a:cubicBezTo>
                <a:lnTo>
                  <a:pt x="8" y="0"/>
                </a:lnTo>
                <a:close/>
                <a:moveTo>
                  <a:pt x="6463" y="14992"/>
                </a:moveTo>
                <a:cubicBezTo>
                  <a:pt x="9626" y="18226"/>
                  <a:pt x="13839" y="20010"/>
                  <a:pt x="18316" y="20010"/>
                </a:cubicBezTo>
                <a:lnTo>
                  <a:pt x="21600" y="20010"/>
                </a:lnTo>
                <a:lnTo>
                  <a:pt x="21600" y="19624"/>
                </a:lnTo>
                <a:lnTo>
                  <a:pt x="18316" y="19624"/>
                </a:lnTo>
                <a:cubicBezTo>
                  <a:pt x="13937" y="19624"/>
                  <a:pt x="9822" y="17879"/>
                  <a:pt x="6727" y="14714"/>
                </a:cubicBezTo>
                <a:cubicBezTo>
                  <a:pt x="3631" y="11549"/>
                  <a:pt x="1925" y="7342"/>
                  <a:pt x="1925" y="2864"/>
                </a:cubicBezTo>
                <a:lnTo>
                  <a:pt x="1925" y="0"/>
                </a:lnTo>
                <a:lnTo>
                  <a:pt x="1548" y="0"/>
                </a:lnTo>
                <a:lnTo>
                  <a:pt x="1548" y="2864"/>
                </a:lnTo>
                <a:cubicBezTo>
                  <a:pt x="1548" y="7442"/>
                  <a:pt x="3292" y="11750"/>
                  <a:pt x="6463" y="14992"/>
                </a:cubicBezTo>
                <a:close/>
                <a:moveTo>
                  <a:pt x="18731" y="18427"/>
                </a:moveTo>
                <a:lnTo>
                  <a:pt x="21600" y="18427"/>
                </a:lnTo>
                <a:lnTo>
                  <a:pt x="21600" y="18041"/>
                </a:lnTo>
                <a:lnTo>
                  <a:pt x="18731" y="18041"/>
                </a:lnTo>
                <a:cubicBezTo>
                  <a:pt x="10306" y="18041"/>
                  <a:pt x="3480" y="11055"/>
                  <a:pt x="3480" y="2447"/>
                </a:cubicBezTo>
                <a:lnTo>
                  <a:pt x="3480" y="0"/>
                </a:lnTo>
                <a:lnTo>
                  <a:pt x="3103" y="0"/>
                </a:lnTo>
                <a:lnTo>
                  <a:pt x="3103" y="2447"/>
                </a:lnTo>
                <a:cubicBezTo>
                  <a:pt x="3095" y="11271"/>
                  <a:pt x="10094" y="18427"/>
                  <a:pt x="18731" y="18427"/>
                </a:cubicBezTo>
                <a:close/>
                <a:moveTo>
                  <a:pt x="19282" y="16845"/>
                </a:moveTo>
                <a:lnTo>
                  <a:pt x="21592" y="16845"/>
                </a:lnTo>
                <a:lnTo>
                  <a:pt x="21592" y="16459"/>
                </a:lnTo>
                <a:lnTo>
                  <a:pt x="19282" y="16459"/>
                </a:lnTo>
                <a:cubicBezTo>
                  <a:pt x="11408" y="16459"/>
                  <a:pt x="5021" y="9928"/>
                  <a:pt x="5021" y="1876"/>
                </a:cubicBezTo>
                <a:lnTo>
                  <a:pt x="5021" y="0"/>
                </a:lnTo>
                <a:lnTo>
                  <a:pt x="4643" y="0"/>
                </a:lnTo>
                <a:lnTo>
                  <a:pt x="4643" y="1876"/>
                </a:lnTo>
                <a:cubicBezTo>
                  <a:pt x="4643" y="10144"/>
                  <a:pt x="11196" y="16845"/>
                  <a:pt x="19282" y="16845"/>
                </a:cubicBezTo>
                <a:close/>
                <a:moveTo>
                  <a:pt x="19916" y="15254"/>
                </a:moveTo>
                <a:lnTo>
                  <a:pt x="21600" y="15254"/>
                </a:lnTo>
                <a:lnTo>
                  <a:pt x="21600" y="14868"/>
                </a:lnTo>
                <a:lnTo>
                  <a:pt x="19916" y="14868"/>
                </a:lnTo>
                <a:cubicBezTo>
                  <a:pt x="12548" y="14868"/>
                  <a:pt x="6576" y="8762"/>
                  <a:pt x="6576" y="1227"/>
                </a:cubicBezTo>
                <a:lnTo>
                  <a:pt x="6576" y="0"/>
                </a:lnTo>
                <a:lnTo>
                  <a:pt x="6198" y="0"/>
                </a:lnTo>
                <a:lnTo>
                  <a:pt x="6198" y="1227"/>
                </a:lnTo>
                <a:cubicBezTo>
                  <a:pt x="6198" y="8978"/>
                  <a:pt x="12336" y="15254"/>
                  <a:pt x="19916" y="15254"/>
                </a:cubicBezTo>
                <a:close/>
                <a:moveTo>
                  <a:pt x="20422" y="13672"/>
                </a:moveTo>
                <a:lnTo>
                  <a:pt x="21600" y="13672"/>
                </a:lnTo>
                <a:lnTo>
                  <a:pt x="21600" y="13286"/>
                </a:lnTo>
                <a:lnTo>
                  <a:pt x="20422" y="13286"/>
                </a:lnTo>
                <a:cubicBezTo>
                  <a:pt x="13627" y="13286"/>
                  <a:pt x="8124" y="7658"/>
                  <a:pt x="8124" y="710"/>
                </a:cubicBezTo>
                <a:lnTo>
                  <a:pt x="8124" y="0"/>
                </a:lnTo>
                <a:lnTo>
                  <a:pt x="7746" y="0"/>
                </a:lnTo>
                <a:lnTo>
                  <a:pt x="7746" y="710"/>
                </a:lnTo>
                <a:cubicBezTo>
                  <a:pt x="7746" y="7866"/>
                  <a:pt x="13424" y="13672"/>
                  <a:pt x="20422" y="13672"/>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2" name="Title 1"/>
          <p:cNvSpPr>
            <a:spLocks noGrp="1"/>
          </p:cNvSpPr>
          <p:nvPr>
            <p:ph type="title"/>
          </p:nvPr>
        </p:nvSpPr>
        <p:spPr>
          <a:xfrm>
            <a:off x="838200" y="365125"/>
            <a:ext cx="10515600" cy="1325563"/>
          </a:xfrm>
        </p:spPr>
        <p:txBody>
          <a:bodyPr/>
          <a:lstStyle>
            <a:lvl1pPr>
              <a:defRPr>
                <a:solidFill>
                  <a:schemeClr val="accent3"/>
                </a:solidFill>
              </a:defRPr>
            </a:lvl1pPr>
          </a:lstStyle>
          <a:p>
            <a:r>
              <a:rPr lang="en-US" dirty="0"/>
              <a:t>Click to edit Master title style</a:t>
            </a:r>
            <a:endParaRPr lang="en-US" dirty="0"/>
          </a:p>
        </p:txBody>
      </p:sp>
      <p:sp>
        <p:nvSpPr>
          <p:cNvPr id="18" name="Content Placeholder 2"/>
          <p:cNvSpPr>
            <a:spLocks noGrp="1"/>
          </p:cNvSpPr>
          <p:nvPr>
            <p:ph idx="1"/>
          </p:nvPr>
        </p:nvSpPr>
        <p:spPr>
          <a:xfrm>
            <a:off x="838200" y="1825625"/>
            <a:ext cx="77724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0" name="Shape"/>
          <p:cNvSpPr/>
          <p:nvPr userDrawn="1"/>
        </p:nvSpPr>
        <p:spPr>
          <a:xfrm>
            <a:off x="0" y="1606548"/>
            <a:ext cx="2655565" cy="524891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8739" y="0"/>
                </a:lnTo>
                <a:cubicBezTo>
                  <a:pt x="15846" y="0"/>
                  <a:pt x="21600" y="2911"/>
                  <a:pt x="21600" y="6507"/>
                </a:cubicBez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1" name="Shape"/>
          <p:cNvSpPr/>
          <p:nvPr userDrawn="1"/>
        </p:nvSpPr>
        <p:spPr>
          <a:xfrm>
            <a:off x="0" y="4806948"/>
            <a:ext cx="4522478" cy="2051052"/>
          </a:xfrm>
          <a:custGeom>
            <a:avLst/>
            <a:gdLst/>
            <a:ahLst/>
            <a:cxnLst>
              <a:cxn ang="0">
                <a:pos x="wd2" y="hd2"/>
              </a:cxn>
              <a:cxn ang="5400000">
                <a:pos x="wd2" y="hd2"/>
              </a:cxn>
              <a:cxn ang="10800000">
                <a:pos x="wd2" y="hd2"/>
              </a:cxn>
              <a:cxn ang="16200000">
                <a:pos x="wd2" y="hd2"/>
              </a:cxn>
            </a:cxnLst>
            <a:rect l="0" t="0" r="r" b="b"/>
            <a:pathLst>
              <a:path w="21600" h="21600" extrusionOk="0">
                <a:moveTo>
                  <a:pt x="7631" y="3424"/>
                </a:moveTo>
                <a:lnTo>
                  <a:pt x="6" y="3424"/>
                </a:lnTo>
                <a:lnTo>
                  <a:pt x="6" y="2755"/>
                </a:lnTo>
                <a:lnTo>
                  <a:pt x="7631" y="2755"/>
                </a:lnTo>
                <a:cubicBezTo>
                  <a:pt x="11228" y="2755"/>
                  <a:pt x="14612" y="5845"/>
                  <a:pt x="17154" y="11449"/>
                </a:cubicBezTo>
                <a:cubicBezTo>
                  <a:pt x="18488" y="14391"/>
                  <a:pt x="19507" y="17842"/>
                  <a:pt x="20175" y="21587"/>
                </a:cubicBezTo>
                <a:lnTo>
                  <a:pt x="19847" y="21587"/>
                </a:lnTo>
                <a:cubicBezTo>
                  <a:pt x="19192" y="18016"/>
                  <a:pt x="18215" y="14725"/>
                  <a:pt x="16941" y="11917"/>
                </a:cubicBezTo>
                <a:cubicBezTo>
                  <a:pt x="14455" y="6447"/>
                  <a:pt x="11149" y="3424"/>
                  <a:pt x="7631" y="3424"/>
                </a:cubicBezTo>
                <a:close/>
                <a:moveTo>
                  <a:pt x="17918" y="9763"/>
                </a:moveTo>
                <a:cubicBezTo>
                  <a:pt x="19453" y="13147"/>
                  <a:pt x="20593" y="17186"/>
                  <a:pt x="21279" y="21587"/>
                </a:cubicBezTo>
                <a:lnTo>
                  <a:pt x="21600" y="21587"/>
                </a:lnTo>
                <a:cubicBezTo>
                  <a:pt x="20902" y="16999"/>
                  <a:pt x="19732" y="12799"/>
                  <a:pt x="18130" y="9282"/>
                </a:cubicBezTo>
                <a:cubicBezTo>
                  <a:pt x="15413" y="3290"/>
                  <a:pt x="11804" y="0"/>
                  <a:pt x="7964" y="0"/>
                </a:cubicBezTo>
                <a:lnTo>
                  <a:pt x="0" y="0"/>
                </a:lnTo>
                <a:lnTo>
                  <a:pt x="0" y="669"/>
                </a:lnTo>
                <a:lnTo>
                  <a:pt x="7964" y="669"/>
                </a:lnTo>
                <a:cubicBezTo>
                  <a:pt x="11725" y="682"/>
                  <a:pt x="15261" y="3905"/>
                  <a:pt x="17918" y="9763"/>
                </a:cubicBezTo>
                <a:close/>
                <a:moveTo>
                  <a:pt x="18367" y="21600"/>
                </a:moveTo>
                <a:lnTo>
                  <a:pt x="18701" y="21600"/>
                </a:lnTo>
                <a:cubicBezTo>
                  <a:pt x="16705" y="12104"/>
                  <a:pt x="12344" y="5497"/>
                  <a:pt x="7297" y="5497"/>
                </a:cubicBezTo>
                <a:lnTo>
                  <a:pt x="0" y="5497"/>
                </a:lnTo>
                <a:lnTo>
                  <a:pt x="0" y="6166"/>
                </a:lnTo>
                <a:lnTo>
                  <a:pt x="7297" y="6166"/>
                </a:lnTo>
                <a:cubicBezTo>
                  <a:pt x="12174" y="6166"/>
                  <a:pt x="16396" y="12479"/>
                  <a:pt x="18367" y="21600"/>
                </a:cubicBezTo>
                <a:close/>
                <a:moveTo>
                  <a:pt x="13266" y="21600"/>
                </a:moveTo>
                <a:lnTo>
                  <a:pt x="13672" y="21600"/>
                </a:lnTo>
                <a:cubicBezTo>
                  <a:pt x="11804" y="16785"/>
                  <a:pt x="9026" y="13736"/>
                  <a:pt x="5938" y="13736"/>
                </a:cubicBezTo>
                <a:lnTo>
                  <a:pt x="6" y="13736"/>
                </a:lnTo>
                <a:lnTo>
                  <a:pt x="6" y="14404"/>
                </a:lnTo>
                <a:lnTo>
                  <a:pt x="5938" y="14404"/>
                </a:lnTo>
                <a:cubicBezTo>
                  <a:pt x="8844" y="14404"/>
                  <a:pt x="11458" y="17186"/>
                  <a:pt x="13266" y="21600"/>
                </a:cubicBezTo>
                <a:close/>
                <a:moveTo>
                  <a:pt x="15073" y="21600"/>
                </a:moveTo>
                <a:lnTo>
                  <a:pt x="15443" y="21600"/>
                </a:lnTo>
                <a:cubicBezTo>
                  <a:pt x="13454" y="15194"/>
                  <a:pt x="10118" y="10994"/>
                  <a:pt x="6345" y="10994"/>
                </a:cubicBezTo>
                <a:lnTo>
                  <a:pt x="0" y="10994"/>
                </a:lnTo>
                <a:lnTo>
                  <a:pt x="0" y="11663"/>
                </a:lnTo>
                <a:lnTo>
                  <a:pt x="6345" y="11663"/>
                </a:lnTo>
                <a:cubicBezTo>
                  <a:pt x="9942" y="11663"/>
                  <a:pt x="13132" y="15581"/>
                  <a:pt x="15073" y="21600"/>
                </a:cubicBezTo>
                <a:close/>
                <a:moveTo>
                  <a:pt x="16784" y="21600"/>
                </a:moveTo>
                <a:lnTo>
                  <a:pt x="17130" y="21600"/>
                </a:lnTo>
                <a:cubicBezTo>
                  <a:pt x="15122" y="13642"/>
                  <a:pt x="11264" y="8252"/>
                  <a:pt x="6848" y="8252"/>
                </a:cubicBezTo>
                <a:lnTo>
                  <a:pt x="0" y="8252"/>
                </a:lnTo>
                <a:lnTo>
                  <a:pt x="0" y="8921"/>
                </a:lnTo>
                <a:lnTo>
                  <a:pt x="6848" y="8921"/>
                </a:lnTo>
                <a:cubicBezTo>
                  <a:pt x="11094" y="8907"/>
                  <a:pt x="14806" y="14017"/>
                  <a:pt x="16784" y="21600"/>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2" name="Title 1"/>
          <p:cNvSpPr>
            <a:spLocks noGrp="1"/>
          </p:cNvSpPr>
          <p:nvPr>
            <p:ph type="title"/>
          </p:nvPr>
        </p:nvSpPr>
        <p:spPr>
          <a:xfrm>
            <a:off x="838200" y="365125"/>
            <a:ext cx="10515600" cy="1325563"/>
          </a:xfrm>
        </p:spPr>
        <p:txBody>
          <a:bodyPr/>
          <a:lstStyle/>
          <a:p>
            <a:r>
              <a:rPr lang="en-US"/>
              <a:t>Click to edit Master title style</a:t>
            </a:r>
            <a:endParaRPr lang="en-US"/>
          </a:p>
        </p:txBody>
      </p:sp>
      <p:sp>
        <p:nvSpPr>
          <p:cNvPr id="18" name="Content Placeholder 2"/>
          <p:cNvSpPr>
            <a:spLocks noGrp="1"/>
          </p:cNvSpPr>
          <p:nvPr>
            <p:ph idx="1"/>
          </p:nvPr>
        </p:nvSpPr>
        <p:spPr>
          <a:xfrm>
            <a:off x="2971800" y="1825625"/>
            <a:ext cx="83820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15" name="Shape"/>
          <p:cNvSpPr/>
          <p:nvPr userDrawn="1"/>
        </p:nvSpPr>
        <p:spPr>
          <a:xfrm>
            <a:off x="0" y="0"/>
            <a:ext cx="11176002" cy="3578862"/>
          </a:xfrm>
          <a:custGeom>
            <a:avLst/>
            <a:gdLst/>
            <a:ahLst/>
            <a:cxnLst>
              <a:cxn ang="0">
                <a:pos x="wd2" y="hd2"/>
              </a:cxn>
              <a:cxn ang="5400000">
                <a:pos x="wd2" y="hd2"/>
              </a:cxn>
              <a:cxn ang="10800000">
                <a:pos x="wd2" y="hd2"/>
              </a:cxn>
              <a:cxn ang="16200000">
                <a:pos x="wd2" y="hd2"/>
              </a:cxn>
            </a:cxnLst>
            <a:rect l="0" t="0" r="r" b="b"/>
            <a:pathLst>
              <a:path w="21600" h="21600" extrusionOk="0">
                <a:moveTo>
                  <a:pt x="18544" y="21600"/>
                </a:moveTo>
                <a:lnTo>
                  <a:pt x="0" y="21600"/>
                </a:lnTo>
                <a:lnTo>
                  <a:pt x="0" y="0"/>
                </a:lnTo>
                <a:lnTo>
                  <a:pt x="21600" y="0"/>
                </a:lnTo>
                <a:lnTo>
                  <a:pt x="21600" y="12057"/>
                </a:lnTo>
                <a:cubicBezTo>
                  <a:pt x="21600" y="17323"/>
                  <a:pt x="20233" y="21600"/>
                  <a:pt x="18544" y="21600"/>
                </a:cubicBez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6" name="Shape"/>
          <p:cNvSpPr/>
          <p:nvPr userDrawn="1"/>
        </p:nvSpPr>
        <p:spPr>
          <a:xfrm>
            <a:off x="7914666" y="1172207"/>
            <a:ext cx="4277334" cy="5685793"/>
          </a:xfrm>
          <a:custGeom>
            <a:avLst/>
            <a:gdLst/>
            <a:ahLst/>
            <a:cxnLst>
              <a:cxn ang="0">
                <a:pos x="wd2" y="hd2"/>
              </a:cxn>
              <a:cxn ang="5400000">
                <a:pos x="wd2" y="hd2"/>
              </a:cxn>
              <a:cxn ang="10800000">
                <a:pos x="wd2" y="hd2"/>
              </a:cxn>
              <a:cxn ang="16200000">
                <a:pos x="wd2" y="hd2"/>
              </a:cxn>
            </a:cxnLst>
            <a:rect l="0" t="0" r="r" b="b"/>
            <a:pathLst>
              <a:path w="21600" h="21600" extrusionOk="0">
                <a:moveTo>
                  <a:pt x="21594" y="0"/>
                </a:moveTo>
                <a:lnTo>
                  <a:pt x="21594" y="241"/>
                </a:lnTo>
                <a:lnTo>
                  <a:pt x="15206" y="241"/>
                </a:lnTo>
                <a:cubicBezTo>
                  <a:pt x="11230" y="241"/>
                  <a:pt x="7491" y="1404"/>
                  <a:pt x="4682" y="3522"/>
                </a:cubicBezTo>
                <a:cubicBezTo>
                  <a:pt x="1873" y="5635"/>
                  <a:pt x="321" y="8448"/>
                  <a:pt x="321" y="11439"/>
                </a:cubicBezTo>
                <a:lnTo>
                  <a:pt x="321" y="21600"/>
                </a:lnTo>
                <a:lnTo>
                  <a:pt x="0" y="21600"/>
                </a:lnTo>
                <a:lnTo>
                  <a:pt x="0" y="11439"/>
                </a:lnTo>
                <a:cubicBezTo>
                  <a:pt x="0" y="8385"/>
                  <a:pt x="1584" y="5515"/>
                  <a:pt x="4451" y="3353"/>
                </a:cubicBezTo>
                <a:cubicBezTo>
                  <a:pt x="7324" y="1192"/>
                  <a:pt x="11140" y="5"/>
                  <a:pt x="15200" y="5"/>
                </a:cubicBezTo>
                <a:lnTo>
                  <a:pt x="21594" y="0"/>
                </a:lnTo>
                <a:close/>
                <a:moveTo>
                  <a:pt x="5490" y="4130"/>
                </a:moveTo>
                <a:cubicBezTo>
                  <a:pt x="2803" y="6151"/>
                  <a:pt x="1321" y="8844"/>
                  <a:pt x="1321" y="11705"/>
                </a:cubicBezTo>
                <a:lnTo>
                  <a:pt x="1321" y="21600"/>
                </a:lnTo>
                <a:lnTo>
                  <a:pt x="1642" y="21600"/>
                </a:lnTo>
                <a:lnTo>
                  <a:pt x="1642" y="11705"/>
                </a:lnTo>
                <a:cubicBezTo>
                  <a:pt x="1642" y="8906"/>
                  <a:pt x="3091" y="6277"/>
                  <a:pt x="5721" y="4299"/>
                </a:cubicBezTo>
                <a:cubicBezTo>
                  <a:pt x="8350" y="2321"/>
                  <a:pt x="11845" y="1230"/>
                  <a:pt x="15565" y="1230"/>
                </a:cubicBezTo>
                <a:lnTo>
                  <a:pt x="21600" y="1230"/>
                </a:lnTo>
                <a:lnTo>
                  <a:pt x="21600" y="989"/>
                </a:lnTo>
                <a:lnTo>
                  <a:pt x="15565" y="989"/>
                </a:lnTo>
                <a:cubicBezTo>
                  <a:pt x="11756" y="989"/>
                  <a:pt x="8183" y="2104"/>
                  <a:pt x="5490" y="4130"/>
                </a:cubicBezTo>
                <a:close/>
                <a:moveTo>
                  <a:pt x="2636" y="11970"/>
                </a:moveTo>
                <a:lnTo>
                  <a:pt x="2636" y="21600"/>
                </a:lnTo>
                <a:lnTo>
                  <a:pt x="2956" y="21600"/>
                </a:lnTo>
                <a:lnTo>
                  <a:pt x="2956" y="11970"/>
                </a:lnTo>
                <a:cubicBezTo>
                  <a:pt x="2956" y="6595"/>
                  <a:pt x="8767" y="2224"/>
                  <a:pt x="15911" y="2224"/>
                </a:cubicBezTo>
                <a:lnTo>
                  <a:pt x="21594" y="2224"/>
                </a:lnTo>
                <a:lnTo>
                  <a:pt x="21594" y="1983"/>
                </a:lnTo>
                <a:lnTo>
                  <a:pt x="15911" y="1983"/>
                </a:lnTo>
                <a:cubicBezTo>
                  <a:pt x="8594" y="1983"/>
                  <a:pt x="2636" y="6460"/>
                  <a:pt x="2636" y="11970"/>
                </a:cubicBezTo>
                <a:close/>
                <a:moveTo>
                  <a:pt x="3951" y="12322"/>
                </a:moveTo>
                <a:lnTo>
                  <a:pt x="3951" y="21595"/>
                </a:lnTo>
                <a:lnTo>
                  <a:pt x="4271" y="21595"/>
                </a:lnTo>
                <a:lnTo>
                  <a:pt x="4271" y="12322"/>
                </a:lnTo>
                <a:cubicBezTo>
                  <a:pt x="4271" y="7300"/>
                  <a:pt x="9703" y="3208"/>
                  <a:pt x="16386" y="3208"/>
                </a:cubicBezTo>
                <a:lnTo>
                  <a:pt x="21594" y="3208"/>
                </a:lnTo>
                <a:lnTo>
                  <a:pt x="21594" y="2967"/>
                </a:lnTo>
                <a:lnTo>
                  <a:pt x="16386" y="2967"/>
                </a:lnTo>
                <a:cubicBezTo>
                  <a:pt x="9530" y="2972"/>
                  <a:pt x="3951" y="7169"/>
                  <a:pt x="3951" y="12322"/>
                </a:cubicBezTo>
                <a:close/>
                <a:moveTo>
                  <a:pt x="5265" y="12727"/>
                </a:moveTo>
                <a:lnTo>
                  <a:pt x="5265" y="21600"/>
                </a:lnTo>
                <a:lnTo>
                  <a:pt x="5586" y="21600"/>
                </a:lnTo>
                <a:lnTo>
                  <a:pt x="5586" y="12727"/>
                </a:lnTo>
                <a:cubicBezTo>
                  <a:pt x="5586" y="8028"/>
                  <a:pt x="10672" y="4202"/>
                  <a:pt x="16918" y="4202"/>
                </a:cubicBezTo>
                <a:lnTo>
                  <a:pt x="21594" y="4202"/>
                </a:lnTo>
                <a:lnTo>
                  <a:pt x="21594" y="3961"/>
                </a:lnTo>
                <a:lnTo>
                  <a:pt x="16918" y="3961"/>
                </a:lnTo>
                <a:cubicBezTo>
                  <a:pt x="10492" y="3961"/>
                  <a:pt x="5265" y="7893"/>
                  <a:pt x="5265" y="12727"/>
                </a:cubicBezTo>
                <a:close/>
                <a:moveTo>
                  <a:pt x="6580" y="13051"/>
                </a:moveTo>
                <a:lnTo>
                  <a:pt x="6580" y="21600"/>
                </a:lnTo>
                <a:lnTo>
                  <a:pt x="6901" y="21600"/>
                </a:lnTo>
                <a:lnTo>
                  <a:pt x="6901" y="13051"/>
                </a:lnTo>
                <a:cubicBezTo>
                  <a:pt x="6901" y="8718"/>
                  <a:pt x="11589" y="5191"/>
                  <a:pt x="17348" y="5191"/>
                </a:cubicBezTo>
                <a:lnTo>
                  <a:pt x="21587" y="5191"/>
                </a:lnTo>
                <a:lnTo>
                  <a:pt x="21587" y="4950"/>
                </a:lnTo>
                <a:lnTo>
                  <a:pt x="17348" y="4950"/>
                </a:lnTo>
                <a:cubicBezTo>
                  <a:pt x="11416" y="4950"/>
                  <a:pt x="6580" y="8583"/>
                  <a:pt x="6580" y="13051"/>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8" name="Title 1"/>
          <p:cNvSpPr>
            <a:spLocks noGrp="1"/>
          </p:cNvSpPr>
          <p:nvPr>
            <p:ph type="title"/>
          </p:nvPr>
        </p:nvSpPr>
        <p:spPr>
          <a:xfrm>
            <a:off x="831850" y="988663"/>
            <a:ext cx="6940550" cy="1067618"/>
          </a:xfrm>
        </p:spPr>
        <p:txBody>
          <a:bodyPr anchor="b"/>
          <a:lstStyle>
            <a:lvl1pPr>
              <a:defRPr sz="6000">
                <a:solidFill>
                  <a:schemeClr val="accent3"/>
                </a:solidFill>
              </a:defRPr>
            </a:lvl1pPr>
          </a:lstStyle>
          <a:p>
            <a:r>
              <a:rPr lang="en-US" dirty="0"/>
              <a:t>Click to edit Master title style</a:t>
            </a:r>
            <a:endParaRPr lang="en-US" dirty="0"/>
          </a:p>
        </p:txBody>
      </p:sp>
      <p:sp>
        <p:nvSpPr>
          <p:cNvPr id="9" name="Text Placeholder 2"/>
          <p:cNvSpPr>
            <a:spLocks noGrp="1"/>
          </p:cNvSpPr>
          <p:nvPr>
            <p:ph type="body" idx="1"/>
          </p:nvPr>
        </p:nvSpPr>
        <p:spPr>
          <a:xfrm>
            <a:off x="831850" y="2083270"/>
            <a:ext cx="6940550" cy="783274"/>
          </a:xfrm>
        </p:spPr>
        <p:txBody>
          <a:bodyPr/>
          <a:lstStyle>
            <a:lvl1pPr marL="0" indent="0">
              <a:buNone/>
              <a:defRPr sz="2400">
                <a:solidFill>
                  <a:schemeClr val="bg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15" name="Shape"/>
          <p:cNvSpPr/>
          <p:nvPr userDrawn="1"/>
        </p:nvSpPr>
        <p:spPr>
          <a:xfrm>
            <a:off x="1015998" y="3279138"/>
            <a:ext cx="11176002" cy="35788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9543"/>
                </a:lnTo>
                <a:cubicBezTo>
                  <a:pt x="0" y="4269"/>
                  <a:pt x="1367" y="0"/>
                  <a:pt x="3056" y="0"/>
                </a:cubicBezTo>
                <a:lnTo>
                  <a:pt x="21600" y="0"/>
                </a:ln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16" name="Shape"/>
          <p:cNvSpPr/>
          <p:nvPr userDrawn="1"/>
        </p:nvSpPr>
        <p:spPr>
          <a:xfrm>
            <a:off x="0" y="0"/>
            <a:ext cx="3943339" cy="5822952"/>
          </a:xfrm>
          <a:custGeom>
            <a:avLst/>
            <a:gdLst/>
            <a:ahLst/>
            <a:cxnLst>
              <a:cxn ang="0">
                <a:pos x="wd2" y="hd2"/>
              </a:cxn>
              <a:cxn ang="5400000">
                <a:pos x="wd2" y="hd2"/>
              </a:cxn>
              <a:cxn ang="10800000">
                <a:pos x="wd2" y="hd2"/>
              </a:cxn>
              <a:cxn ang="16200000">
                <a:pos x="wd2" y="hd2"/>
              </a:cxn>
            </a:cxnLst>
            <a:rect l="0" t="0" r="r" b="b"/>
            <a:pathLst>
              <a:path w="21600" h="21600" extrusionOk="0">
                <a:moveTo>
                  <a:pt x="7" y="21600"/>
                </a:moveTo>
                <a:lnTo>
                  <a:pt x="7" y="21364"/>
                </a:lnTo>
                <a:lnTo>
                  <a:pt x="5106" y="21364"/>
                </a:lnTo>
                <a:cubicBezTo>
                  <a:pt x="9419" y="21364"/>
                  <a:pt x="13475" y="20229"/>
                  <a:pt x="16522" y="18161"/>
                </a:cubicBezTo>
                <a:cubicBezTo>
                  <a:pt x="19569" y="16098"/>
                  <a:pt x="21252" y="13351"/>
                  <a:pt x="21252" y="10430"/>
                </a:cubicBezTo>
                <a:lnTo>
                  <a:pt x="21252" y="0"/>
                </a:lnTo>
                <a:lnTo>
                  <a:pt x="21600" y="0"/>
                </a:lnTo>
                <a:lnTo>
                  <a:pt x="21600" y="10430"/>
                </a:lnTo>
                <a:cubicBezTo>
                  <a:pt x="21600" y="13412"/>
                  <a:pt x="19882" y="16215"/>
                  <a:pt x="16772" y="18326"/>
                </a:cubicBezTo>
                <a:cubicBezTo>
                  <a:pt x="13656" y="20436"/>
                  <a:pt x="9516" y="21595"/>
                  <a:pt x="5113" y="21595"/>
                </a:cubicBezTo>
                <a:lnTo>
                  <a:pt x="7" y="21595"/>
                </a:lnTo>
                <a:close/>
                <a:moveTo>
                  <a:pt x="15645" y="17567"/>
                </a:moveTo>
                <a:cubicBezTo>
                  <a:pt x="18560" y="15593"/>
                  <a:pt x="20167" y="12965"/>
                  <a:pt x="20167" y="10171"/>
                </a:cubicBezTo>
                <a:lnTo>
                  <a:pt x="20167" y="0"/>
                </a:lnTo>
                <a:lnTo>
                  <a:pt x="19819" y="0"/>
                </a:lnTo>
                <a:lnTo>
                  <a:pt x="19819" y="10171"/>
                </a:lnTo>
                <a:cubicBezTo>
                  <a:pt x="19819" y="12903"/>
                  <a:pt x="18247" y="15471"/>
                  <a:pt x="15395" y="17402"/>
                </a:cubicBezTo>
                <a:cubicBezTo>
                  <a:pt x="12543" y="19334"/>
                  <a:pt x="8751" y="20399"/>
                  <a:pt x="4717" y="20399"/>
                </a:cubicBezTo>
                <a:lnTo>
                  <a:pt x="0" y="20399"/>
                </a:lnTo>
                <a:lnTo>
                  <a:pt x="0" y="20634"/>
                </a:lnTo>
                <a:lnTo>
                  <a:pt x="4717" y="20634"/>
                </a:lnTo>
                <a:cubicBezTo>
                  <a:pt x="8849" y="20630"/>
                  <a:pt x="12723" y="19541"/>
                  <a:pt x="15645" y="17567"/>
                </a:cubicBezTo>
                <a:close/>
                <a:moveTo>
                  <a:pt x="18741" y="9912"/>
                </a:moveTo>
                <a:lnTo>
                  <a:pt x="18741" y="0"/>
                </a:lnTo>
                <a:lnTo>
                  <a:pt x="18393" y="0"/>
                </a:lnTo>
                <a:lnTo>
                  <a:pt x="18393" y="9912"/>
                </a:lnTo>
                <a:cubicBezTo>
                  <a:pt x="18393" y="15160"/>
                  <a:pt x="12090" y="19428"/>
                  <a:pt x="4341" y="19428"/>
                </a:cubicBezTo>
                <a:lnTo>
                  <a:pt x="7" y="19428"/>
                </a:lnTo>
                <a:lnTo>
                  <a:pt x="7" y="19664"/>
                </a:lnTo>
                <a:lnTo>
                  <a:pt x="4341" y="19664"/>
                </a:lnTo>
                <a:cubicBezTo>
                  <a:pt x="12278" y="19664"/>
                  <a:pt x="18741" y="15287"/>
                  <a:pt x="18741" y="9912"/>
                </a:cubicBezTo>
                <a:close/>
                <a:moveTo>
                  <a:pt x="17315" y="9563"/>
                </a:moveTo>
                <a:lnTo>
                  <a:pt x="17315" y="0"/>
                </a:lnTo>
                <a:lnTo>
                  <a:pt x="16967" y="0"/>
                </a:lnTo>
                <a:lnTo>
                  <a:pt x="16967" y="9563"/>
                </a:lnTo>
                <a:cubicBezTo>
                  <a:pt x="16967" y="14468"/>
                  <a:pt x="11075" y="18462"/>
                  <a:pt x="3826" y="18462"/>
                </a:cubicBezTo>
                <a:lnTo>
                  <a:pt x="7" y="18462"/>
                </a:lnTo>
                <a:lnTo>
                  <a:pt x="7" y="18698"/>
                </a:lnTo>
                <a:lnTo>
                  <a:pt x="3826" y="18698"/>
                </a:lnTo>
                <a:cubicBezTo>
                  <a:pt x="11263" y="18698"/>
                  <a:pt x="17315" y="14599"/>
                  <a:pt x="17315" y="9563"/>
                </a:cubicBezTo>
                <a:close/>
                <a:moveTo>
                  <a:pt x="15882" y="9172"/>
                </a:moveTo>
                <a:lnTo>
                  <a:pt x="15882" y="0"/>
                </a:lnTo>
                <a:lnTo>
                  <a:pt x="15534" y="0"/>
                </a:lnTo>
                <a:lnTo>
                  <a:pt x="15534" y="9172"/>
                </a:lnTo>
                <a:cubicBezTo>
                  <a:pt x="15534" y="13761"/>
                  <a:pt x="10017" y="17497"/>
                  <a:pt x="3242" y="17497"/>
                </a:cubicBezTo>
                <a:lnTo>
                  <a:pt x="0" y="17497"/>
                </a:lnTo>
                <a:lnTo>
                  <a:pt x="0" y="17732"/>
                </a:lnTo>
                <a:lnTo>
                  <a:pt x="3242" y="17732"/>
                </a:lnTo>
                <a:cubicBezTo>
                  <a:pt x="10212" y="17732"/>
                  <a:pt x="15882" y="13893"/>
                  <a:pt x="15882" y="9172"/>
                </a:cubicBezTo>
                <a:close/>
                <a:moveTo>
                  <a:pt x="14456" y="8857"/>
                </a:moveTo>
                <a:lnTo>
                  <a:pt x="14456" y="5"/>
                </a:lnTo>
                <a:lnTo>
                  <a:pt x="14108" y="5"/>
                </a:lnTo>
                <a:lnTo>
                  <a:pt x="14108" y="8857"/>
                </a:lnTo>
                <a:cubicBezTo>
                  <a:pt x="14108" y="13087"/>
                  <a:pt x="9023" y="16531"/>
                  <a:pt x="2776" y="16531"/>
                </a:cubicBezTo>
                <a:lnTo>
                  <a:pt x="7" y="16531"/>
                </a:lnTo>
                <a:lnTo>
                  <a:pt x="7" y="16766"/>
                </a:lnTo>
                <a:lnTo>
                  <a:pt x="2776" y="16766"/>
                </a:lnTo>
                <a:cubicBezTo>
                  <a:pt x="9217" y="16766"/>
                  <a:pt x="14456" y="13214"/>
                  <a:pt x="14456" y="8857"/>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8" name="Title 1"/>
          <p:cNvSpPr>
            <a:spLocks noGrp="1"/>
          </p:cNvSpPr>
          <p:nvPr>
            <p:ph type="title"/>
          </p:nvPr>
        </p:nvSpPr>
        <p:spPr>
          <a:xfrm>
            <a:off x="4038600" y="3590365"/>
            <a:ext cx="7308850" cy="1363709"/>
          </a:xfrm>
        </p:spPr>
        <p:txBody>
          <a:bodyPr anchor="b"/>
          <a:lstStyle>
            <a:lvl1pPr>
              <a:defRPr sz="6000">
                <a:solidFill>
                  <a:schemeClr val="accent3"/>
                </a:solidFill>
              </a:defRPr>
            </a:lvl1pPr>
          </a:lstStyle>
          <a:p>
            <a:r>
              <a:rPr lang="en-US" dirty="0"/>
              <a:t>Click to edit Master title style</a:t>
            </a:r>
            <a:endParaRPr lang="en-US" dirty="0"/>
          </a:p>
        </p:txBody>
      </p:sp>
      <p:sp>
        <p:nvSpPr>
          <p:cNvPr id="9" name="Text Placeholder 2"/>
          <p:cNvSpPr>
            <a:spLocks noGrp="1"/>
          </p:cNvSpPr>
          <p:nvPr>
            <p:ph type="body" idx="1"/>
          </p:nvPr>
        </p:nvSpPr>
        <p:spPr>
          <a:xfrm>
            <a:off x="4038600" y="4981063"/>
            <a:ext cx="7308850" cy="791602"/>
          </a:xfrm>
        </p:spPr>
        <p:txBody>
          <a:bodyPr/>
          <a:lstStyle>
            <a:lvl1pPr marL="0" indent="0">
              <a:buNone/>
              <a:defRPr sz="2400">
                <a:solidFill>
                  <a:schemeClr val="bg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9" name="Shape"/>
          <p:cNvSpPr/>
          <p:nvPr userDrawn="1"/>
        </p:nvSpPr>
        <p:spPr>
          <a:xfrm>
            <a:off x="6950706" y="0"/>
            <a:ext cx="5241294" cy="341502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6516" y="21600"/>
                </a:lnTo>
                <a:cubicBezTo>
                  <a:pt x="2915" y="21600"/>
                  <a:pt x="0" y="17126"/>
                  <a:pt x="0" y="11599"/>
                </a:cubicBezTo>
                <a:lnTo>
                  <a:pt x="0" y="0"/>
                </a:lnTo>
                <a:lnTo>
                  <a:pt x="21600" y="0"/>
                </a:lnTo>
                <a:lnTo>
                  <a:pt x="21600" y="21600"/>
                </a:lnTo>
                <a:close/>
              </a:path>
            </a:pathLst>
          </a:custGeom>
          <a:solidFill>
            <a:schemeClr val="accent1">
              <a:lumMod val="50000"/>
            </a:schemeClr>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20" name="Shape"/>
          <p:cNvSpPr/>
          <p:nvPr userDrawn="1"/>
        </p:nvSpPr>
        <p:spPr>
          <a:xfrm>
            <a:off x="0" y="2353307"/>
            <a:ext cx="11051544" cy="4504693"/>
          </a:xfrm>
          <a:custGeom>
            <a:avLst/>
            <a:gdLst/>
            <a:ahLst/>
            <a:cxnLst>
              <a:cxn ang="0">
                <a:pos x="wd2" y="hd2"/>
              </a:cxn>
              <a:cxn ang="5400000">
                <a:pos x="wd2" y="hd2"/>
              </a:cxn>
              <a:cxn ang="10800000">
                <a:pos x="wd2" y="hd2"/>
              </a:cxn>
              <a:cxn ang="16200000">
                <a:pos x="wd2" y="hd2"/>
              </a:cxn>
            </a:cxnLst>
            <a:rect l="0" t="0" r="r" b="b"/>
            <a:pathLst>
              <a:path w="21600" h="21600" extrusionOk="0">
                <a:moveTo>
                  <a:pt x="21600" y="21594"/>
                </a:moveTo>
                <a:lnTo>
                  <a:pt x="21476" y="21594"/>
                </a:lnTo>
                <a:lnTo>
                  <a:pt x="21476" y="14439"/>
                </a:lnTo>
                <a:cubicBezTo>
                  <a:pt x="21476" y="10663"/>
                  <a:pt x="20878" y="7113"/>
                  <a:pt x="19788" y="4445"/>
                </a:cubicBezTo>
                <a:cubicBezTo>
                  <a:pt x="18701" y="1778"/>
                  <a:pt x="17254" y="304"/>
                  <a:pt x="15715" y="304"/>
                </a:cubicBezTo>
                <a:lnTo>
                  <a:pt x="0" y="304"/>
                </a:lnTo>
                <a:lnTo>
                  <a:pt x="0" y="0"/>
                </a:lnTo>
                <a:lnTo>
                  <a:pt x="15715" y="0"/>
                </a:lnTo>
                <a:cubicBezTo>
                  <a:pt x="17286" y="0"/>
                  <a:pt x="18763" y="1504"/>
                  <a:pt x="19875" y="4226"/>
                </a:cubicBezTo>
                <a:cubicBezTo>
                  <a:pt x="20987" y="6954"/>
                  <a:pt x="21598" y="10578"/>
                  <a:pt x="21598" y="14432"/>
                </a:cubicBezTo>
                <a:lnTo>
                  <a:pt x="21598" y="21594"/>
                </a:lnTo>
                <a:close/>
                <a:moveTo>
                  <a:pt x="19478" y="5213"/>
                </a:moveTo>
                <a:cubicBezTo>
                  <a:pt x="18438" y="2661"/>
                  <a:pt x="17053" y="1254"/>
                  <a:pt x="15581" y="1254"/>
                </a:cubicBezTo>
                <a:lnTo>
                  <a:pt x="2" y="1254"/>
                </a:lnTo>
                <a:lnTo>
                  <a:pt x="2" y="1559"/>
                </a:lnTo>
                <a:lnTo>
                  <a:pt x="15581" y="1559"/>
                </a:lnTo>
                <a:cubicBezTo>
                  <a:pt x="17020" y="1559"/>
                  <a:pt x="18373" y="2935"/>
                  <a:pt x="19391" y="5432"/>
                </a:cubicBezTo>
                <a:cubicBezTo>
                  <a:pt x="20409" y="7929"/>
                  <a:pt x="20970" y="11248"/>
                  <a:pt x="20970" y="14780"/>
                </a:cubicBezTo>
                <a:lnTo>
                  <a:pt x="20970" y="21600"/>
                </a:lnTo>
                <a:lnTo>
                  <a:pt x="21094" y="21600"/>
                </a:lnTo>
                <a:lnTo>
                  <a:pt x="21094" y="14780"/>
                </a:lnTo>
                <a:cubicBezTo>
                  <a:pt x="21091" y="11162"/>
                  <a:pt x="20518" y="7764"/>
                  <a:pt x="19478" y="5213"/>
                </a:cubicBezTo>
                <a:close/>
                <a:moveTo>
                  <a:pt x="15444" y="2503"/>
                </a:moveTo>
                <a:lnTo>
                  <a:pt x="2" y="2503"/>
                </a:lnTo>
                <a:lnTo>
                  <a:pt x="2" y="2807"/>
                </a:lnTo>
                <a:lnTo>
                  <a:pt x="15444" y="2807"/>
                </a:lnTo>
                <a:cubicBezTo>
                  <a:pt x="18209" y="2807"/>
                  <a:pt x="20458" y="8325"/>
                  <a:pt x="20458" y="15108"/>
                </a:cubicBezTo>
                <a:lnTo>
                  <a:pt x="20458" y="21594"/>
                </a:lnTo>
                <a:lnTo>
                  <a:pt x="20582" y="21594"/>
                </a:lnTo>
                <a:lnTo>
                  <a:pt x="20582" y="15108"/>
                </a:lnTo>
                <a:cubicBezTo>
                  <a:pt x="20582" y="8154"/>
                  <a:pt x="18276" y="2503"/>
                  <a:pt x="15444" y="2503"/>
                </a:cubicBezTo>
                <a:close/>
                <a:moveTo>
                  <a:pt x="15261" y="3751"/>
                </a:moveTo>
                <a:lnTo>
                  <a:pt x="0" y="3751"/>
                </a:lnTo>
                <a:lnTo>
                  <a:pt x="0" y="4056"/>
                </a:lnTo>
                <a:lnTo>
                  <a:pt x="15261" y="4056"/>
                </a:lnTo>
                <a:cubicBezTo>
                  <a:pt x="17844" y="4056"/>
                  <a:pt x="19949" y="9214"/>
                  <a:pt x="19949" y="15559"/>
                </a:cubicBezTo>
                <a:lnTo>
                  <a:pt x="19949" y="21594"/>
                </a:lnTo>
                <a:lnTo>
                  <a:pt x="20073" y="21594"/>
                </a:lnTo>
                <a:lnTo>
                  <a:pt x="20073" y="15559"/>
                </a:lnTo>
                <a:cubicBezTo>
                  <a:pt x="20073" y="9049"/>
                  <a:pt x="17914" y="3751"/>
                  <a:pt x="15261" y="3751"/>
                </a:cubicBezTo>
                <a:close/>
                <a:moveTo>
                  <a:pt x="15054" y="5000"/>
                </a:moveTo>
                <a:lnTo>
                  <a:pt x="2" y="5000"/>
                </a:lnTo>
                <a:lnTo>
                  <a:pt x="2" y="5304"/>
                </a:lnTo>
                <a:lnTo>
                  <a:pt x="15054" y="5304"/>
                </a:lnTo>
                <a:cubicBezTo>
                  <a:pt x="17472" y="5304"/>
                  <a:pt x="19441" y="10133"/>
                  <a:pt x="19441" y="16065"/>
                </a:cubicBezTo>
                <a:lnTo>
                  <a:pt x="19441" y="21594"/>
                </a:lnTo>
                <a:lnTo>
                  <a:pt x="19565" y="21594"/>
                </a:lnTo>
                <a:lnTo>
                  <a:pt x="19565" y="16065"/>
                </a:lnTo>
                <a:cubicBezTo>
                  <a:pt x="19565" y="9963"/>
                  <a:pt x="17539" y="5000"/>
                  <a:pt x="15054" y="5000"/>
                </a:cubicBezTo>
                <a:close/>
                <a:moveTo>
                  <a:pt x="14886" y="6248"/>
                </a:moveTo>
                <a:lnTo>
                  <a:pt x="0" y="6248"/>
                </a:lnTo>
                <a:lnTo>
                  <a:pt x="0" y="6552"/>
                </a:lnTo>
                <a:lnTo>
                  <a:pt x="14886" y="6552"/>
                </a:lnTo>
                <a:cubicBezTo>
                  <a:pt x="17115" y="6552"/>
                  <a:pt x="18929" y="11004"/>
                  <a:pt x="18929" y="16473"/>
                </a:cubicBezTo>
                <a:lnTo>
                  <a:pt x="18929" y="21594"/>
                </a:lnTo>
                <a:lnTo>
                  <a:pt x="19053" y="21594"/>
                </a:lnTo>
                <a:lnTo>
                  <a:pt x="19053" y="16473"/>
                </a:lnTo>
                <a:cubicBezTo>
                  <a:pt x="19053" y="10840"/>
                  <a:pt x="17184" y="6248"/>
                  <a:pt x="14886" y="6248"/>
                </a:cubicBezTo>
                <a:close/>
              </a:path>
            </a:pathLst>
          </a:custGeom>
          <a:gradFill>
            <a:gsLst>
              <a:gs pos="0">
                <a:schemeClr val="accent1"/>
              </a:gs>
              <a:gs pos="100000">
                <a:schemeClr val="accent3">
                  <a:lumMod val="60000"/>
                  <a:lumOff val="40000"/>
                </a:schemeClr>
              </a:gs>
            </a:gsLst>
            <a:lin ang="5400000" scaled="1"/>
          </a:gra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p>
        </p:txBody>
      </p:sp>
      <p:sp>
        <p:nvSpPr>
          <p:cNvPr id="9" name="Text Placeholder 2"/>
          <p:cNvSpPr>
            <a:spLocks noGrp="1"/>
          </p:cNvSpPr>
          <p:nvPr>
            <p:ph type="body" idx="1"/>
          </p:nvPr>
        </p:nvSpPr>
        <p:spPr>
          <a:xfrm>
            <a:off x="831850" y="5151755"/>
            <a:ext cx="7451538" cy="99758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8" name="Title 1"/>
          <p:cNvSpPr>
            <a:spLocks noGrp="1"/>
          </p:cNvSpPr>
          <p:nvPr>
            <p:ph type="title"/>
          </p:nvPr>
        </p:nvSpPr>
        <p:spPr>
          <a:xfrm>
            <a:off x="831850" y="4003043"/>
            <a:ext cx="7451538" cy="1121724"/>
          </a:xfrm>
        </p:spPr>
        <p:txBody>
          <a:bodyPr anchor="b"/>
          <a:lstStyle>
            <a:lvl1pPr>
              <a:defRPr sz="6000"/>
            </a:lvl1pPr>
          </a:lstStyle>
          <a:p>
            <a:r>
              <a:rPr lang="en-US" dirty="0"/>
              <a:t>Click to edit Master title style</a:t>
            </a:r>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42446" y="3816800"/>
            <a:ext cx="7911354" cy="1156838"/>
          </a:xfrm>
        </p:spPr>
        <p:txBody>
          <a:bodyPr/>
          <a:lstStyle/>
          <a:p>
            <a:r>
              <a:rPr lang="en-US" dirty="0"/>
              <a:t>Title of your Presentation</a:t>
            </a:r>
            <a:endParaRPr lang="en-US" dirty="0"/>
          </a:p>
        </p:txBody>
      </p:sp>
      <p:sp>
        <p:nvSpPr>
          <p:cNvPr id="3" name="Subtitle 2"/>
          <p:cNvSpPr>
            <a:spLocks noGrp="1"/>
          </p:cNvSpPr>
          <p:nvPr>
            <p:ph type="subTitle" idx="1"/>
          </p:nvPr>
        </p:nvSpPr>
        <p:spPr>
          <a:xfrm>
            <a:off x="3442446" y="5065713"/>
            <a:ext cx="7911354" cy="1052699"/>
          </a:xfrm>
        </p:spPr>
        <p:txBody>
          <a:bodyPr/>
          <a:lstStyle/>
          <a:p>
            <a:r>
              <a:rPr lang="en-US" dirty="0"/>
              <a:t>A Free Presentation Template</a:t>
            </a:r>
            <a:endParaRPr lang="en-US" dirty="0"/>
          </a:p>
        </p:txBody>
      </p:sp>
      <p:sp>
        <p:nvSpPr>
          <p:cNvPr id="4" name="Slide Number Placeholder 3"/>
          <p:cNvSpPr>
            <a:spLocks noGrp="1"/>
          </p:cNvSpPr>
          <p:nvPr>
            <p:ph type="sldNum" sz="quarter" idx="12"/>
          </p:nvPr>
        </p:nvSpPr>
        <p:spPr/>
        <p:txBody>
          <a:bodyPr/>
          <a:p>
            <a:fld id="{672B7600-67E3-4D97-B453-880E2742B982}"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1325563"/>
          </a:xfrm>
        </p:spPr>
        <p:txBody>
          <a:bodyPr/>
          <a:lstStyle/>
          <a:p>
            <a:r>
              <a:rPr lang="en-US" dirty="0"/>
              <a:t>Title of your Slide</a:t>
            </a:r>
            <a:endParaRPr lang="en-US" dirty="0"/>
          </a:p>
        </p:txBody>
      </p:sp>
      <p:sp>
        <p:nvSpPr>
          <p:cNvPr id="5" name="Content Placeholder 4"/>
          <p:cNvSpPr>
            <a:spLocks noGrp="1"/>
          </p:cNvSpPr>
          <p:nvPr>
            <p:ph idx="1"/>
          </p:nvPr>
        </p:nvSpPr>
        <p:spPr>
          <a:xfrm>
            <a:off x="838200" y="1825625"/>
            <a:ext cx="7772400" cy="4351338"/>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1325563"/>
          </a:xfrm>
        </p:spPr>
        <p:txBody>
          <a:bodyPr/>
          <a:lstStyle/>
          <a:p>
            <a:r>
              <a:rPr lang="en-US" dirty="0"/>
              <a:t>Title of your Slide</a:t>
            </a:r>
            <a:endParaRPr lang="en-US" dirty="0"/>
          </a:p>
        </p:txBody>
      </p:sp>
      <p:sp>
        <p:nvSpPr>
          <p:cNvPr id="5" name="Content Placeholder 4"/>
          <p:cNvSpPr>
            <a:spLocks noGrp="1"/>
          </p:cNvSpPr>
          <p:nvPr>
            <p:ph idx="1"/>
          </p:nvPr>
        </p:nvSpPr>
        <p:spPr>
          <a:xfrm>
            <a:off x="2971800" y="1825625"/>
            <a:ext cx="8382000" cy="4351338"/>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988663"/>
            <a:ext cx="6940550" cy="1067618"/>
          </a:xfrm>
        </p:spPr>
        <p:txBody>
          <a:bodyPr/>
          <a:lstStyle/>
          <a:p>
            <a:r>
              <a:rPr lang="en-US" dirty="0"/>
              <a:t>Title of your Section</a:t>
            </a:r>
            <a:endParaRPr lang="en-US" dirty="0"/>
          </a:p>
        </p:txBody>
      </p:sp>
      <p:sp>
        <p:nvSpPr>
          <p:cNvPr id="5" name="Text Placeholder 4"/>
          <p:cNvSpPr>
            <a:spLocks noGrp="1"/>
          </p:cNvSpPr>
          <p:nvPr>
            <p:ph type="body" idx="1"/>
          </p:nvPr>
        </p:nvSpPr>
        <p:spPr>
          <a:xfrm>
            <a:off x="831850" y="2083270"/>
            <a:ext cx="6940550" cy="783274"/>
          </a:xfrm>
        </p:spPr>
        <p:txBody>
          <a:bodyPr/>
          <a:lstStyle/>
          <a:p>
            <a:r>
              <a:rPr lang="en-US" dirty="0"/>
              <a:t>Here goes the subtitle of your section</a:t>
            </a:r>
            <a:endParaRPr lang="en-US" dirty="0"/>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38600" y="3590365"/>
            <a:ext cx="7308850" cy="1363709"/>
          </a:xfrm>
        </p:spPr>
        <p:txBody>
          <a:bodyPr/>
          <a:lstStyle/>
          <a:p>
            <a:r>
              <a:rPr lang="en-US" dirty="0"/>
              <a:t>Title of your Section</a:t>
            </a:r>
            <a:endParaRPr lang="en-US" dirty="0"/>
          </a:p>
        </p:txBody>
      </p:sp>
      <p:sp>
        <p:nvSpPr>
          <p:cNvPr id="5" name="Text Placeholder 4"/>
          <p:cNvSpPr>
            <a:spLocks noGrp="1"/>
          </p:cNvSpPr>
          <p:nvPr>
            <p:ph type="body" idx="1"/>
          </p:nvPr>
        </p:nvSpPr>
        <p:spPr>
          <a:xfrm>
            <a:off x="4038600" y="4981063"/>
            <a:ext cx="7308850" cy="791602"/>
          </a:xfrm>
        </p:spPr>
        <p:txBody>
          <a:bodyPr/>
          <a:lstStyle/>
          <a:p>
            <a:r>
              <a:rPr lang="en-US" dirty="0"/>
              <a:t>Here goes the subtitle of your section</a:t>
            </a:r>
            <a:endParaRPr lang="en-US" dirty="0"/>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noAutofit/>
          </a:bodyPr>
          <a:lstStyle/>
          <a:p>
            <a:r>
              <a:rPr lang="en-US" noProof="1"/>
              <a:t>Lorem ipsum dolor sit amet, tollit epicuri est ex, exerci accumsan singulis ei mel.</a:t>
            </a:r>
            <a:endParaRPr lang="en-US" noProof="1"/>
          </a:p>
        </p:txBody>
      </p:sp>
      <p:sp>
        <p:nvSpPr>
          <p:cNvPr id="6" name="Slide Number Placeholder 5"/>
          <p:cNvSpPr>
            <a:spLocks noGrp="1"/>
          </p:cNvSpPr>
          <p:nvPr>
            <p:ph type="sldNum" sz="quarter" idx="12"/>
          </p:nvPr>
        </p:nvSpPr>
        <p:spPr/>
        <p:txBody>
          <a:bodyPr/>
          <a:lstStyle/>
          <a:p>
            <a:fld id="{672B7600-67E3-4D97-B453-880E2742B982}" type="slidenum">
              <a:rPr lang="en-US" smtClean="0"/>
            </a:fld>
            <a:endParaRPr lang="en-US"/>
          </a:p>
        </p:txBody>
      </p:sp>
      <p:sp>
        <p:nvSpPr>
          <p:cNvPr id="7" name="Picture Placeholder 6"/>
          <p:cNvSpPr>
            <a:spLocks noGrp="1"/>
          </p:cNvSpPr>
          <p:nvPr>
            <p:ph type="pic" sz="quarter" idx="4294967295"/>
          </p:nvPr>
        </p:nvSpPr>
        <p:spPr>
          <a:xfrm>
            <a:off x="10408784" y="652440"/>
            <a:ext cx="1333500" cy="1333500"/>
          </a:xfrm>
          <a:prstGeom prst="ellipse">
            <a:avLst/>
          </a:prstGeom>
        </p:spPr>
      </p:sp>
      <p:sp>
        <p:nvSpPr>
          <p:cNvPr id="8" name="Text Placeholder 7"/>
          <p:cNvSpPr>
            <a:spLocks noGrp="1"/>
          </p:cNvSpPr>
          <p:nvPr>
            <p:ph type="body" sz="quarter" idx="4294967295"/>
          </p:nvPr>
        </p:nvSpPr>
        <p:spPr>
          <a:xfrm>
            <a:off x="10224634" y="2050104"/>
            <a:ext cx="1701800" cy="307010"/>
          </a:xfrm>
        </p:spPr>
        <p:txBody>
          <a:bodyPr/>
          <a:lstStyle/>
          <a:p>
            <a:r>
              <a:rPr lang="en-US" dirty="0"/>
              <a:t>First / Last Name</a:t>
            </a:r>
            <a:endParaRPr lang="en-US" dirty="0"/>
          </a:p>
        </p:txBody>
      </p:sp>
      <p:sp>
        <p:nvSpPr>
          <p:cNvPr id="9" name="Text Placeholder 8"/>
          <p:cNvSpPr>
            <a:spLocks noGrp="1"/>
          </p:cNvSpPr>
          <p:nvPr>
            <p:ph type="body" sz="quarter" idx="4294967295"/>
          </p:nvPr>
        </p:nvSpPr>
        <p:spPr>
          <a:xfrm>
            <a:off x="10224634" y="2363827"/>
            <a:ext cx="1701800" cy="307010"/>
          </a:xfrm>
        </p:spPr>
        <p:txBody>
          <a:bodyPr/>
          <a:lstStyle/>
          <a:p>
            <a:r>
              <a:rPr lang="en-US" dirty="0"/>
              <a:t>(123) 456-7890</a:t>
            </a:r>
            <a:endParaRPr lang="en-US" dirty="0"/>
          </a:p>
        </p:txBody>
      </p:sp>
      <p:sp>
        <p:nvSpPr>
          <p:cNvPr id="11" name="Text Placeholder 10"/>
          <p:cNvSpPr>
            <a:spLocks noGrp="1"/>
          </p:cNvSpPr>
          <p:nvPr>
            <p:ph type="body" sz="quarter" idx="4294967295"/>
          </p:nvPr>
        </p:nvSpPr>
        <p:spPr>
          <a:xfrm>
            <a:off x="10224634" y="2741050"/>
            <a:ext cx="1701800" cy="307010"/>
          </a:xfrm>
        </p:spPr>
        <p:txBody>
          <a:bodyPr/>
          <a:lstStyle/>
          <a:p>
            <a:r>
              <a:rPr lang="en-US" dirty="0"/>
              <a:t>Your Company</a:t>
            </a:r>
            <a:endParaRPr lang="en-US" dirty="0"/>
          </a:p>
        </p:txBody>
      </p:sp>
      <p:sp>
        <p:nvSpPr>
          <p:cNvPr id="2" name="Title 1"/>
          <p:cNvSpPr>
            <a:spLocks noGrp="1"/>
          </p:cNvSpPr>
          <p:nvPr>
            <p:ph type="title"/>
          </p:nvPr>
        </p:nvSpPr>
        <p:spPr/>
        <p:txBody>
          <a:bodyPr/>
          <a:lstStyle/>
          <a:p>
            <a:r>
              <a:rPr lang="en-US" dirty="0"/>
              <a:t>Thank You!</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1162</Words>
  <Application>WPS Presentation</Application>
  <PresentationFormat>Widescreen</PresentationFormat>
  <Paragraphs>44</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Calibri Light</vt:lpstr>
      <vt:lpstr>Calibri</vt:lpstr>
      <vt:lpstr>Microsoft YaHei</vt:lpstr>
      <vt:lpstr>Arial Unicode MS</vt:lpstr>
      <vt:lpstr>Calibri</vt:lpstr>
      <vt:lpstr>Office Theme</vt:lpstr>
      <vt:lpstr>Title of your Presentation</vt:lpstr>
      <vt:lpstr>Title of your Slide</vt:lpstr>
      <vt:lpstr>Title of your Slide</vt:lpstr>
      <vt:lpstr>Title of your Section</vt:lpstr>
      <vt:lpstr>Title of your Section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Muhammad Poyonov</cp:lastModifiedBy>
  <cp:revision>3</cp:revision>
  <dcterms:created xsi:type="dcterms:W3CDTF">2025-07-23T00:59:00Z</dcterms:created>
  <dcterms:modified xsi:type="dcterms:W3CDTF">2026-05-11T07:40:46Z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E2046DDFBD3142F099B8FCDA675E60F2_11</vt:lpwstr>
  </property>
  <property fmtid="{D5CDD505-2E9C-101B-9397-08002B2CF9AE}" pid="3" name="KSOProductBuildVer">
    <vt:lpwstr>1033-12.1.0.25862</vt:lpwstr>
  </property>
</Properties>
</file>