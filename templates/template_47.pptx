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microsoft.com/office/2007/relationships/hdphoto" Target="../media/image2.wdp"/><Relationship Id="rId8" Type="http://schemas.openxmlformats.org/officeDocument/2006/relationships/image" Target="NULL" TargetMode="Externa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microsoft.com/office/2007/relationships/hdphoto" Target="../media/image4.wdp"/><Relationship Id="rId11" Type="http://schemas.openxmlformats.org/officeDocument/2006/relationships/image" Target="../media/image3.png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20.xml"/><Relationship Id="rId7" Type="http://schemas.microsoft.com/office/2007/relationships/hdphoto" Target="../media/image6.wdp"/><Relationship Id="rId6" Type="http://schemas.openxmlformats.org/officeDocument/2006/relationships/image" Target="NULL" TargetMode="External"/><Relationship Id="rId5" Type="http://schemas.openxmlformats.org/officeDocument/2006/relationships/image" Target="../media/image5.png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microsoft.com/office/2007/relationships/hdphoto" Target="../media/image8.wdp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microsoft.com/office/2007/relationships/hdphoto" Target="../media/image10.wdp"/><Relationship Id="rId7" Type="http://schemas.openxmlformats.org/officeDocument/2006/relationships/image" Target="NULL" TargetMode="External"/><Relationship Id="rId6" Type="http://schemas.openxmlformats.org/officeDocument/2006/relationships/image" Target="../media/image9.pn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microsoft.com/office/2007/relationships/hdphoto" Target="../media/image12.wdp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1712_#color_$lt2_$lt1-2497&amp;169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100000"/>
                </a:schemeClr>
              </a:gs>
              <a:gs pos="100000">
                <a:schemeClr val="bg1">
                  <a:alpha val="20000"/>
                </a:schemeClr>
              </a:gs>
            </a:gsLst>
            <a:lin ang="2106835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Ellipse 3 (Stroke)_#color_$accent1_$accent1-2499&amp;1970"/>
          <p:cNvSpPr/>
          <p:nvPr userDrawn="1">
            <p:custDataLst>
              <p:tags r:id="rId3"/>
            </p:custDataLst>
          </p:nvPr>
        </p:nvSpPr>
        <p:spPr>
          <a:xfrm rot="18000000">
            <a:off x="607058" y="530854"/>
            <a:ext cx="1512791" cy="1512791"/>
          </a:xfrm>
          <a:custGeom>
            <a:avLst/>
            <a:gdLst/>
            <a:ahLst/>
            <a:cxnLst/>
            <a:rect l="l" t="t" r="r" b="b"/>
            <a:pathLst>
              <a:path w="1512791" h="1512791">
                <a:moveTo>
                  <a:pt x="756395" y="1258791"/>
                </a:moveTo>
                <a:cubicBezTo>
                  <a:pt x="1033860" y="1258791"/>
                  <a:pt x="1258791" y="1033860"/>
                  <a:pt x="1258791" y="756395"/>
                </a:cubicBezTo>
                <a:cubicBezTo>
                  <a:pt x="1258791" y="478930"/>
                  <a:pt x="1033860" y="254000"/>
                  <a:pt x="756395" y="254000"/>
                </a:cubicBezTo>
                <a:cubicBezTo>
                  <a:pt x="478930" y="254000"/>
                  <a:pt x="254000" y="478930"/>
                  <a:pt x="254000" y="756395"/>
                </a:cubicBezTo>
                <a:cubicBezTo>
                  <a:pt x="254000" y="1033860"/>
                  <a:pt x="478930" y="1258791"/>
                  <a:pt x="756395" y="1258791"/>
                </a:cubicBezTo>
                <a:moveTo>
                  <a:pt x="756395" y="1512786"/>
                </a:moveTo>
                <a:cubicBezTo>
                  <a:pt x="1174140" y="1512786"/>
                  <a:pt x="1512786" y="1174140"/>
                  <a:pt x="1512786" y="756395"/>
                </a:cubicBezTo>
                <a:cubicBezTo>
                  <a:pt x="1512786" y="338649"/>
                  <a:pt x="1174140" y="0"/>
                  <a:pt x="756395" y="0"/>
                </a:cubicBezTo>
                <a:cubicBezTo>
                  <a:pt x="338649" y="0"/>
                  <a:pt x="0" y="338649"/>
                  <a:pt x="0" y="756395"/>
                </a:cubicBezTo>
                <a:cubicBezTo>
                  <a:pt x="0" y="1174140"/>
                  <a:pt x="338649" y="1512786"/>
                  <a:pt x="756395" y="1512786"/>
                </a:cubicBezTo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603296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2 (Stroke)_#color_$accent1_$accent1-2499&amp;1973"/>
          <p:cNvSpPr/>
          <p:nvPr userDrawn="1">
            <p:custDataLst>
              <p:tags r:id="rId4"/>
            </p:custDataLst>
          </p:nvPr>
        </p:nvSpPr>
        <p:spPr>
          <a:xfrm>
            <a:off x="4654686" y="1287993"/>
            <a:ext cx="7537311" cy="5570007"/>
          </a:xfrm>
          <a:custGeom>
            <a:avLst/>
            <a:gdLst/>
            <a:ahLst/>
            <a:cxnLst/>
            <a:rect l="l" t="t" r="r" b="b"/>
            <a:pathLst>
              <a:path w="7537311" h="5570007">
                <a:moveTo>
                  <a:pt x="7537310" y="1653197"/>
                </a:moveTo>
                <a:cubicBezTo>
                  <a:pt x="7210044" y="1223395"/>
                  <a:pt x="6793840" y="850050"/>
                  <a:pt x="6296724" y="563039"/>
                </a:cubicBezTo>
                <a:cubicBezTo>
                  <a:pt x="4289158" y="-596028"/>
                  <a:pt x="1722107" y="91815"/>
                  <a:pt x="563039" y="2099374"/>
                </a:cubicBezTo>
                <a:cubicBezTo>
                  <a:pt x="-70213" y="3196196"/>
                  <a:pt x="-152173" y="4460037"/>
                  <a:pt x="231184" y="5570004"/>
                </a:cubicBezTo>
                <a:lnTo>
                  <a:pt x="3268116" y="5570004"/>
                </a:lnTo>
                <a:cubicBezTo>
                  <a:pt x="2554262" y="5087214"/>
                  <a:pt x="2325154" y="4127310"/>
                  <a:pt x="2762745" y="3369374"/>
                </a:cubicBezTo>
                <a:cubicBezTo>
                  <a:pt x="3220402" y="2576678"/>
                  <a:pt x="4234028" y="2305075"/>
                  <a:pt x="5026724" y="2762745"/>
                </a:cubicBezTo>
                <a:cubicBezTo>
                  <a:pt x="5819419" y="3220402"/>
                  <a:pt x="6091022" y="4234028"/>
                  <a:pt x="5633364" y="5026724"/>
                </a:cubicBezTo>
                <a:cubicBezTo>
                  <a:pt x="5503774" y="5251171"/>
                  <a:pt x="5329619" y="5433835"/>
                  <a:pt x="5128539" y="5570004"/>
                </a:cubicBezTo>
                <a:lnTo>
                  <a:pt x="7537310" y="5570004"/>
                </a:lnTo>
                <a:lnTo>
                  <a:pt x="7537310" y="1653197"/>
                </a:lnTo>
              </a:path>
            </a:pathLst>
          </a:cu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1">
                  <a:alpha val="0"/>
                </a:schemeClr>
              </a:gs>
            </a:gsLst>
            <a:lin ang="11735572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Ellipse 1 (Stroke)_#color_$accent1_$accent1-2499&amp;1976"/>
          <p:cNvSpPr/>
          <p:nvPr userDrawn="1">
            <p:custDataLst>
              <p:tags r:id="rId5"/>
            </p:custDataLst>
          </p:nvPr>
        </p:nvSpPr>
        <p:spPr>
          <a:xfrm>
            <a:off x="5061458" y="0"/>
            <a:ext cx="7130538" cy="5729093"/>
          </a:xfrm>
          <a:custGeom>
            <a:avLst/>
            <a:gdLst/>
            <a:ahLst/>
            <a:cxnLst/>
            <a:rect l="l" t="t" r="r" b="b"/>
            <a:pathLst>
              <a:path w="7130538" h="5729093">
                <a:moveTo>
                  <a:pt x="2597976" y="0"/>
                </a:moveTo>
                <a:cubicBezTo>
                  <a:pt x="2888412" y="1061763"/>
                  <a:pt x="3581235" y="2013877"/>
                  <a:pt x="4609846" y="2607742"/>
                </a:cubicBezTo>
                <a:cubicBezTo>
                  <a:pt x="5403393" y="3065894"/>
                  <a:pt x="6281674" y="3244367"/>
                  <a:pt x="7130542" y="3173730"/>
                </a:cubicBezTo>
                <a:lnTo>
                  <a:pt x="7130542" y="5719559"/>
                </a:lnTo>
                <a:cubicBezTo>
                  <a:pt x="5849061" y="5787123"/>
                  <a:pt x="4533989" y="5496890"/>
                  <a:pt x="3339846" y="4807445"/>
                </a:cubicBezTo>
                <a:cubicBezTo>
                  <a:pt x="1494117" y="3741814"/>
                  <a:pt x="329867" y="1949120"/>
                  <a:pt x="0" y="0"/>
                </a:cubicBezTo>
                <a:lnTo>
                  <a:pt x="2597976" y="0"/>
                </a:lnTo>
              </a:path>
            </a:pathLst>
          </a:cu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1">
                  <a:alpha val="0"/>
                </a:schemeClr>
              </a:gs>
            </a:gsLst>
            <a:lin ang="603296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3" name="图片 12" descr="C:/Users/kingsoft/AppData/Local/Temp/fig2wpp/@png2x_pic1-2490&amp;1162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5000" contrast="60000"/>
                    </a14:imgEffect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18200" y="0"/>
            <a:ext cx="6273800" cy="6858000"/>
          </a:xfrm>
          <a:prstGeom prst="rect">
            <a:avLst/>
          </a:prstGeom>
        </p:spPr>
      </p:pic>
      <p:pic>
        <p:nvPicPr>
          <p:cNvPr id="15" name="图片 14" descr="C:/Users/kingsoft/AppData/Local/Temp/fig2wpp/@png2x_pic2-2497&amp;1319.png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 r:link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25000" contrast="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9880" y="870585"/>
            <a:ext cx="3313430" cy="32715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975869" y="1194896"/>
            <a:ext cx="6075525" cy="4459954"/>
          </a:xfrm>
        </p:spPr>
        <p:txBody>
          <a:bodyPr wrap="square" anchor="ctr">
            <a:normAutofit/>
          </a:bodyPr>
          <a:lstStyle>
            <a:lvl1pPr algn="l">
              <a:lnSpc>
                <a:spcPct val="100000"/>
              </a:lnSpc>
              <a:defRPr sz="5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>
                <a:latin typeface="+mj-lt"/>
              </a:rPr>
              <a:t>Xiaomi14s Mobile Phone Product Launch Presentation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975870" y="5747947"/>
            <a:ext cx="5265606" cy="53416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>
            <a:normAutofit/>
          </a:bodyPr>
          <a:lstStyle>
            <a:lvl1pPr>
              <a:defRPr sz="3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1712_#color_$lt2_$lt1-2499&amp;1982"/>
          <p:cNvSpPr/>
          <p:nvPr userDrawn="1">
            <p:custDataLst>
              <p:tags r:id="rId2"/>
            </p:custDataLst>
          </p:nvPr>
        </p:nvSpPr>
        <p:spPr>
          <a:xfrm>
            <a:off x="1200" y="0"/>
            <a:ext cx="12189600" cy="6858000"/>
          </a:xfrm>
          <a:prstGeom prst="rect">
            <a:avLst/>
          </a:prstGeom>
          <a:gradFill>
            <a:gsLst>
              <a:gs pos="0">
                <a:schemeClr val="bg2">
                  <a:alpha val="100000"/>
                </a:schemeClr>
              </a:gs>
              <a:gs pos="100000">
                <a:schemeClr val="bg1">
                  <a:alpha val="20000"/>
                </a:schemeClr>
              </a:gs>
            </a:gsLst>
            <a:lin ang="2106835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" name="Ellipse 2 (Stroke)_#color_$accent1_$accent1-2499&amp;1986"/>
          <p:cNvSpPr/>
          <p:nvPr userDrawn="1">
            <p:custDataLst>
              <p:tags r:id="rId3"/>
            </p:custDataLst>
          </p:nvPr>
        </p:nvSpPr>
        <p:spPr>
          <a:xfrm flipV="1">
            <a:off x="0" y="0"/>
            <a:ext cx="5658124" cy="6858000"/>
          </a:xfrm>
          <a:custGeom>
            <a:avLst/>
            <a:gdLst/>
            <a:ahLst/>
            <a:cxnLst/>
            <a:rect l="l" t="t" r="r" b="b"/>
            <a:pathLst>
              <a:path w="5658124" h="6858000">
                <a:moveTo>
                  <a:pt x="0" y="5525618"/>
                </a:moveTo>
                <a:lnTo>
                  <a:pt x="0" y="6858000"/>
                </a:lnTo>
                <a:lnTo>
                  <a:pt x="3952723" y="6858000"/>
                </a:lnTo>
                <a:cubicBezTo>
                  <a:pt x="4263555" y="6581902"/>
                  <a:pt x="4545228" y="6262802"/>
                  <a:pt x="4788687" y="5902452"/>
                </a:cubicBezTo>
                <a:cubicBezTo>
                  <a:pt x="6036386" y="4055707"/>
                  <a:pt x="5904421" y="1682179"/>
                  <a:pt x="4628604" y="0"/>
                </a:cubicBezTo>
                <a:lnTo>
                  <a:pt x="0" y="0"/>
                </a:lnTo>
                <a:lnTo>
                  <a:pt x="0" y="603432"/>
                </a:lnTo>
                <a:cubicBezTo>
                  <a:pt x="665350" y="444720"/>
                  <a:pt x="1392542" y="554733"/>
                  <a:pt x="2003997" y="967848"/>
                </a:cubicBezTo>
                <a:cubicBezTo>
                  <a:pt x="3161767" y="1750060"/>
                  <a:pt x="3466224" y="3322726"/>
                  <a:pt x="2684005" y="4480497"/>
                </a:cubicBezTo>
                <a:cubicBezTo>
                  <a:pt x="2077364" y="5378412"/>
                  <a:pt x="995265" y="5763070"/>
                  <a:pt x="0" y="5525618"/>
                </a:cubicBezTo>
              </a:path>
            </a:pathLst>
          </a:custGeom>
          <a:gradFill>
            <a:gsLst>
              <a:gs pos="0">
                <a:schemeClr val="accent1"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1132729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0" name="图片 9" descr="C:/Users/kingsoft/AppData/Local/Temp/fig2wpp/@png2x_pic2-2497&amp;1736.png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r:link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5000" contrast="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00" y="2463800"/>
            <a:ext cx="5016500" cy="4394200"/>
          </a:xfrm>
          <a:prstGeom prst="rect">
            <a:avLst/>
          </a:prstGeom>
        </p:spPr>
      </p:pic>
      <p:pic>
        <p:nvPicPr>
          <p:cNvPr id="11" name="图片 10" descr="C:/Users/kingsoft/AppData/Local/Temp/fig2wpp/@png2x_pic1-2497&amp;1735.png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r:link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25000" contrast="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00" y="1282700"/>
            <a:ext cx="2578100" cy="37592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120140" y="201355"/>
            <a:ext cx="3346257" cy="1081088"/>
          </a:xfrm>
        </p:spPr>
        <p:txBody>
          <a:bodyPr wrap="square" anchor="b">
            <a:normAutofit/>
          </a:bodyPr>
          <a:lstStyle>
            <a:lvl1pPr>
              <a:defRPr sz="6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712_#color_$lt2_$lt1-2499&amp;199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100000"/>
                </a:schemeClr>
              </a:gs>
              <a:gs pos="100000">
                <a:schemeClr val="bg1">
                  <a:alpha val="20000"/>
                </a:schemeClr>
              </a:gs>
            </a:gsLst>
            <a:lin ang="2106835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Ellipse 1 (Stroke)_#color_$accent1_$accent1-2499&amp;199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6724644" cy="5728950"/>
          </a:xfrm>
          <a:custGeom>
            <a:avLst/>
            <a:gdLst/>
            <a:ahLst/>
            <a:cxnLst/>
            <a:rect l="l" t="t" r="r" b="b"/>
            <a:pathLst>
              <a:path w="6724644" h="5728950">
                <a:moveTo>
                  <a:pt x="0" y="3188424"/>
                </a:moveTo>
                <a:lnTo>
                  <a:pt x="0" y="5728945"/>
                </a:lnTo>
                <a:cubicBezTo>
                  <a:pt x="1151291" y="5721541"/>
                  <a:pt x="2316442" y="5424259"/>
                  <a:pt x="3384804" y="4807445"/>
                </a:cubicBezTo>
                <a:cubicBezTo>
                  <a:pt x="5230533" y="3741814"/>
                  <a:pt x="6394780" y="1949120"/>
                  <a:pt x="6724650" y="0"/>
                </a:cubicBezTo>
                <a:lnTo>
                  <a:pt x="4126662" y="0"/>
                </a:lnTo>
                <a:cubicBezTo>
                  <a:pt x="3836238" y="1061762"/>
                  <a:pt x="3143415" y="2013877"/>
                  <a:pt x="2114804" y="2607742"/>
                </a:cubicBezTo>
                <a:cubicBezTo>
                  <a:pt x="1447178" y="2993187"/>
                  <a:pt x="719590" y="3180677"/>
                  <a:pt x="0" y="3188424"/>
                </a:cubicBezTo>
              </a:path>
            </a:pathLst>
          </a:custGeom>
          <a:gradFill>
            <a:gsLst>
              <a:gs pos="0">
                <a:schemeClr val="accent1">
                  <a:alpha val="38000"/>
                </a:schemeClr>
              </a:gs>
              <a:gs pos="100000">
                <a:schemeClr val="accent1">
                  <a:alpha val="0"/>
                </a:schemeClr>
              </a:gs>
            </a:gsLst>
            <a:lin ang="189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3 (Stroke)_#color_$accent1_$accent1-2499&amp;1966"/>
          <p:cNvSpPr/>
          <p:nvPr userDrawn="1">
            <p:custDataLst>
              <p:tags r:id="rId4"/>
            </p:custDataLst>
          </p:nvPr>
        </p:nvSpPr>
        <p:spPr>
          <a:xfrm>
            <a:off x="9942351" y="665244"/>
            <a:ext cx="1513043" cy="1513043"/>
          </a:xfrm>
          <a:custGeom>
            <a:avLst/>
            <a:gdLst/>
            <a:ahLst/>
            <a:cxnLst/>
            <a:rect l="l" t="t" r="r" b="b"/>
            <a:pathLst>
              <a:path w="1513043" h="1513043">
                <a:moveTo>
                  <a:pt x="321434" y="1007720"/>
                </a:moveTo>
                <a:cubicBezTo>
                  <a:pt x="182702" y="767428"/>
                  <a:pt x="265032" y="460167"/>
                  <a:pt x="505324" y="321434"/>
                </a:cubicBezTo>
                <a:cubicBezTo>
                  <a:pt x="745616" y="182702"/>
                  <a:pt x="1052876" y="265032"/>
                  <a:pt x="1191609" y="505324"/>
                </a:cubicBezTo>
                <a:cubicBezTo>
                  <a:pt x="1330338" y="745616"/>
                  <a:pt x="1248011" y="1052876"/>
                  <a:pt x="1007720" y="1191609"/>
                </a:cubicBezTo>
                <a:cubicBezTo>
                  <a:pt x="767428" y="1330338"/>
                  <a:pt x="460167" y="1248011"/>
                  <a:pt x="321434" y="1007720"/>
                </a:cubicBezTo>
                <a:moveTo>
                  <a:pt x="101464" y="1134720"/>
                </a:moveTo>
                <a:cubicBezTo>
                  <a:pt x="-107409" y="772941"/>
                  <a:pt x="16546" y="310337"/>
                  <a:pt x="378324" y="101464"/>
                </a:cubicBezTo>
                <a:cubicBezTo>
                  <a:pt x="740103" y="-107409"/>
                  <a:pt x="1202707" y="16546"/>
                  <a:pt x="1411580" y="378324"/>
                </a:cubicBezTo>
                <a:cubicBezTo>
                  <a:pt x="1620457" y="740103"/>
                  <a:pt x="1496492" y="1202707"/>
                  <a:pt x="1134720" y="1411580"/>
                </a:cubicBezTo>
                <a:cubicBezTo>
                  <a:pt x="772941" y="1620457"/>
                  <a:pt x="310337" y="1496492"/>
                  <a:pt x="101464" y="1134720"/>
                </a:cubicBezTo>
              </a:path>
            </a:pathLst>
          </a:cu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1323296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Ellipse 2 (Stroke)_#color_$accent1_$accent1-2499&amp;1998"/>
          <p:cNvSpPr/>
          <p:nvPr userDrawn="1">
            <p:custDataLst>
              <p:tags r:id="rId5"/>
            </p:custDataLst>
          </p:nvPr>
        </p:nvSpPr>
        <p:spPr>
          <a:xfrm>
            <a:off x="0" y="1288018"/>
            <a:ext cx="7131416" cy="5569982"/>
          </a:xfrm>
          <a:custGeom>
            <a:avLst/>
            <a:gdLst/>
            <a:ahLst/>
            <a:cxnLst/>
            <a:rect l="l" t="t" r="r" b="b"/>
            <a:pathLst>
              <a:path w="7131416" h="5569982">
                <a:moveTo>
                  <a:pt x="6900240" y="5569979"/>
                </a:moveTo>
                <a:cubicBezTo>
                  <a:pt x="7283590" y="4460011"/>
                  <a:pt x="7201624" y="3196196"/>
                  <a:pt x="6568377" y="2099374"/>
                </a:cubicBezTo>
                <a:cubicBezTo>
                  <a:pt x="5409311" y="91815"/>
                  <a:pt x="2842247" y="-596028"/>
                  <a:pt x="834690" y="563039"/>
                </a:cubicBezTo>
                <a:cubicBezTo>
                  <a:pt x="524253" y="742269"/>
                  <a:pt x="245374" y="955167"/>
                  <a:pt x="0" y="1194458"/>
                </a:cubicBezTo>
                <a:lnTo>
                  <a:pt x="0" y="5569979"/>
                </a:lnTo>
                <a:lnTo>
                  <a:pt x="2002841" y="5569979"/>
                </a:lnTo>
                <a:cubicBezTo>
                  <a:pt x="1801774" y="5433822"/>
                  <a:pt x="1627632" y="5251158"/>
                  <a:pt x="1498054" y="5026724"/>
                </a:cubicBezTo>
                <a:cubicBezTo>
                  <a:pt x="1040393" y="4234028"/>
                  <a:pt x="1311986" y="3220402"/>
                  <a:pt x="2104695" y="2762745"/>
                </a:cubicBezTo>
                <a:cubicBezTo>
                  <a:pt x="2897391" y="2305075"/>
                  <a:pt x="3911003" y="2576678"/>
                  <a:pt x="4368673" y="3369374"/>
                </a:cubicBezTo>
                <a:cubicBezTo>
                  <a:pt x="4806264" y="4127297"/>
                  <a:pt x="4577169" y="5087188"/>
                  <a:pt x="3863340" y="5569979"/>
                </a:cubicBezTo>
                <a:lnTo>
                  <a:pt x="6900240" y="5569979"/>
                </a:lnTo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100000">
                <a:schemeClr val="accent1">
                  <a:alpha val="0"/>
                </a:schemeClr>
              </a:gs>
            </a:gsLst>
            <a:lin ang="1852729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827495" y="4815291"/>
            <a:ext cx="6646754" cy="1513043"/>
          </a:xfrm>
        </p:spPr>
        <p:txBody>
          <a:bodyPr wrap="square" anchor="t">
            <a:normAutofit/>
          </a:bodyPr>
          <a:lstStyle>
            <a:lvl1pPr algn="r">
              <a:defRPr sz="5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>
                <a:latin typeface="+mj-lt"/>
              </a:rPr>
              <a:t>Ethical considerations for AI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6485641" y="2042709"/>
            <a:ext cx="4988607" cy="2608125"/>
          </a:xfrm>
        </p:spPr>
        <p:txBody>
          <a:bodyPr wrap="none" anchor="b">
            <a:normAutofit/>
          </a:bodyPr>
          <a:lstStyle>
            <a:lvl1pPr marL="0" indent="0" algn="r">
              <a:buNone/>
              <a:defRPr sz="8000" b="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799998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1712_#color_$lt2_$lt1-2499&amp;20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100000"/>
                </a:schemeClr>
              </a:gs>
              <a:gs pos="100000">
                <a:schemeClr val="bg1">
                  <a:alpha val="20000"/>
                </a:schemeClr>
              </a:gs>
            </a:gsLst>
            <a:lin ang="2106835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Ellipse 1 (Stroke)_#color_$accent1_$accent1-2499&amp;2013"/>
          <p:cNvSpPr/>
          <p:nvPr userDrawn="1">
            <p:custDataLst>
              <p:tags r:id="rId3"/>
            </p:custDataLst>
          </p:nvPr>
        </p:nvSpPr>
        <p:spPr>
          <a:xfrm>
            <a:off x="5094015" y="0"/>
            <a:ext cx="7097985" cy="5688647"/>
          </a:xfrm>
          <a:custGeom>
            <a:avLst/>
            <a:gdLst/>
            <a:ahLst/>
            <a:cxnLst/>
            <a:rect l="l" t="t" r="r" b="b"/>
            <a:pathLst>
              <a:path w="7097985" h="5688647">
                <a:moveTo>
                  <a:pt x="2598687" y="0"/>
                </a:moveTo>
                <a:cubicBezTo>
                  <a:pt x="2574481" y="112621"/>
                  <a:pt x="2557475" y="228162"/>
                  <a:pt x="2548217" y="346164"/>
                </a:cubicBezTo>
                <a:cubicBezTo>
                  <a:pt x="2435962" y="1777136"/>
                  <a:pt x="3504997" y="3028175"/>
                  <a:pt x="4935969" y="3140431"/>
                </a:cubicBezTo>
                <a:cubicBezTo>
                  <a:pt x="5787835" y="3207258"/>
                  <a:pt x="6575946" y="2855443"/>
                  <a:pt x="7097979" y="2257844"/>
                </a:cubicBezTo>
                <a:lnTo>
                  <a:pt x="7097979" y="5301640"/>
                </a:lnTo>
                <a:cubicBezTo>
                  <a:pt x="6374371" y="5600573"/>
                  <a:pt x="5571300" y="5738076"/>
                  <a:pt x="4737316" y="5672646"/>
                </a:cubicBezTo>
                <a:cubicBezTo>
                  <a:pt x="1907832" y="5450675"/>
                  <a:pt x="-205970" y="2976994"/>
                  <a:pt x="15998" y="147516"/>
                </a:cubicBezTo>
                <a:cubicBezTo>
                  <a:pt x="19873" y="98123"/>
                  <a:pt x="24434" y="48948"/>
                  <a:pt x="29671" y="0"/>
                </a:cubicBezTo>
                <a:lnTo>
                  <a:pt x="2598687" y="0"/>
                </a:lnTo>
              </a:path>
            </a:pathLst>
          </a:cu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2169822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2 (Stroke)_#color_$accent1_$accent1-2499&amp;2016"/>
          <p:cNvSpPr/>
          <p:nvPr userDrawn="1">
            <p:custDataLst>
              <p:tags r:id="rId4"/>
            </p:custDataLst>
          </p:nvPr>
        </p:nvSpPr>
        <p:spPr>
          <a:xfrm>
            <a:off x="6333492" y="1893075"/>
            <a:ext cx="5858508" cy="4964925"/>
          </a:xfrm>
          <a:custGeom>
            <a:avLst/>
            <a:gdLst/>
            <a:ahLst/>
            <a:cxnLst/>
            <a:rect l="l" t="t" r="r" b="b"/>
            <a:pathLst>
              <a:path w="5858508" h="4964925">
                <a:moveTo>
                  <a:pt x="5858510" y="341579"/>
                </a:moveTo>
                <a:cubicBezTo>
                  <a:pt x="5446243" y="164041"/>
                  <a:pt x="4998250" y="50128"/>
                  <a:pt x="4525823" y="13067"/>
                </a:cubicBezTo>
                <a:cubicBezTo>
                  <a:pt x="2214791" y="-168229"/>
                  <a:pt x="194363" y="1558265"/>
                  <a:pt x="13067" y="3869296"/>
                </a:cubicBezTo>
                <a:cubicBezTo>
                  <a:pt x="-16357" y="4244365"/>
                  <a:pt x="4471" y="4611776"/>
                  <a:pt x="69893" y="4964925"/>
                </a:cubicBezTo>
                <a:lnTo>
                  <a:pt x="2728316" y="4964925"/>
                </a:lnTo>
                <a:cubicBezTo>
                  <a:pt x="2588692" y="4698200"/>
                  <a:pt x="2520010" y="4390225"/>
                  <a:pt x="2545283" y="4067937"/>
                </a:cubicBezTo>
                <a:cubicBezTo>
                  <a:pt x="2616873" y="3155417"/>
                  <a:pt x="3414649" y="2473706"/>
                  <a:pt x="4327182" y="2545283"/>
                </a:cubicBezTo>
                <a:cubicBezTo>
                  <a:pt x="5239703" y="2616873"/>
                  <a:pt x="5921426" y="3414649"/>
                  <a:pt x="5849836" y="4327182"/>
                </a:cubicBezTo>
                <a:cubicBezTo>
                  <a:pt x="5831789" y="4557217"/>
                  <a:pt x="5767591" y="4772597"/>
                  <a:pt x="5667045" y="4964925"/>
                </a:cubicBezTo>
                <a:lnTo>
                  <a:pt x="5858510" y="4964925"/>
                </a:lnTo>
                <a:lnTo>
                  <a:pt x="5858510" y="341579"/>
                </a:ln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0"/>
                </a:schemeClr>
              </a:gs>
            </a:gsLst>
            <a:lin ang="6196425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2" name="图片 11" descr="C:/Users/kingsoft/AppData/Local/Temp/fig2wpp/@png2x_Frame 1-2497&amp;1919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r:link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5000" contrast="6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3780" y="0"/>
            <a:ext cx="8617585" cy="6858000"/>
          </a:xfrm>
          <a:prstGeom prst="rect">
            <a:avLst/>
          </a:prstGeom>
        </p:spPr>
      </p:pic>
      <p:pic>
        <p:nvPicPr>
          <p:cNvPr id="13" name="图片 12" descr="C:/Users/kingsoft/AppData/Local/Temp/fig2wpp/@png2x_Frame 1-2497&amp;1920.png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r:link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5000" contrast="6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7795" y="0"/>
            <a:ext cx="3163570" cy="5452110"/>
          </a:xfrm>
          <a:prstGeom prst="rect">
            <a:avLst/>
          </a:prstGeom>
        </p:spPr>
      </p:pic>
      <p:sp>
        <p:nvSpPr>
          <p:cNvPr id="15" name="Ellipse 3 (Stroke)_#color_$accent1_$accent1-2499&amp;2017"/>
          <p:cNvSpPr/>
          <p:nvPr userDrawn="1">
            <p:custDataLst>
              <p:tags r:id="rId12"/>
            </p:custDataLst>
          </p:nvPr>
        </p:nvSpPr>
        <p:spPr>
          <a:xfrm rot="18000000">
            <a:off x="607058" y="530830"/>
            <a:ext cx="1512791" cy="1512791"/>
          </a:xfrm>
          <a:custGeom>
            <a:avLst/>
            <a:gdLst/>
            <a:ahLst/>
            <a:cxnLst/>
            <a:rect l="l" t="t" r="r" b="b"/>
            <a:pathLst>
              <a:path w="1512791" h="1512791">
                <a:moveTo>
                  <a:pt x="756395" y="1258791"/>
                </a:moveTo>
                <a:cubicBezTo>
                  <a:pt x="1033860" y="1258791"/>
                  <a:pt x="1258791" y="1033860"/>
                  <a:pt x="1258791" y="756395"/>
                </a:cubicBezTo>
                <a:cubicBezTo>
                  <a:pt x="1258791" y="478930"/>
                  <a:pt x="1033860" y="254000"/>
                  <a:pt x="756395" y="254000"/>
                </a:cubicBezTo>
                <a:cubicBezTo>
                  <a:pt x="478930" y="254000"/>
                  <a:pt x="254000" y="478930"/>
                  <a:pt x="254000" y="756395"/>
                </a:cubicBezTo>
                <a:cubicBezTo>
                  <a:pt x="254000" y="1033860"/>
                  <a:pt x="478930" y="1258791"/>
                  <a:pt x="756395" y="1258791"/>
                </a:cubicBezTo>
                <a:moveTo>
                  <a:pt x="756395" y="1512786"/>
                </a:moveTo>
                <a:cubicBezTo>
                  <a:pt x="1174140" y="1512786"/>
                  <a:pt x="1512786" y="1174140"/>
                  <a:pt x="1512786" y="756395"/>
                </a:cubicBezTo>
                <a:cubicBezTo>
                  <a:pt x="1512786" y="338649"/>
                  <a:pt x="1174140" y="0"/>
                  <a:pt x="756395" y="0"/>
                </a:cubicBezTo>
                <a:cubicBezTo>
                  <a:pt x="338649" y="0"/>
                  <a:pt x="0" y="338649"/>
                  <a:pt x="0" y="756395"/>
                </a:cubicBezTo>
                <a:cubicBezTo>
                  <a:pt x="0" y="1174140"/>
                  <a:pt x="338649" y="1512786"/>
                  <a:pt x="756395" y="1512786"/>
                </a:cubicBezTo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603296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1158600" y="1414699"/>
            <a:ext cx="4937400" cy="3985976"/>
          </a:xfrm>
        </p:spPr>
        <p:txBody>
          <a:bodyPr wrap="square" anchor="ctr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158600" y="5613400"/>
            <a:ext cx="4937400" cy="631825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1712_#color_$lt2_$lt1-2499&amp;2004"/>
          <p:cNvSpPr/>
          <p:nvPr userDrawn="1">
            <p:custDataLst>
              <p:tags r:id="rId12"/>
            </p:custDataLst>
          </p:nvPr>
        </p:nvSpPr>
        <p:spPr>
          <a:xfrm>
            <a:off x="1200" y="0"/>
            <a:ext cx="12189600" cy="6858000"/>
          </a:xfrm>
          <a:prstGeom prst="rect">
            <a:avLst/>
          </a:prstGeom>
          <a:gradFill>
            <a:gsLst>
              <a:gs pos="0">
                <a:schemeClr val="bg2">
                  <a:alpha val="100000"/>
                </a:schemeClr>
              </a:gs>
              <a:gs pos="100000">
                <a:schemeClr val="bg1">
                  <a:alpha val="20000"/>
                </a:schemeClr>
              </a:gs>
            </a:gsLst>
            <a:lin ang="2106835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4799" y="1364400"/>
            <a:ext cx="10799999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598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ea typeface="+mj-ea"/>
              </a:rPr>
              <a:t>The title goes here</a:t>
            </a:r>
            <a:endParaRPr lang="en-US" dirty="0"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9"/>
</p:tagLst>
</file>

<file path=ppt/tags/tag7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9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9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9_1*a*1"/>
  <p:tag name="KSO_WM_TEMPLATE_CATEGORY" val="custom"/>
  <p:tag name="KSO_WM_TEMPLATE_INDEX" val="20233489"/>
  <p:tag name="KSO_WM_UNIT_LAYERLEVEL" val="1"/>
  <p:tag name="KSO_WM_TAG_VERSION" val="3.0"/>
  <p:tag name="KSO_WM_BEAUTIFY_FLAG" val="#wm#"/>
  <p:tag name="KSO_WM_UNIT_PRESET_TEXT" val="The title goes here"/>
</p:tagLst>
</file>

<file path=ppt/tags/tag83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9_1*f*4"/>
  <p:tag name="KSO_WM_TEMPLATE_CATEGORY" val="custom"/>
  <p:tag name="KSO_WM_TEMPLATE_INDEX" val="20233489"/>
  <p:tag name="KSO_WM_UNIT_LAYERLEVEL" val="1"/>
  <p:tag name="KSO_WM_TAG_VERSION" val="3.0"/>
  <p:tag name="KSO_WM_BEAUTIFY_FLAG" val="#wm#"/>
  <p:tag name="KSO_WM_UNIT_PRESET_TEXT" val="Name"/>
</p:tagLst>
</file>

<file path=ppt/tags/tag84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8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9"/>
  <p:tag name="KSO_WM_SLIDE_LAYOUT" val="a_f"/>
  <p:tag name="KSO_WM_SLIDE_LAYOUT_CNT" val="1_1"/>
  <p:tag name="KSO_WM_SLIDE_THEME_ID" val="3325145"/>
  <p:tag name="KSO_WM_SLIDE_THEME_NAME" val="Blue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22">
      <a:dk1>
        <a:srgbClr val="000000"/>
      </a:dk1>
      <a:lt1>
        <a:srgbClr val="FFFFFF"/>
      </a:lt1>
      <a:dk2>
        <a:srgbClr val="292D4B"/>
      </a:dk2>
      <a:lt2>
        <a:srgbClr val="CFE2FF"/>
      </a:lt2>
      <a:accent1>
        <a:srgbClr val="5799FD"/>
      </a:accent1>
      <a:accent2>
        <a:srgbClr val="6F6CE6"/>
      </a:accent2>
      <a:accent3>
        <a:srgbClr val="45B7DF"/>
      </a:accent3>
      <a:accent4>
        <a:srgbClr val="26DAB8"/>
      </a:accent4>
      <a:accent5>
        <a:srgbClr val="6A6CBE"/>
      </a:accent5>
      <a:accent6>
        <a:srgbClr val="FF6970"/>
      </a:accent6>
      <a:hlink>
        <a:srgbClr val="658BD5"/>
      </a:hlink>
      <a:folHlink>
        <a:srgbClr val="A16AA5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Inter</vt:lpstr>
      <vt:lpstr>Inter Bold</vt:lpstr>
      <vt:lpstr>Office Theme</vt:lpstr>
      <vt:lpstr>1_Office Theme</vt:lpstr>
      <vt:lpstr>The title goes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87225922DDD34668BBBC9D85431948B9_11</vt:lpwstr>
  </property>
  <property fmtid="{D5CDD505-2E9C-101B-9397-08002B2CF9AE}" pid="3" name="KSOProductBuildVer">
    <vt:lpwstr>1033-12.1.0.25862</vt:lpwstr>
  </property>
</Properties>
</file>