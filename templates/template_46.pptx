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microsoft.com/office/2007/relationships/hdphoto" Target="../media/image2.wdp"/><Relationship Id="rId13" Type="http://schemas.openxmlformats.org/officeDocument/2006/relationships/image" Target="../media/image1.png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3.png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6" Type="http://schemas.microsoft.com/office/2007/relationships/hdphoto" Target="../media/image2.wdp"/><Relationship Id="rId15" Type="http://schemas.openxmlformats.org/officeDocument/2006/relationships/image" Target="../media/image1.png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microsoft.com/office/2007/relationships/hdphoto" Target="../media/image2.wdp"/><Relationship Id="rId7" Type="http://schemas.openxmlformats.org/officeDocument/2006/relationships/image" Target="../media/image1.png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3000">
                <a:schemeClr val="bg2"/>
              </a:gs>
              <a:gs pos="90000">
                <a:schemeClr val="bg2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9" name="直接连接符 18"/>
          <p:cNvCxnSpPr/>
          <p:nvPr userDrawn="1">
            <p:custDataLst>
              <p:tags r:id="rId3"/>
            </p:custDataLst>
          </p:nvPr>
        </p:nvCxnSpPr>
        <p:spPr>
          <a:xfrm>
            <a:off x="2376170" y="1605280"/>
            <a:ext cx="0" cy="520700"/>
          </a:xfrm>
          <a:prstGeom prst="lin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任意多边形: 形状 26"/>
          <p:cNvSpPr/>
          <p:nvPr userDrawn="1">
            <p:custDataLst>
              <p:tags r:id="rId4"/>
            </p:custDataLst>
          </p:nvPr>
        </p:nvSpPr>
        <p:spPr>
          <a:xfrm>
            <a:off x="3295650" y="2698750"/>
            <a:ext cx="3410585" cy="4159250"/>
          </a:xfrm>
          <a:custGeom>
            <a:avLst/>
            <a:gdLst>
              <a:gd name="connsiteX0" fmla="*/ 2358592 w 6679320"/>
              <a:gd name="connsiteY0" fmla="*/ 0 h 4799351"/>
              <a:gd name="connsiteX1" fmla="*/ 2358592 w 6679320"/>
              <a:gd name="connsiteY1" fmla="*/ 2484776 h 4799351"/>
              <a:gd name="connsiteX2" fmla="*/ 3287279 w 6679320"/>
              <a:gd name="connsiteY2" fmla="*/ 2484776 h 4799351"/>
              <a:gd name="connsiteX3" fmla="*/ 3287279 w 6679320"/>
              <a:gd name="connsiteY3" fmla="*/ 640123 h 4799351"/>
              <a:gd name="connsiteX4" fmla="*/ 6679320 w 6679320"/>
              <a:gd name="connsiteY4" fmla="*/ 4799351 h 4799351"/>
              <a:gd name="connsiteX5" fmla="*/ 0 w 6679320"/>
              <a:gd name="connsiteY5" fmla="*/ 4789139 h 4799351"/>
              <a:gd name="connsiteX6" fmla="*/ 0 w 6679320"/>
              <a:gd name="connsiteY6" fmla="*/ 2241779 h 4799351"/>
              <a:gd name="connsiteX7" fmla="*/ 1941472 w 6679320"/>
              <a:gd name="connsiteY7" fmla="*/ 392652 h 4799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71" h="6550">
                <a:moveTo>
                  <a:pt x="0" y="2905"/>
                </a:moveTo>
                <a:lnTo>
                  <a:pt x="29" y="2905"/>
                </a:lnTo>
                <a:lnTo>
                  <a:pt x="29" y="0"/>
                </a:lnTo>
                <a:lnTo>
                  <a:pt x="5371" y="6550"/>
                </a:lnTo>
                <a:lnTo>
                  <a:pt x="0" y="6542"/>
                </a:lnTo>
                <a:lnTo>
                  <a:pt x="0" y="2905"/>
                </a:lnTo>
                <a:close/>
              </a:path>
            </a:pathLst>
          </a:custGeom>
          <a:gradFill flip="none" rotWithShape="1">
            <a:gsLst>
              <a:gs pos="31000">
                <a:schemeClr val="accent1"/>
              </a:gs>
              <a:gs pos="100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任意多边形: 形状 13"/>
          <p:cNvSpPr/>
          <p:nvPr userDrawn="1">
            <p:custDataLst>
              <p:tags r:id="rId5"/>
            </p:custDataLst>
          </p:nvPr>
        </p:nvSpPr>
        <p:spPr>
          <a:xfrm>
            <a:off x="-5715" y="1609725"/>
            <a:ext cx="3380105" cy="2212975"/>
          </a:xfrm>
          <a:custGeom>
            <a:avLst/>
            <a:gdLst>
              <a:gd name="connsiteX0" fmla="*/ 0 w 2895600"/>
              <a:gd name="connsiteY0" fmla="*/ 2197100 h 2197100"/>
              <a:gd name="connsiteX1" fmla="*/ 2374900 w 2895600"/>
              <a:gd name="connsiteY1" fmla="*/ 0 h 2197100"/>
              <a:gd name="connsiteX2" fmla="*/ 2895600 w 2895600"/>
              <a:gd name="connsiteY2" fmla="*/ 596900 h 2197100"/>
              <a:gd name="connsiteX0-1" fmla="*/ 0 w 2590800"/>
              <a:gd name="connsiteY0-2" fmla="*/ 2197100 h 2197100"/>
              <a:gd name="connsiteX1-3" fmla="*/ 2374900 w 2590800"/>
              <a:gd name="connsiteY1-4" fmla="*/ 0 h 2197100"/>
              <a:gd name="connsiteX2-5" fmla="*/ 2590800 w 2590800"/>
              <a:gd name="connsiteY2-6" fmla="*/ 225425 h 2197100"/>
              <a:gd name="connsiteX0-7" fmla="*/ 0 w 2590800"/>
              <a:gd name="connsiteY0-8" fmla="*/ 2197100 h 2197100"/>
              <a:gd name="connsiteX1-9" fmla="*/ 2374900 w 2590800"/>
              <a:gd name="connsiteY1-10" fmla="*/ 0 h 2197100"/>
              <a:gd name="connsiteX2-11" fmla="*/ 2590800 w 2590800"/>
              <a:gd name="connsiteY2-12" fmla="*/ 225425 h 2197100"/>
              <a:gd name="connsiteX0-13" fmla="*/ 0 w 2590800"/>
              <a:gd name="connsiteY0-14" fmla="*/ 2197100 h 2197100"/>
              <a:gd name="connsiteX1-15" fmla="*/ 2374900 w 2590800"/>
              <a:gd name="connsiteY1-16" fmla="*/ 0 h 2197100"/>
              <a:gd name="connsiteX2-17" fmla="*/ 2590800 w 2590800"/>
              <a:gd name="connsiteY2-18" fmla="*/ 225425 h 2197100"/>
              <a:gd name="connsiteX0-19" fmla="*/ 0 w 2590800"/>
              <a:gd name="connsiteY0-20" fmla="*/ 2211388 h 2211388"/>
              <a:gd name="connsiteX1-21" fmla="*/ 2379663 w 2590800"/>
              <a:gd name="connsiteY1-22" fmla="*/ 0 h 2211388"/>
              <a:gd name="connsiteX2-23" fmla="*/ 2590800 w 2590800"/>
              <a:gd name="connsiteY2-24" fmla="*/ 239713 h 2211388"/>
              <a:gd name="connsiteX0-25" fmla="*/ 0 w 2531640"/>
              <a:gd name="connsiteY0-26" fmla="*/ 2159337 h 2159337"/>
              <a:gd name="connsiteX1-27" fmla="*/ 2320503 w 2531640"/>
              <a:gd name="connsiteY1-28" fmla="*/ 0 h 2159337"/>
              <a:gd name="connsiteX2-29" fmla="*/ 2531640 w 2531640"/>
              <a:gd name="connsiteY2-30" fmla="*/ 239713 h 2159337"/>
              <a:gd name="connsiteX0-31" fmla="*/ 0 w 3252653"/>
              <a:gd name="connsiteY0-32" fmla="*/ 2159337 h 2159337"/>
              <a:gd name="connsiteX1-33" fmla="*/ 2320503 w 3252653"/>
              <a:gd name="connsiteY1-34" fmla="*/ 0 h 2159337"/>
              <a:gd name="connsiteX2-35" fmla="*/ 3252653 w 3252653"/>
              <a:gd name="connsiteY2-36" fmla="*/ 1108787 h 2159337"/>
              <a:gd name="connsiteX0-37" fmla="*/ 0 w 3266519"/>
              <a:gd name="connsiteY0-38" fmla="*/ 2159337 h 2159337"/>
              <a:gd name="connsiteX1-39" fmla="*/ 2320503 w 3266519"/>
              <a:gd name="connsiteY1-40" fmla="*/ 0 h 2159337"/>
              <a:gd name="connsiteX2-41" fmla="*/ 3266519 w 3266519"/>
              <a:gd name="connsiteY2-42" fmla="*/ 1155261 h 2159337"/>
              <a:gd name="connsiteX0-43" fmla="*/ 0 w 3280384"/>
              <a:gd name="connsiteY0-44" fmla="*/ 2159337 h 2159337"/>
              <a:gd name="connsiteX1-45" fmla="*/ 2320503 w 3280384"/>
              <a:gd name="connsiteY1-46" fmla="*/ 0 h 2159337"/>
              <a:gd name="connsiteX2-47" fmla="*/ 3280384 w 3280384"/>
              <a:gd name="connsiteY2-48" fmla="*/ 1155261 h 21593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80384" h="2159337">
                <a:moveTo>
                  <a:pt x="0" y="2159337"/>
                </a:moveTo>
                <a:lnTo>
                  <a:pt x="2320503" y="0"/>
                </a:lnTo>
                <a:lnTo>
                  <a:pt x="3280384" y="1155261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5189220" y="1336675"/>
            <a:ext cx="6164580" cy="266128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46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6083935" y="4084955"/>
            <a:ext cx="5269865" cy="634365"/>
          </a:xfrm>
        </p:spPr>
        <p:txBody>
          <a:bodyPr vert="horz" lIns="0" tIns="0" rIns="0" bIns="0" rtlCol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2400" b="1" i="0" u="none" strike="noStrike" kern="1200" cap="none" spc="0" normalizeH="0" baseline="0" noProof="1" dirty="0">
                <a:solidFill>
                  <a:schemeClr val="tx1">
                    <a:lumMod val="75000"/>
                  </a:schemeClr>
                </a:solidFill>
                <a:latin typeface="+mj-lt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+mj-lt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j-lt"/>
              </a:defRPr>
            </a:lvl9pPr>
          </a:lstStyle>
          <a:p>
            <a:pPr lvl="0"/>
            <a:r>
              <a:rPr>
                <a:latin typeface="+mj-lt"/>
                <a:sym typeface="+mn-ea"/>
              </a:rPr>
              <a:t>Click to add subtitle</a:t>
            </a:r>
            <a:endParaRPr>
              <a:sym typeface="+mn-ea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8614409" y="504000"/>
            <a:ext cx="2743199" cy="504000"/>
          </a:xfrm>
        </p:spPr>
        <p:txBody>
          <a:bodyPr vert="horz" lIns="0" tIns="0" rIns="0" bIns="0" rtlCol="0" anchor="ctr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400" b="0" i="0" u="none" strike="noStrike" kern="1200" cap="none" spc="0" normalizeH="0" baseline="0" noProof="1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24" name="文本占位符 23"/>
          <p:cNvSpPr txBox="1"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8614410" y="5061400"/>
            <a:ext cx="2743200" cy="504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compatLnSpc="1">
            <a:normAutofit/>
          </a:bodyPr>
          <a:lstStyle>
            <a:defPPr>
              <a:defRPr lang="en-US">
                <a:latin typeface="+mn-lt"/>
              </a:defRPr>
            </a:defPPr>
            <a:lvl1pPr marL="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cxnSp>
        <p:nvCxnSpPr>
          <p:cNvPr id="34" name="直接连接符 33"/>
          <p:cNvCxnSpPr/>
          <p:nvPr userDrawn="1">
            <p:custDataLst>
              <p:tags r:id="rId10"/>
            </p:custDataLst>
          </p:nvPr>
        </p:nvCxnSpPr>
        <p:spPr>
          <a:xfrm>
            <a:off x="914400" y="1009650"/>
            <a:ext cx="10440035" cy="0"/>
          </a:xfrm>
          <a:prstGeom prst="line">
            <a:avLst/>
          </a:prstGeom>
          <a:ln w="127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>
            <p:custDataLst>
              <p:tags r:id="rId11"/>
            </p:custDataLst>
          </p:nvPr>
        </p:nvCxnSpPr>
        <p:spPr>
          <a:xfrm>
            <a:off x="850900" y="1009650"/>
            <a:ext cx="1596390" cy="0"/>
          </a:xfrm>
          <a:prstGeom prst="line">
            <a:avLst/>
          </a:prstGeom>
          <a:ln w="254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480" b="29853"/>
          <a:stretch>
            <a:fillRect/>
          </a:stretch>
        </p:blipFill>
        <p:spPr>
          <a:xfrm>
            <a:off x="0" y="1076333"/>
            <a:ext cx="6471739" cy="5781667"/>
          </a:xfrm>
          <a:prstGeom prst="rect">
            <a:avLst/>
          </a:prstGeom>
        </p:spPr>
      </p:pic>
      <p:sp>
        <p:nvSpPr>
          <p:cNvPr id="11" name="矩形 10"/>
          <p:cNvSpPr/>
          <p:nvPr userDrawn="1">
            <p:custDataLst>
              <p:tags r:id="rId15"/>
            </p:custDataLst>
          </p:nvPr>
        </p:nvSpPr>
        <p:spPr>
          <a:xfrm>
            <a:off x="848995" y="639445"/>
            <a:ext cx="2263140" cy="27686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400">
                <a:solidFill>
                  <a:schemeClr val="bg2">
                    <a:lumMod val="50000"/>
                    <a:lumOff val="50000"/>
                  </a:schemeClr>
                </a:solidFill>
              </a:defRPr>
            </a:lvl1pPr>
          </a:lstStyle>
          <a:p>
            <a:pPr lvl="0" algn="l"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en-US" cap="all" dirty="0">
                <a:solidFill>
                  <a:schemeClr val="tx2"/>
                </a:solidFill>
                <a:uFillTx/>
                <a:latin typeface="Arial" panose="020B0604020202020204" pitchFamily="34" charset="0"/>
                <a:sym typeface="+mn-lt"/>
              </a:rPr>
              <a:t>Click to add text</a:t>
            </a:r>
            <a:endParaRPr lang="en-US" cap="all" dirty="0">
              <a:solidFill>
                <a:schemeClr val="tx2"/>
              </a:solidFill>
              <a:uFillTx/>
              <a:latin typeface="Arial" panose="020B0604020202020204" pitchFamily="34" charset="0"/>
              <a:sym typeface="+mn-ea"/>
            </a:endParaRPr>
          </a:p>
        </p:txBody>
      </p:sp>
      <p:sp>
        <p:nvSpPr>
          <p:cNvPr id="25" name="矩形 24"/>
          <p:cNvSpPr/>
          <p:nvPr userDrawn="1">
            <p:custDataLst>
              <p:tags r:id="rId16"/>
            </p:custDataLst>
          </p:nvPr>
        </p:nvSpPr>
        <p:spPr>
          <a:xfrm>
            <a:off x="0" y="5895975"/>
            <a:ext cx="12192000" cy="962025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64000">
                <a:schemeClr val="bg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17"/>
            </p:custDataLst>
          </p:nvPr>
        </p:nvSpPr>
        <p:spPr>
          <a:xfrm>
            <a:off x="835025" y="6220460"/>
            <a:ext cx="2879725" cy="313055"/>
          </a:xfrm>
        </p:spPr>
        <p:txBody>
          <a:bodyPr vert="horz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800" b="0" i="0" u="none" strike="noStrike" kern="1200" cap="none" spc="0" normalizeH="0" baseline="0" noProof="1">
                <a:solidFill>
                  <a:schemeClr val="tx1">
                    <a:lumMod val="65000"/>
                  </a:schemeClr>
                </a:solidFill>
                <a:latin typeface="+mn-lt"/>
              </a:defRPr>
            </a:lvl1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anchor="ctr" anchorCtr="0"/>
          <a:lstStyle>
            <a:lvl1pPr algn="l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3000">
                <a:schemeClr val="bg2"/>
              </a:gs>
              <a:gs pos="90000">
                <a:schemeClr val="bg2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3" name="任意多边形: 形状 62"/>
          <p:cNvSpPr/>
          <p:nvPr userDrawn="1">
            <p:custDataLst>
              <p:tags r:id="rId3"/>
            </p:custDataLst>
          </p:nvPr>
        </p:nvSpPr>
        <p:spPr>
          <a:xfrm>
            <a:off x="0" y="3799927"/>
            <a:ext cx="3713440" cy="3058073"/>
          </a:xfrm>
          <a:custGeom>
            <a:avLst/>
            <a:gdLst>
              <a:gd name="connsiteX0" fmla="*/ 1219440 w 3713440"/>
              <a:gd name="connsiteY0" fmla="*/ 0 h 3058073"/>
              <a:gd name="connsiteX1" fmla="*/ 3713440 w 3713440"/>
              <a:gd name="connsiteY1" fmla="*/ 3058073 h 3058073"/>
              <a:gd name="connsiteX2" fmla="*/ 0 w 3713440"/>
              <a:gd name="connsiteY2" fmla="*/ 3058073 h 3058073"/>
              <a:gd name="connsiteX3" fmla="*/ 0 w 3713440"/>
              <a:gd name="connsiteY3" fmla="*/ 1157584 h 3058073"/>
              <a:gd name="connsiteX4" fmla="*/ 581316 w 3713440"/>
              <a:gd name="connsiteY4" fmla="*/ 600693 h 3058073"/>
              <a:gd name="connsiteX5" fmla="*/ 1219440 w 3713440"/>
              <a:gd name="connsiteY5" fmla="*/ 0 h 3058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13440" h="3058073">
                <a:moveTo>
                  <a:pt x="1219440" y="0"/>
                </a:moveTo>
                <a:lnTo>
                  <a:pt x="3713440" y="3058073"/>
                </a:lnTo>
                <a:lnTo>
                  <a:pt x="0" y="3058073"/>
                </a:lnTo>
                <a:lnTo>
                  <a:pt x="0" y="1157584"/>
                </a:lnTo>
                <a:lnTo>
                  <a:pt x="581316" y="600693"/>
                </a:lnTo>
                <a:cubicBezTo>
                  <a:pt x="794024" y="398102"/>
                  <a:pt x="1006732" y="197281"/>
                  <a:pt x="1219440" y="0"/>
                </a:cubicBezTo>
                <a:close/>
              </a:path>
            </a:pathLst>
          </a:custGeom>
          <a:gradFill flip="none" rotWithShape="1">
            <a:gsLst>
              <a:gs pos="31000">
                <a:schemeClr val="accent1"/>
              </a:gs>
              <a:gs pos="100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7" name="任意多边形: 形状 56"/>
          <p:cNvSpPr/>
          <p:nvPr userDrawn="1">
            <p:custDataLst>
              <p:tags r:id="rId4"/>
            </p:custDataLst>
          </p:nvPr>
        </p:nvSpPr>
        <p:spPr>
          <a:xfrm>
            <a:off x="-1" y="2324472"/>
            <a:ext cx="1637930" cy="2005807"/>
          </a:xfrm>
          <a:custGeom>
            <a:avLst/>
            <a:gdLst>
              <a:gd name="connsiteX0" fmla="*/ 0 w 2700670"/>
              <a:gd name="connsiteY0" fmla="*/ 0 h 2434856"/>
              <a:gd name="connsiteX1" fmla="*/ 1988289 w 2700670"/>
              <a:gd name="connsiteY1" fmla="*/ 2434856 h 2434856"/>
              <a:gd name="connsiteX2" fmla="*/ 2700670 w 2700670"/>
              <a:gd name="connsiteY2" fmla="*/ 1754373 h 2434856"/>
              <a:gd name="connsiteX0-1" fmla="*/ 0 w 1988289"/>
              <a:gd name="connsiteY0-2" fmla="*/ 0 h 2434856"/>
              <a:gd name="connsiteX1-3" fmla="*/ 1988289 w 1988289"/>
              <a:gd name="connsiteY1-4" fmla="*/ 2434856 h 24348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988289" h="2434856">
                <a:moveTo>
                  <a:pt x="0" y="0"/>
                </a:moveTo>
                <a:lnTo>
                  <a:pt x="1988289" y="2434856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04520" y="1542415"/>
            <a:ext cx="4115435" cy="1081405"/>
          </a:xfrm>
        </p:spPr>
        <p:txBody>
          <a:bodyPr anchor="b">
            <a:normAutofit/>
          </a:bodyPr>
          <a:lstStyle>
            <a:lvl1pPr algn="ctr"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pic>
        <p:nvPicPr>
          <p:cNvPr id="50" name="图片 49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/>
          <a:srcRect r="-426"/>
          <a:stretch>
            <a:fillRect/>
          </a:stretch>
        </p:blipFill>
        <p:spPr>
          <a:xfrm>
            <a:off x="0" y="2131060"/>
            <a:ext cx="4618990" cy="4726940"/>
          </a:xfrm>
          <a:prstGeom prst="rect">
            <a:avLst/>
          </a:prstGeom>
        </p:spPr>
      </p:pic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6" name="任意多边形: 形状 8"/>
          <p:cNvSpPr/>
          <p:nvPr userDrawn="1">
            <p:custDataLst>
              <p:tags r:id="rId11"/>
            </p:custDataLst>
          </p:nvPr>
        </p:nvSpPr>
        <p:spPr>
          <a:xfrm flipH="1" flipV="1">
            <a:off x="11539855" y="0"/>
            <a:ext cx="653415" cy="563880"/>
          </a:xfrm>
          <a:custGeom>
            <a:avLst/>
            <a:gdLst>
              <a:gd name="connsiteX0" fmla="*/ 2155277 w 2155277"/>
              <a:gd name="connsiteY0" fmla="*/ 1860033 h 1860033"/>
              <a:gd name="connsiteX1" fmla="*/ 0 w 2155277"/>
              <a:gd name="connsiteY1" fmla="*/ 1860033 h 1860033"/>
              <a:gd name="connsiteX2" fmla="*/ 0 w 2155277"/>
              <a:gd name="connsiteY2" fmla="*/ 601238 h 1860033"/>
              <a:gd name="connsiteX3" fmla="*/ 20863 w 2155277"/>
              <a:gd name="connsiteY3" fmla="*/ 581252 h 1860033"/>
              <a:gd name="connsiteX4" fmla="*/ 638335 w 2155277"/>
              <a:gd name="connsiteY4" fmla="*/ 0 h 1860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5277" h="1860033">
                <a:moveTo>
                  <a:pt x="2155277" y="1860033"/>
                </a:moveTo>
                <a:lnTo>
                  <a:pt x="0" y="1860033"/>
                </a:lnTo>
                <a:lnTo>
                  <a:pt x="0" y="601238"/>
                </a:lnTo>
                <a:lnTo>
                  <a:pt x="20863" y="581252"/>
                </a:lnTo>
                <a:cubicBezTo>
                  <a:pt x="226687" y="385217"/>
                  <a:pt x="432511" y="190896"/>
                  <a:pt x="638335" y="0"/>
                </a:cubicBezTo>
                <a:close/>
              </a:path>
            </a:pathLst>
          </a:custGeom>
          <a:gradFill flip="none" rotWithShape="1">
            <a:gsLst>
              <a:gs pos="37000">
                <a:schemeClr val="accent1"/>
              </a:gs>
              <a:gs pos="100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任意多边形: 形状 9"/>
          <p:cNvSpPr/>
          <p:nvPr userDrawn="1">
            <p:custDataLst>
              <p:tags r:id="rId12"/>
            </p:custDataLst>
          </p:nvPr>
        </p:nvSpPr>
        <p:spPr>
          <a:xfrm>
            <a:off x="11421110" y="1270"/>
            <a:ext cx="774700" cy="698500"/>
          </a:xfrm>
          <a:custGeom>
            <a:avLst/>
            <a:gdLst>
              <a:gd name="connsiteX0" fmla="*/ 0 w 2700670"/>
              <a:gd name="connsiteY0" fmla="*/ 0 h 2434856"/>
              <a:gd name="connsiteX1" fmla="*/ 1988289 w 2700670"/>
              <a:gd name="connsiteY1" fmla="*/ 2434856 h 2434856"/>
              <a:gd name="connsiteX2" fmla="*/ 2700670 w 2700670"/>
              <a:gd name="connsiteY2" fmla="*/ 1754373 h 2434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0670" h="2434856">
                <a:moveTo>
                  <a:pt x="0" y="0"/>
                </a:moveTo>
                <a:lnTo>
                  <a:pt x="1988289" y="2434856"/>
                </a:lnTo>
                <a:lnTo>
                  <a:pt x="2700670" y="1754373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3000">
                <a:schemeClr val="bg2"/>
              </a:gs>
              <a:gs pos="90000">
                <a:schemeClr val="bg2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828040" y="2859405"/>
            <a:ext cx="7961630" cy="1504950"/>
          </a:xfrm>
        </p:spPr>
        <p:txBody>
          <a:bodyPr anchor="t" anchorCtr="0">
            <a:normAutofit/>
          </a:bodyPr>
          <a:lstStyle>
            <a:lvl1pPr algn="l">
              <a:defRPr sz="4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828040" y="4500245"/>
            <a:ext cx="7233920" cy="935990"/>
          </a:xfrm>
        </p:spPr>
        <p:txBody>
          <a:bodyPr vert="horz" lIns="0" tIns="0" rIns="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2400" b="0" i="0" u="none" strike="noStrike" kern="1200" cap="none" spc="0" normalizeH="0" baseline="0" noProof="1" dirty="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9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8" name="文本占位符 7"/>
          <p:cNvSpPr txBox="1"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816610" y="1813560"/>
            <a:ext cx="3092450" cy="1015365"/>
          </a:xfrm>
          <a:noFill/>
        </p:spPr>
        <p:txBody>
          <a:bodyPr vert="horz" wrap="none" lIns="0" tIns="0" rIns="0" bIns="0" rtlCol="0" anchor="b" anchorCtr="0">
            <a:normAutofit/>
          </a:bodyPr>
          <a:lstStyle>
            <a:lvl1pPr marL="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5800" b="1" i="0" u="none" strike="noStrike" kern="1200" cap="none" spc="0" normalizeH="0" baseline="0" noProof="1" dirty="0">
                <a:gradFill flip="none" rotWithShape="1">
                  <a:gsLst>
                    <a:gs pos="40000">
                      <a:schemeClr val="accent1"/>
                    </a:gs>
                    <a:gs pos="100000">
                      <a:schemeClr val="accent4"/>
                    </a:gs>
                  </a:gsLst>
                  <a:lin ang="13500000" scaled="1"/>
                  <a:tileRect/>
                </a:gradFill>
                <a:latin typeface="+mn-lt"/>
                <a:sym typeface="+mn-ea"/>
              </a:defRPr>
            </a:lvl1pPr>
          </a:lstStyle>
          <a:p>
            <a:pPr lvl="0"/>
            <a:r>
              <a:rPr dirty="0" err="1">
                <a:latin typeface="+mn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cxnSp>
        <p:nvCxnSpPr>
          <p:cNvPr id="42" name="直接箭头连接符 41"/>
          <p:cNvCxnSpPr/>
          <p:nvPr userDrawn="1">
            <p:custDataLst>
              <p:tags r:id="rId6"/>
            </p:custDataLst>
          </p:nvPr>
        </p:nvCxnSpPr>
        <p:spPr>
          <a:xfrm>
            <a:off x="4096792" y="2321243"/>
            <a:ext cx="3455670" cy="0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任意多边形: 形状 9"/>
          <p:cNvSpPr/>
          <p:nvPr userDrawn="1">
            <p:custDataLst>
              <p:tags r:id="rId7"/>
            </p:custDataLst>
          </p:nvPr>
        </p:nvSpPr>
        <p:spPr>
          <a:xfrm flipH="1">
            <a:off x="5900420" y="2684145"/>
            <a:ext cx="4340225" cy="4179570"/>
          </a:xfrm>
          <a:custGeom>
            <a:avLst/>
            <a:gdLst>
              <a:gd name="connsiteX0" fmla="*/ 121433 w 3669392"/>
              <a:gd name="connsiteY0" fmla="*/ 0 h 3533321"/>
              <a:gd name="connsiteX1" fmla="*/ 97562 w 3669392"/>
              <a:gd name="connsiteY1" fmla="*/ 18637 h 3533321"/>
              <a:gd name="connsiteX2" fmla="*/ 97562 w 3669392"/>
              <a:gd name="connsiteY2" fmla="*/ 992503 h 3533321"/>
              <a:gd name="connsiteX3" fmla="*/ 0 w 3669392"/>
              <a:gd name="connsiteY3" fmla="*/ 1036775 h 3533321"/>
              <a:gd name="connsiteX4" fmla="*/ 0 w 3669392"/>
              <a:gd name="connsiteY4" fmla="*/ 3533321 h 3533321"/>
              <a:gd name="connsiteX5" fmla="*/ 3669392 w 3669392"/>
              <a:gd name="connsiteY5" fmla="*/ 3533321 h 3533321"/>
              <a:gd name="connsiteX6" fmla="*/ 121433 w 3669392"/>
              <a:gd name="connsiteY6" fmla="*/ 0 h 3533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9392" h="3533321">
                <a:moveTo>
                  <a:pt x="121433" y="0"/>
                </a:moveTo>
                <a:lnTo>
                  <a:pt x="97562" y="18637"/>
                </a:lnTo>
                <a:lnTo>
                  <a:pt x="97562" y="992503"/>
                </a:lnTo>
                <a:lnTo>
                  <a:pt x="0" y="1036775"/>
                </a:lnTo>
                <a:lnTo>
                  <a:pt x="0" y="3533321"/>
                </a:lnTo>
                <a:lnTo>
                  <a:pt x="3669392" y="3533321"/>
                </a:lnTo>
                <a:cubicBezTo>
                  <a:pt x="2525444" y="2355547"/>
                  <a:pt x="1265381" y="1177774"/>
                  <a:pt x="121433" y="0"/>
                </a:cubicBezTo>
                <a:close/>
              </a:path>
            </a:pathLst>
          </a:custGeom>
          <a:gradFill flip="none" rotWithShape="1">
            <a:gsLst>
              <a:gs pos="31000">
                <a:schemeClr val="accent1"/>
              </a:gs>
              <a:gs pos="100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/>
          <a:srcRect l="50234" b="27809"/>
          <a:stretch>
            <a:fillRect/>
          </a:stretch>
        </p:blipFill>
        <p:spPr>
          <a:xfrm flipH="1">
            <a:off x="6569710" y="213995"/>
            <a:ext cx="5622290" cy="6650355"/>
          </a:xfrm>
          <a:custGeom>
            <a:avLst/>
            <a:gdLst>
              <a:gd name="connsiteX0" fmla="*/ 4753433 w 4753433"/>
              <a:gd name="connsiteY0" fmla="*/ 0 h 5622086"/>
              <a:gd name="connsiteX1" fmla="*/ 0 w 4753433"/>
              <a:gd name="connsiteY1" fmla="*/ 0 h 5622086"/>
              <a:gd name="connsiteX2" fmla="*/ 0 w 4753433"/>
              <a:gd name="connsiteY2" fmla="*/ 5622086 h 5622086"/>
              <a:gd name="connsiteX3" fmla="*/ 4753433 w 4753433"/>
              <a:gd name="connsiteY3" fmla="*/ 5622086 h 5622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53433" h="5622086">
                <a:moveTo>
                  <a:pt x="4753433" y="0"/>
                </a:moveTo>
                <a:lnTo>
                  <a:pt x="0" y="0"/>
                </a:lnTo>
                <a:lnTo>
                  <a:pt x="0" y="5622086"/>
                </a:lnTo>
                <a:lnTo>
                  <a:pt x="4753433" y="5622086"/>
                </a:lnTo>
                <a:close/>
              </a:path>
            </a:pathLst>
          </a:custGeom>
          <a:ln w="22225">
            <a:noFill/>
          </a:ln>
        </p:spPr>
      </p:pic>
      <p:sp>
        <p:nvSpPr>
          <p:cNvPr id="59" name="任意多边形: 形状 58"/>
          <p:cNvSpPr/>
          <p:nvPr userDrawn="1">
            <p:custDataLst>
              <p:tags r:id="rId10"/>
            </p:custDataLst>
          </p:nvPr>
        </p:nvSpPr>
        <p:spPr>
          <a:xfrm>
            <a:off x="9868535" y="611505"/>
            <a:ext cx="2321560" cy="2321560"/>
          </a:xfrm>
          <a:custGeom>
            <a:avLst/>
            <a:gdLst>
              <a:gd name="connsiteX0" fmla="*/ 0 w 1727200"/>
              <a:gd name="connsiteY0" fmla="*/ 1727200 h 1727200"/>
              <a:gd name="connsiteX1" fmla="*/ 1727200 w 1727200"/>
              <a:gd name="connsiteY1" fmla="*/ 0 h 1727200"/>
              <a:gd name="connsiteX2" fmla="*/ 1727200 w 1727200"/>
              <a:gd name="connsiteY2" fmla="*/ 943428 h 1727200"/>
              <a:gd name="connsiteX0-1" fmla="*/ 0 w 1727200"/>
              <a:gd name="connsiteY0-2" fmla="*/ 1727200 h 1727200"/>
              <a:gd name="connsiteX1-3" fmla="*/ 1727200 w 1727200"/>
              <a:gd name="connsiteY1-4" fmla="*/ 0 h 17272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727200" h="1727200">
                <a:moveTo>
                  <a:pt x="0" y="1727200"/>
                </a:moveTo>
                <a:lnTo>
                  <a:pt x="1727200" y="0"/>
                </a:lnTo>
              </a:path>
            </a:pathLst>
          </a:custGeom>
          <a:noFill/>
          <a:ln w="222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pic>
        <p:nvPicPr>
          <p:cNvPr id="23" name="图片 22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203" t="4387" b="29918"/>
          <a:stretch>
            <a:fillRect/>
          </a:stretch>
        </p:blipFill>
        <p:spPr>
          <a:xfrm flipH="1">
            <a:off x="6398895" y="429895"/>
            <a:ext cx="5791835" cy="64287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121" h="10123">
                <a:moveTo>
                  <a:pt x="0" y="0"/>
                </a:moveTo>
                <a:lnTo>
                  <a:pt x="9121" y="0"/>
                </a:lnTo>
                <a:lnTo>
                  <a:pt x="9121" y="10123"/>
                </a:lnTo>
                <a:lnTo>
                  <a:pt x="0" y="10123"/>
                </a:lnTo>
                <a:lnTo>
                  <a:pt x="0" y="0"/>
                </a:ln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lIns="0" tIns="0" rIns="0" bIns="0" rtlCol="0" anchor="ctr" anchorCtr="0">
            <a:normAutofit/>
          </a:bodyPr>
          <a:lstStyle>
            <a:lvl1pPr algn="l"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838200" y="1364400"/>
            <a:ext cx="5181600" cy="481320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64400"/>
            <a:ext cx="5181600" cy="481320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lIns="0" tIns="0" rIns="0" bIns="0" rtlCol="0" anchor="ctr" anchorCtr="0">
            <a:normAutofit/>
          </a:bodyPr>
          <a:lstStyle>
            <a:lvl1pPr algn="l"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839788" y="1364400"/>
            <a:ext cx="5157787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839788" y="2061275"/>
            <a:ext cx="5157787" cy="4128388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64400"/>
            <a:ext cx="5183188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2061275"/>
            <a:ext cx="5183188" cy="4128388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anchor="ctr" anchorCtr="0"/>
          <a:lstStyle>
            <a:lvl1pPr algn="l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200" y="360000"/>
            <a:ext cx="10515600" cy="581760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anchor="ctr" anchorCtr="0"/>
          <a:lstStyle>
            <a:lvl1pPr algn="l"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838200" y="1296000"/>
            <a:ext cx="10514012" cy="576000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3000">
                <a:schemeClr val="bg2"/>
              </a:gs>
              <a:gs pos="90000">
                <a:schemeClr val="bg2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9" name="直接连接符 18"/>
          <p:cNvCxnSpPr/>
          <p:nvPr userDrawn="1">
            <p:custDataLst>
              <p:tags r:id="rId3"/>
            </p:custDataLst>
          </p:nvPr>
        </p:nvCxnSpPr>
        <p:spPr>
          <a:xfrm flipH="1">
            <a:off x="9810115" y="1605280"/>
            <a:ext cx="0" cy="520700"/>
          </a:xfrm>
          <a:prstGeom prst="lin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任意多边形: 形状 26"/>
          <p:cNvSpPr/>
          <p:nvPr userDrawn="1">
            <p:custDataLst>
              <p:tags r:id="rId4"/>
            </p:custDataLst>
          </p:nvPr>
        </p:nvSpPr>
        <p:spPr>
          <a:xfrm flipH="1">
            <a:off x="5480050" y="2698750"/>
            <a:ext cx="3410585" cy="4159885"/>
          </a:xfrm>
          <a:custGeom>
            <a:avLst/>
            <a:gdLst>
              <a:gd name="connsiteX0" fmla="*/ 2358592 w 6679320"/>
              <a:gd name="connsiteY0" fmla="*/ 0 h 4799351"/>
              <a:gd name="connsiteX1" fmla="*/ 2358592 w 6679320"/>
              <a:gd name="connsiteY1" fmla="*/ 2484776 h 4799351"/>
              <a:gd name="connsiteX2" fmla="*/ 3287279 w 6679320"/>
              <a:gd name="connsiteY2" fmla="*/ 2484776 h 4799351"/>
              <a:gd name="connsiteX3" fmla="*/ 3287279 w 6679320"/>
              <a:gd name="connsiteY3" fmla="*/ 640123 h 4799351"/>
              <a:gd name="connsiteX4" fmla="*/ 6679320 w 6679320"/>
              <a:gd name="connsiteY4" fmla="*/ 4799351 h 4799351"/>
              <a:gd name="connsiteX5" fmla="*/ 0 w 6679320"/>
              <a:gd name="connsiteY5" fmla="*/ 4789139 h 4799351"/>
              <a:gd name="connsiteX6" fmla="*/ 0 w 6679320"/>
              <a:gd name="connsiteY6" fmla="*/ 2241779 h 4799351"/>
              <a:gd name="connsiteX7" fmla="*/ 1941472 w 6679320"/>
              <a:gd name="connsiteY7" fmla="*/ 392652 h 4799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71" h="6550">
                <a:moveTo>
                  <a:pt x="0" y="2905"/>
                </a:moveTo>
                <a:lnTo>
                  <a:pt x="29" y="2905"/>
                </a:lnTo>
                <a:lnTo>
                  <a:pt x="29" y="0"/>
                </a:lnTo>
                <a:lnTo>
                  <a:pt x="5371" y="6550"/>
                </a:lnTo>
                <a:lnTo>
                  <a:pt x="0" y="6542"/>
                </a:lnTo>
                <a:lnTo>
                  <a:pt x="0" y="2905"/>
                </a:lnTo>
                <a:close/>
              </a:path>
            </a:pathLst>
          </a:custGeom>
          <a:gradFill flip="none" rotWithShape="1">
            <a:gsLst>
              <a:gs pos="31000">
                <a:schemeClr val="accent1"/>
              </a:gs>
              <a:gs pos="100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任意多边形: 形状 13"/>
          <p:cNvSpPr/>
          <p:nvPr userDrawn="1">
            <p:custDataLst>
              <p:tags r:id="rId5"/>
            </p:custDataLst>
          </p:nvPr>
        </p:nvSpPr>
        <p:spPr>
          <a:xfrm flipH="1">
            <a:off x="8811895" y="1609725"/>
            <a:ext cx="3380105" cy="2212975"/>
          </a:xfrm>
          <a:custGeom>
            <a:avLst/>
            <a:gdLst>
              <a:gd name="connsiteX0" fmla="*/ 0 w 2895600"/>
              <a:gd name="connsiteY0" fmla="*/ 2197100 h 2197100"/>
              <a:gd name="connsiteX1" fmla="*/ 2374900 w 2895600"/>
              <a:gd name="connsiteY1" fmla="*/ 0 h 2197100"/>
              <a:gd name="connsiteX2" fmla="*/ 2895600 w 2895600"/>
              <a:gd name="connsiteY2" fmla="*/ 596900 h 2197100"/>
              <a:gd name="connsiteX0-1" fmla="*/ 0 w 2590800"/>
              <a:gd name="connsiteY0-2" fmla="*/ 2197100 h 2197100"/>
              <a:gd name="connsiteX1-3" fmla="*/ 2374900 w 2590800"/>
              <a:gd name="connsiteY1-4" fmla="*/ 0 h 2197100"/>
              <a:gd name="connsiteX2-5" fmla="*/ 2590800 w 2590800"/>
              <a:gd name="connsiteY2-6" fmla="*/ 225425 h 2197100"/>
              <a:gd name="connsiteX0-7" fmla="*/ 0 w 2590800"/>
              <a:gd name="connsiteY0-8" fmla="*/ 2197100 h 2197100"/>
              <a:gd name="connsiteX1-9" fmla="*/ 2374900 w 2590800"/>
              <a:gd name="connsiteY1-10" fmla="*/ 0 h 2197100"/>
              <a:gd name="connsiteX2-11" fmla="*/ 2590800 w 2590800"/>
              <a:gd name="connsiteY2-12" fmla="*/ 225425 h 2197100"/>
              <a:gd name="connsiteX0-13" fmla="*/ 0 w 2590800"/>
              <a:gd name="connsiteY0-14" fmla="*/ 2197100 h 2197100"/>
              <a:gd name="connsiteX1-15" fmla="*/ 2374900 w 2590800"/>
              <a:gd name="connsiteY1-16" fmla="*/ 0 h 2197100"/>
              <a:gd name="connsiteX2-17" fmla="*/ 2590800 w 2590800"/>
              <a:gd name="connsiteY2-18" fmla="*/ 225425 h 2197100"/>
              <a:gd name="connsiteX0-19" fmla="*/ 0 w 2590800"/>
              <a:gd name="connsiteY0-20" fmla="*/ 2211388 h 2211388"/>
              <a:gd name="connsiteX1-21" fmla="*/ 2379663 w 2590800"/>
              <a:gd name="connsiteY1-22" fmla="*/ 0 h 2211388"/>
              <a:gd name="connsiteX2-23" fmla="*/ 2590800 w 2590800"/>
              <a:gd name="connsiteY2-24" fmla="*/ 239713 h 2211388"/>
              <a:gd name="connsiteX0-25" fmla="*/ 0 w 2531640"/>
              <a:gd name="connsiteY0-26" fmla="*/ 2159337 h 2159337"/>
              <a:gd name="connsiteX1-27" fmla="*/ 2320503 w 2531640"/>
              <a:gd name="connsiteY1-28" fmla="*/ 0 h 2159337"/>
              <a:gd name="connsiteX2-29" fmla="*/ 2531640 w 2531640"/>
              <a:gd name="connsiteY2-30" fmla="*/ 239713 h 2159337"/>
              <a:gd name="connsiteX0-31" fmla="*/ 0 w 3252653"/>
              <a:gd name="connsiteY0-32" fmla="*/ 2159337 h 2159337"/>
              <a:gd name="connsiteX1-33" fmla="*/ 2320503 w 3252653"/>
              <a:gd name="connsiteY1-34" fmla="*/ 0 h 2159337"/>
              <a:gd name="connsiteX2-35" fmla="*/ 3252653 w 3252653"/>
              <a:gd name="connsiteY2-36" fmla="*/ 1108787 h 2159337"/>
              <a:gd name="connsiteX0-37" fmla="*/ 0 w 3266519"/>
              <a:gd name="connsiteY0-38" fmla="*/ 2159337 h 2159337"/>
              <a:gd name="connsiteX1-39" fmla="*/ 2320503 w 3266519"/>
              <a:gd name="connsiteY1-40" fmla="*/ 0 h 2159337"/>
              <a:gd name="connsiteX2-41" fmla="*/ 3266519 w 3266519"/>
              <a:gd name="connsiteY2-42" fmla="*/ 1155261 h 2159337"/>
              <a:gd name="connsiteX0-43" fmla="*/ 0 w 3280384"/>
              <a:gd name="connsiteY0-44" fmla="*/ 2159337 h 2159337"/>
              <a:gd name="connsiteX1-45" fmla="*/ 2320503 w 3280384"/>
              <a:gd name="connsiteY1-46" fmla="*/ 0 h 2159337"/>
              <a:gd name="connsiteX2-47" fmla="*/ 3280384 w 3280384"/>
              <a:gd name="connsiteY2-48" fmla="*/ 1155261 h 21593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280384" h="2159337">
                <a:moveTo>
                  <a:pt x="0" y="2159337"/>
                </a:moveTo>
                <a:lnTo>
                  <a:pt x="2320503" y="0"/>
                </a:lnTo>
                <a:lnTo>
                  <a:pt x="3280384" y="1155261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480" b="29853"/>
          <a:stretch>
            <a:fillRect/>
          </a:stretch>
        </p:blipFill>
        <p:spPr>
          <a:xfrm flipH="1">
            <a:off x="5714365" y="1070610"/>
            <a:ext cx="6471920" cy="5787390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838200" y="2628900"/>
            <a:ext cx="6496050" cy="1910715"/>
          </a:xfrm>
        </p:spPr>
        <p:txBody>
          <a:bodyPr anchor="b" anchorCtr="0"/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6600" b="1" i="0" u="none" strike="noStrike" kern="1200" cap="all" spc="0" normalizeH="0" baseline="0" noProof="1" dirty="0">
                <a:solidFill>
                  <a:schemeClr val="tx1"/>
                </a:solidFill>
                <a:uFillTx/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8731214" y="504000"/>
            <a:ext cx="2657069" cy="504000"/>
          </a:xfrm>
        </p:spPr>
        <p:txBody>
          <a:bodyPr vert="horz" lIns="0" tIns="0" rIns="0" bIns="0" rtlCol="0" anchor="ctr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400" b="0" i="0" u="none" strike="noStrike" kern="1200" cap="none" spc="0" normalizeH="0" baseline="0" noProof="1" dirty="0">
                <a:solidFill>
                  <a:schemeClr val="tx2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>
                <a:latin typeface="+mn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cxnSp>
        <p:nvCxnSpPr>
          <p:cNvPr id="13" name="直接连接符 12"/>
          <p:cNvCxnSpPr/>
          <p:nvPr userDrawn="1">
            <p:custDataLst>
              <p:tags r:id="rId11"/>
            </p:custDataLst>
          </p:nvPr>
        </p:nvCxnSpPr>
        <p:spPr>
          <a:xfrm>
            <a:off x="914400" y="1009650"/>
            <a:ext cx="10440035" cy="0"/>
          </a:xfrm>
          <a:prstGeom prst="line">
            <a:avLst/>
          </a:prstGeom>
          <a:ln w="12700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12"/>
            </p:custDataLst>
          </p:nvPr>
        </p:nvCxnSpPr>
        <p:spPr>
          <a:xfrm>
            <a:off x="850900" y="1009650"/>
            <a:ext cx="1596390" cy="0"/>
          </a:xfrm>
          <a:prstGeom prst="line">
            <a:avLst/>
          </a:prstGeom>
          <a:ln w="254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>
            <p:custDataLst>
              <p:tags r:id="rId13"/>
            </p:custDataLst>
          </p:nvPr>
        </p:nvSpPr>
        <p:spPr>
          <a:xfrm>
            <a:off x="848995" y="639445"/>
            <a:ext cx="2263140" cy="27686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400">
                <a:solidFill>
                  <a:schemeClr val="bg2">
                    <a:lumMod val="50000"/>
                    <a:lumOff val="50000"/>
                  </a:schemeClr>
                </a:solidFill>
              </a:defRPr>
            </a:lvl1pPr>
          </a:lstStyle>
          <a:p>
            <a:pPr lvl="0" algn="l"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en-US" cap="all" dirty="0">
                <a:solidFill>
                  <a:schemeClr val="tx2"/>
                </a:solidFill>
                <a:uFillTx/>
                <a:latin typeface="Arial" panose="020B0604020202020204" pitchFamily="34" charset="0"/>
                <a:sym typeface="+mn-lt"/>
              </a:rPr>
              <a:t>Click to add text</a:t>
            </a:r>
            <a:endParaRPr lang="en-US" cap="all" dirty="0">
              <a:solidFill>
                <a:schemeClr val="tx2"/>
              </a:solidFill>
              <a:uFillTx/>
              <a:latin typeface="Arial" panose="020B0604020202020204" pitchFamily="34" charset="0"/>
              <a:sym typeface="+mn-ea"/>
            </a:endParaRPr>
          </a:p>
        </p:txBody>
      </p:sp>
      <p:sp>
        <p:nvSpPr>
          <p:cNvPr id="25" name="矩形 24"/>
          <p:cNvSpPr/>
          <p:nvPr userDrawn="1">
            <p:custDataLst>
              <p:tags r:id="rId14"/>
            </p:custDataLst>
          </p:nvPr>
        </p:nvSpPr>
        <p:spPr>
          <a:xfrm flipH="1">
            <a:off x="0" y="5997575"/>
            <a:ext cx="12192000" cy="860425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64000">
                <a:schemeClr val="bg2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cxnSp>
        <p:nvCxnSpPr>
          <p:cNvPr id="26" name="直接箭头连接符 25"/>
          <p:cNvCxnSpPr/>
          <p:nvPr userDrawn="1">
            <p:custDataLst>
              <p:tags r:id="rId18"/>
            </p:custDataLst>
          </p:nvPr>
        </p:nvCxnSpPr>
        <p:spPr>
          <a:xfrm>
            <a:off x="847766" y="4895982"/>
            <a:ext cx="1694862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95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94.xml"/><Relationship Id="rId18" Type="http://schemas.openxmlformats.org/officeDocument/2006/relationships/tags" Target="../tags/tag93.xml"/><Relationship Id="rId17" Type="http://schemas.openxmlformats.org/officeDocument/2006/relationships/tags" Target="../tags/tag92.xml"/><Relationship Id="rId16" Type="http://schemas.openxmlformats.org/officeDocument/2006/relationships/tags" Target="../tags/tag91.xml"/><Relationship Id="rId15" Type="http://schemas.openxmlformats.org/officeDocument/2006/relationships/tags" Target="../tags/tag90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3000">
                <a:schemeClr val="bg2"/>
              </a:gs>
              <a:gs pos="90000">
                <a:schemeClr val="bg2">
                  <a:alpha val="92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838200" y="360000"/>
            <a:ext cx="10515600" cy="864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838200" y="1364400"/>
            <a:ext cx="10515600" cy="4813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任意多边形: 形状 8"/>
          <p:cNvSpPr/>
          <p:nvPr userDrawn="1">
            <p:custDataLst>
              <p:tags r:id="rId18"/>
            </p:custDataLst>
          </p:nvPr>
        </p:nvSpPr>
        <p:spPr>
          <a:xfrm flipH="1" flipV="1">
            <a:off x="11292840" y="0"/>
            <a:ext cx="899160" cy="775970"/>
          </a:xfrm>
          <a:custGeom>
            <a:avLst/>
            <a:gdLst>
              <a:gd name="connsiteX0" fmla="*/ 2155277 w 2155277"/>
              <a:gd name="connsiteY0" fmla="*/ 1860033 h 1860033"/>
              <a:gd name="connsiteX1" fmla="*/ 0 w 2155277"/>
              <a:gd name="connsiteY1" fmla="*/ 1860033 h 1860033"/>
              <a:gd name="connsiteX2" fmla="*/ 0 w 2155277"/>
              <a:gd name="connsiteY2" fmla="*/ 601238 h 1860033"/>
              <a:gd name="connsiteX3" fmla="*/ 20863 w 2155277"/>
              <a:gd name="connsiteY3" fmla="*/ 581252 h 1860033"/>
              <a:gd name="connsiteX4" fmla="*/ 638335 w 2155277"/>
              <a:gd name="connsiteY4" fmla="*/ 0 h 1860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5277" h="1860033">
                <a:moveTo>
                  <a:pt x="2155277" y="1860033"/>
                </a:moveTo>
                <a:lnTo>
                  <a:pt x="0" y="1860033"/>
                </a:lnTo>
                <a:lnTo>
                  <a:pt x="0" y="601238"/>
                </a:lnTo>
                <a:lnTo>
                  <a:pt x="20863" y="581252"/>
                </a:lnTo>
                <a:cubicBezTo>
                  <a:pt x="226687" y="385217"/>
                  <a:pt x="432511" y="190896"/>
                  <a:pt x="638335" y="0"/>
                </a:cubicBezTo>
                <a:close/>
              </a:path>
            </a:pathLst>
          </a:custGeom>
          <a:gradFill flip="none" rotWithShape="1">
            <a:gsLst>
              <a:gs pos="37000">
                <a:schemeClr val="accent1"/>
              </a:gs>
              <a:gs pos="100000">
                <a:schemeClr val="accent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任意多边形: 形状 9"/>
          <p:cNvSpPr/>
          <p:nvPr userDrawn="1">
            <p:custDataLst>
              <p:tags r:id="rId19"/>
            </p:custDataLst>
          </p:nvPr>
        </p:nvSpPr>
        <p:spPr>
          <a:xfrm>
            <a:off x="11129645" y="1905"/>
            <a:ext cx="1066165" cy="960755"/>
          </a:xfrm>
          <a:custGeom>
            <a:avLst/>
            <a:gdLst>
              <a:gd name="connsiteX0" fmla="*/ 0 w 2700670"/>
              <a:gd name="connsiteY0" fmla="*/ 0 h 2434856"/>
              <a:gd name="connsiteX1" fmla="*/ 1988289 w 2700670"/>
              <a:gd name="connsiteY1" fmla="*/ 2434856 h 2434856"/>
              <a:gd name="connsiteX2" fmla="*/ 2700670 w 2700670"/>
              <a:gd name="connsiteY2" fmla="*/ 1754373 h 2434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00670" h="2434856">
                <a:moveTo>
                  <a:pt x="0" y="0"/>
                </a:moveTo>
                <a:lnTo>
                  <a:pt x="1988289" y="2434856"/>
                </a:lnTo>
                <a:lnTo>
                  <a:pt x="2700670" y="1754373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5189220" y="1336675"/>
            <a:ext cx="6164580" cy="2661285"/>
          </a:xfrm>
        </p:spPr>
        <p:txBody>
          <a:bodyPr/>
          <a:lstStyle/>
          <a:p>
            <a:r>
              <a:rPr lang="en-US" dirty="0">
                <a:ea typeface="+mj-ea"/>
              </a:rPr>
              <a:t>The title goes here</a:t>
            </a:r>
            <a:endParaRPr lang="en-US" dirty="0">
              <a:ea typeface="+mj-ea"/>
            </a:endParaRPr>
          </a:p>
        </p:txBody>
      </p:sp>
      <p:sp>
        <p:nvSpPr>
          <p:cNvPr id="8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083935" y="4084955"/>
            <a:ext cx="5269865" cy="634365"/>
          </a:xfrm>
        </p:spPr>
        <p:txBody>
          <a:bodyPr/>
          <a:lstStyle/>
          <a:p>
            <a:r>
              <a:rPr lang="en-US"/>
              <a:t>Add description</a:t>
            </a:r>
            <a:endParaRPr lang="en-US"/>
          </a:p>
        </p:txBody>
      </p:sp>
      <p:sp>
        <p:nvSpPr>
          <p:cNvPr id="9" name="公司名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8614409" y="504000"/>
            <a:ext cx="2743199" cy="504000"/>
          </a:xfrm>
        </p:spPr>
        <p:txBody>
          <a:bodyPr/>
          <a:lstStyle/>
          <a:p>
            <a:r>
              <a:rPr lang="en-US"/>
              <a:t>Text</a:t>
            </a:r>
            <a:endParaRPr lang="en-US"/>
          </a:p>
        </p:txBody>
      </p:sp>
      <p:sp>
        <p:nvSpPr>
          <p:cNvPr id="11" name="署名"/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12" name="日期时间"/>
          <p:cNvSpPr>
            <a:spLocks noGrp="1"/>
          </p:cNvSpPr>
          <p:nvPr>
            <p:ph type="body" sz="quarter" idx="14"/>
            <p:custDataLst>
              <p:tags r:id="rId5"/>
            </p:custDataLst>
          </p:nvPr>
        </p:nvSpPr>
        <p:spPr>
          <a:prstGeom prst="rect">
            <a:avLst/>
          </a:prstGeom>
        </p:spPr>
        <p:txBody>
          <a:bodyPr/>
          <a:p>
            <a:endParaRPr lang="en-US"/>
          </a:p>
        </p:txBody>
      </p: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SUBTYPE" val="c"/>
  <p:tag name="KSO_WM_UNIT_PRESET_TEXT" val="日期时间占位符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_1*f*3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SUBTYPE" val="a"/>
  <p:tag name="KSO_WM_UNIT_PRESET_TEXT" val="单击此处编辑母版文本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4*f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_6*l_h_a*1_1_1"/>
  <p:tag name="KSO_WM_UNIT_LAYERLEVEL" val="1_1_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_6*l_h_f*1_1_1"/>
  <p:tag name="KSO_WM_UNIT_LAYERLEVEL" val="1_1_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_6*l_h_a*1_2_1"/>
  <p:tag name="KSO_WM_UNIT_LAYERLEVEL" val="1_1_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_6*l_h_f*1_2_1"/>
  <p:tag name="KSO_WM_UNIT_LAYERLEVEL" val="1_1_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1*b*1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ID" val="_11*f*6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8015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38015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15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15_1*a*1"/>
  <p:tag name="KSO_WM_TEMPLATE_CATEGORY" val="custom"/>
  <p:tag name="KSO_WM_TEMPLATE_INDEX" val="20238015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PRESET_TEXT" val="Add description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015_1*b*1"/>
  <p:tag name="KSO_WM_TEMPLATE_CATEGORY" val="custom"/>
  <p:tag name="KSO_WM_TEMPLATE_INDEX" val="20238015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SUBTYPE" val="g"/>
  <p:tag name="KSO_WM_UNIT_PRESET_TEXT" val="Text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custom20238015_1*f*3"/>
  <p:tag name="KSO_WM_TEMPLATE_CATEGORY" val="custom"/>
  <p:tag name="KSO_WM_TEMPLATE_INDEX" val="20238015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TEMPLATE_CATEGORY" val="custom"/>
  <p:tag name="KSO_WM_TEMPLATE_INDEX" val="20238015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SUBTYPE" val="c"/>
  <p:tag name="KSO_WM_UNIT_PRESET_TEXT" val="日期时间占位符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_1*f*3"/>
  <p:tag name="KSO_WM_TEMPLATE_CATEGORY" val="custom"/>
  <p:tag name="KSO_WM_TEMPLATE_INDEX" val="20238015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015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15"/>
  <p:tag name="KSO_WM_SLIDE_LAYOUT" val="a_b_f"/>
  <p:tag name="KSO_WM_SLIDE_LAYOUT_CNT" val="1_1_3"/>
  <p:tag name="KSO_WM_SLIDE_THEME_ID" val="3314988"/>
  <p:tag name="KSO_WM_SLIDE_THEME_NAME" val="Green Business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7.30  /2">
      <a:dk1>
        <a:srgbClr val="333333"/>
      </a:dk1>
      <a:lt1>
        <a:srgbClr val="FFFFFF"/>
      </a:lt1>
      <a:dk2>
        <a:srgbClr val="000000"/>
      </a:dk2>
      <a:lt2>
        <a:srgbClr val="F4FEF8"/>
      </a:lt2>
      <a:accent1>
        <a:srgbClr val="14D663"/>
      </a:accent1>
      <a:accent2>
        <a:srgbClr val="FFCC00"/>
      </a:accent2>
      <a:accent3>
        <a:srgbClr val="1ECBF6"/>
      </a:accent3>
      <a:accent4>
        <a:srgbClr val="9AD02A"/>
      </a:accent4>
      <a:accent5>
        <a:srgbClr val="E94520"/>
      </a:accent5>
      <a:accent6>
        <a:srgbClr val="F37F3F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WPS Presentation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Wingdings</vt:lpstr>
      <vt:lpstr>Inter</vt:lpstr>
      <vt:lpstr>Inter Bold</vt:lpstr>
      <vt:lpstr>Office Theme</vt:lpstr>
      <vt:lpstr>2_Office Theme</vt:lpstr>
      <vt:lpstr>The title goes 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4</cp:revision>
  <dcterms:created xsi:type="dcterms:W3CDTF">2025-07-23T00:59:00Z</dcterms:created>
  <dcterms:modified xsi:type="dcterms:W3CDTF">2026-05-08T07:50:06Z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FE99B11335EE4ABABFD45FAB8C04E10E_11</vt:lpwstr>
  </property>
  <property fmtid="{D5CDD505-2E9C-101B-9397-08002B2CF9AE}" pid="3" name="KSOProductBuildVer">
    <vt:lpwstr>1033-12.1.0.25862</vt:lpwstr>
  </property>
</Properties>
</file>