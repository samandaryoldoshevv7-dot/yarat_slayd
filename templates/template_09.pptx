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5FBFDB-6C07-4C69-992D-B4509050118C}" type="datetimeFigureOut">
              <a:rPr lang="en-US" smtClean="0"/>
              <a:t>5/7/2026</a:t>
            </a:fld>
            <a:endParaRPr lang="en-US"/>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1EF2BA-D094-4A47-AB5F-689E4E2A0843}" type="slidenum">
              <a:rPr lang="en-US" smtClean="0"/>
              <a:t>‹#›</a:t>
            </a:fld>
            <a:endParaRPr lang="en-US"/>
          </a:p>
        </p:txBody>
      </p:sp>
    </p:spTree>
    <p:extLst>
      <p:ext uri="{BB962C8B-B14F-4D97-AF65-F5344CB8AC3E}">
        <p14:creationId xmlns:p14="http://schemas.microsoft.com/office/powerpoint/2010/main" val="23201209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F3EC24-8D59-41D8-9AEF-A0579A4274FE}"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3CE02-01AA-4767-AF9E-BFD180374310}" type="slidenum">
              <a:rPr lang="en-US" smtClean="0"/>
              <a:t>‹#›</a:t>
            </a:fld>
            <a:endParaRPr lang="en-US"/>
          </a:p>
        </p:txBody>
      </p:sp>
    </p:spTree>
    <p:extLst>
      <p:ext uri="{BB962C8B-B14F-4D97-AF65-F5344CB8AC3E}">
        <p14:creationId xmlns:p14="http://schemas.microsoft.com/office/powerpoint/2010/main" val="254832683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6205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695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001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4267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4287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Free Templates &amp; Infographics for PowerPoint and Google Slides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0B4EB-D9F6-4F2F-973A-15D71B3F50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122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6" name="Номер слайда 5"/>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63338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омер слайда 5"/>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4074297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6" name="Номер слайда 5"/>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1393935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Номер слайда 6"/>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137724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9" name="Номер слайда 8"/>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3724872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5" name="Номер слайда 4"/>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1858323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838200" y="6356350"/>
            <a:ext cx="2743200" cy="365125"/>
          </a:xfrm>
          <a:prstGeom prst="rect">
            <a:avLst/>
          </a:prstGeom>
        </p:spPr>
        <p:txBody>
          <a:bodyPr/>
          <a:lstStyle/>
          <a:p>
            <a:endParaRPr lang="en-US"/>
          </a:p>
        </p:txBody>
      </p:sp>
      <p:sp>
        <p:nvSpPr>
          <p:cNvPr id="3" name="Нижний колонтитул 2"/>
          <p:cNvSpPr>
            <a:spLocks noGrp="1"/>
          </p:cNvSpPr>
          <p:nvPr>
            <p:ph type="ftr" sz="quarter" idx="11"/>
          </p:nvPr>
        </p:nvSpPr>
        <p:spPr>
          <a:xfrm>
            <a:off x="4038600" y="6356350"/>
            <a:ext cx="4114800" cy="365125"/>
          </a:xfrm>
          <a:prstGeom prst="rect">
            <a:avLst/>
          </a:prstGeom>
        </p:spPr>
        <p:txBody>
          <a:bodyPr/>
          <a:lstStyle/>
          <a:p>
            <a:r>
              <a:rPr lang="en-US" smtClean="0"/>
              <a:t>@SlatdTop01_bot</a:t>
            </a:r>
            <a:endParaRPr lang="en-US"/>
          </a:p>
        </p:txBody>
      </p:sp>
      <p:sp>
        <p:nvSpPr>
          <p:cNvPr id="4" name="Номер слайда 3"/>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187068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a:xfrm>
            <a:off x="838200" y="6356350"/>
            <a:ext cx="2743200" cy="365125"/>
          </a:xfrm>
          <a:prstGeom prst="rect">
            <a:avLst/>
          </a:prstGeom>
        </p:spPr>
        <p:txBody>
          <a:bodyPr/>
          <a:lstStyle/>
          <a:p>
            <a:endParaRPr lang="en-US"/>
          </a:p>
        </p:txBody>
      </p:sp>
      <p:sp>
        <p:nvSpPr>
          <p:cNvPr id="6" name="Нижний колонтитул 5"/>
          <p:cNvSpPr>
            <a:spLocks noGrp="1"/>
          </p:cNvSpPr>
          <p:nvPr>
            <p:ph type="ftr" sz="quarter" idx="11"/>
          </p:nvPr>
        </p:nvSpPr>
        <p:spPr>
          <a:xfrm>
            <a:off x="4038600" y="6356350"/>
            <a:ext cx="4114800" cy="365125"/>
          </a:xfrm>
          <a:prstGeom prst="rect">
            <a:avLst/>
          </a:prstGeom>
        </p:spPr>
        <p:txBody>
          <a:bodyPr/>
          <a:lstStyle/>
          <a:p>
            <a:r>
              <a:rPr lang="en-US" smtClean="0"/>
              <a:t>@SlatdTop01_bot</a:t>
            </a:r>
            <a:endParaRPr lang="en-US"/>
          </a:p>
        </p:txBody>
      </p:sp>
      <p:sp>
        <p:nvSpPr>
          <p:cNvPr id="7" name="Номер слайда 6"/>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3937755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a:xfrm>
            <a:off x="838200" y="6356350"/>
            <a:ext cx="2743200" cy="365125"/>
          </a:xfrm>
          <a:prstGeom prst="rect">
            <a:avLst/>
          </a:prstGeom>
        </p:spPr>
        <p:txBody>
          <a:bodyPr/>
          <a:lstStyle/>
          <a:p>
            <a:endParaRPr lang="en-US"/>
          </a:p>
        </p:txBody>
      </p:sp>
      <p:sp>
        <p:nvSpPr>
          <p:cNvPr id="6" name="Нижний колонтитул 5"/>
          <p:cNvSpPr>
            <a:spLocks noGrp="1"/>
          </p:cNvSpPr>
          <p:nvPr>
            <p:ph type="ftr" sz="quarter" idx="11"/>
          </p:nvPr>
        </p:nvSpPr>
        <p:spPr>
          <a:xfrm>
            <a:off x="4038600" y="6356350"/>
            <a:ext cx="4114800" cy="365125"/>
          </a:xfrm>
          <a:prstGeom prst="rect">
            <a:avLst/>
          </a:prstGeom>
        </p:spPr>
        <p:txBody>
          <a:bodyPr/>
          <a:lstStyle/>
          <a:p>
            <a:r>
              <a:rPr lang="en-US" smtClean="0"/>
              <a:t>@SlatdTop01_bot</a:t>
            </a:r>
            <a:endParaRPr lang="en-US"/>
          </a:p>
        </p:txBody>
      </p:sp>
      <p:sp>
        <p:nvSpPr>
          <p:cNvPr id="7" name="Номер слайда 6"/>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1547494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a:xfrm>
            <a:off x="838200" y="6356350"/>
            <a:ext cx="2743200" cy="365125"/>
          </a:xfrm>
          <a:prstGeom prst="rect">
            <a:avLst/>
          </a:prstGeom>
        </p:spPr>
        <p:txBody>
          <a:bodyPr/>
          <a:lstStyle/>
          <a:p>
            <a:endParaRPr lang="en-US"/>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r>
              <a:rPr lang="en-US" smtClean="0"/>
              <a:t>@SlatdTop01_bot</a:t>
            </a:r>
            <a:endParaRPr lang="en-US"/>
          </a:p>
        </p:txBody>
      </p:sp>
      <p:sp>
        <p:nvSpPr>
          <p:cNvPr id="6" name="Номер слайда 5"/>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209553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a:xfrm>
            <a:off x="838200" y="6356350"/>
            <a:ext cx="2743200" cy="365125"/>
          </a:xfrm>
          <a:prstGeom prst="rect">
            <a:avLst/>
          </a:prstGeom>
        </p:spPr>
        <p:txBody>
          <a:bodyPr/>
          <a:lstStyle/>
          <a:p>
            <a:endParaRPr lang="en-US"/>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r>
              <a:rPr lang="en-US" smtClean="0"/>
              <a:t>@SlatdTop01_bot</a:t>
            </a:r>
            <a:endParaRPr lang="en-US"/>
          </a:p>
        </p:txBody>
      </p:sp>
      <p:sp>
        <p:nvSpPr>
          <p:cNvPr id="6" name="Номер слайда 5"/>
          <p:cNvSpPr>
            <a:spLocks noGrp="1"/>
          </p:cNvSpPr>
          <p:nvPr>
            <p:ph type="sldNum" sz="quarter" idx="12"/>
          </p:nvPr>
        </p:nvSpPr>
        <p:spPr/>
        <p:txBody>
          <a:bodyPr/>
          <a:lstStyle/>
          <a:p>
            <a:fld id="{4D93C4C3-C949-4099-A936-5931200CC76F}" type="slidenum">
              <a:rPr lang="en-US" smtClean="0"/>
              <a:t>‹#›</a:t>
            </a:fld>
            <a:endParaRPr lang="en-US"/>
          </a:p>
        </p:txBody>
      </p:sp>
    </p:spTree>
    <p:extLst>
      <p:ext uri="{BB962C8B-B14F-4D97-AF65-F5344CB8AC3E}">
        <p14:creationId xmlns:p14="http://schemas.microsoft.com/office/powerpoint/2010/main" val="3634775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2A6FDFB-46FD-4D32-A054-BC9C55F6A02B}"/>
              </a:ext>
            </a:extLst>
          </p:cNvPr>
          <p:cNvSpPr>
            <a:spLocks noGrp="1"/>
          </p:cNvSpPr>
          <p:nvPr>
            <p:ph type="ctrTitle"/>
          </p:nvPr>
        </p:nvSpPr>
        <p:spPr>
          <a:xfrm>
            <a:off x="838201" y="2290599"/>
            <a:ext cx="4944414" cy="1811792"/>
          </a:xfrm>
        </p:spPr>
        <p:txBody>
          <a:bodyPr anchor="b"/>
          <a:lstStyle>
            <a:lvl1pPr algn="l">
              <a:defRPr sz="6000"/>
            </a:lvl1pPr>
          </a:lstStyle>
          <a:p>
            <a:r>
              <a:rPr lang="en-US"/>
              <a:t>Click to edit Master title style</a:t>
            </a:r>
            <a:endParaRPr lang="en-US" dirty="0"/>
          </a:p>
        </p:txBody>
      </p:sp>
      <p:sp>
        <p:nvSpPr>
          <p:cNvPr id="20" name="Subtitle 2">
            <a:extLst>
              <a:ext uri="{FF2B5EF4-FFF2-40B4-BE49-F238E27FC236}">
                <a16:creationId xmlns:a16="http://schemas.microsoft.com/office/drawing/2014/main" id="{C1F0D0AA-12EA-49AC-BF55-4B2556467E4C}"/>
              </a:ext>
            </a:extLst>
          </p:cNvPr>
          <p:cNvSpPr>
            <a:spLocks noGrp="1"/>
          </p:cNvSpPr>
          <p:nvPr>
            <p:ph type="subTitle" idx="1"/>
          </p:nvPr>
        </p:nvSpPr>
        <p:spPr>
          <a:xfrm>
            <a:off x="838200" y="4194466"/>
            <a:ext cx="4944415" cy="980848"/>
          </a:xfrm>
        </p:spPr>
        <p:txBody>
          <a:bodyPr>
            <a:normAutofit/>
          </a:bodyPr>
          <a:lstStyle>
            <a:lvl1pPr marL="0" indent="0" algn="l">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2018364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24F26-F262-4530-CBD4-5224FEADA097}"/>
              </a:ext>
            </a:extLst>
          </p:cNvPr>
          <p:cNvSpPr/>
          <p:nvPr userDrawn="1"/>
        </p:nvSpPr>
        <p:spPr>
          <a:xfrm rot="10800000">
            <a:off x="3421487" y="0"/>
            <a:ext cx="8770513" cy="6858000"/>
          </a:xfrm>
          <a:prstGeom prst="rect">
            <a:avLst/>
          </a:prstGeom>
          <a:gradFill>
            <a:gsLst>
              <a:gs pos="25000">
                <a:schemeClr val="bg1"/>
              </a:gs>
              <a:gs pos="100000">
                <a:schemeClr val="bg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50000"/>
                </a:schemeClr>
              </a:solidFill>
            </a:endParaRPr>
          </a:p>
        </p:txBody>
      </p:sp>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4958367" y="365125"/>
            <a:ext cx="6395434" cy="1325563"/>
          </a:xfrm>
        </p:spPr>
        <p:txBody>
          <a:bodyPr/>
          <a:lstStyle>
            <a:lvl1pPr algn="l">
              <a:defRPr/>
            </a:lvl1pPr>
          </a:lstStyle>
          <a:p>
            <a:r>
              <a:rPr lang="en-US"/>
              <a:t>Click to edit Master title style</a:t>
            </a:r>
            <a:endParaRPr lang="en-US" dirty="0"/>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hasCustomPrompt="1"/>
          </p:nvPr>
        </p:nvSpPr>
        <p:spPr>
          <a:xfrm>
            <a:off x="1276865" y="1960605"/>
            <a:ext cx="10307595" cy="4384332"/>
          </a:xfrm>
        </p:spPr>
        <p:txBody>
          <a:bodyPr numCol="2"/>
          <a:lstStyle>
            <a:lvl1pPr algn="l">
              <a:defRPr>
                <a:solidFill>
                  <a:schemeClr val="bg1">
                    <a:lumMod val="50000"/>
                  </a:schemeClr>
                </a:solidFill>
              </a:defRPr>
            </a:lvl1pPr>
            <a:lvl2pPr marL="800100" indent="-342900" algn="l">
              <a:lnSpc>
                <a:spcPct val="150000"/>
              </a:lnSpc>
              <a:buFont typeface="Arial" panose="020B0604020202020204" pitchFamily="34" charset="0"/>
              <a:buChar char="•"/>
              <a:defRPr>
                <a:solidFill>
                  <a:schemeClr val="bg1">
                    <a:lumMod val="50000"/>
                  </a:schemeClr>
                </a:solidFill>
              </a:defRPr>
            </a:lvl2pPr>
            <a:lvl3pPr marL="914400" indent="0" algn="l">
              <a:lnSpc>
                <a:spcPct val="100000"/>
              </a:lnSpc>
              <a:buNone/>
              <a:defRPr>
                <a:solidFill>
                  <a:schemeClr val="bg1">
                    <a:lumMod val="50000"/>
                  </a:schemeClr>
                </a:solidFill>
              </a:defRPr>
            </a:lvl3pPr>
            <a:lvl4pPr marL="1371600" indent="0" algn="l">
              <a:lnSpc>
                <a:spcPct val="100000"/>
              </a:lnSpc>
              <a:buNone/>
              <a:defRPr>
                <a:solidFill>
                  <a:schemeClr val="bg1">
                    <a:lumMod val="50000"/>
                  </a:schemeClr>
                </a:solidFill>
              </a:defRPr>
            </a:lvl4pPr>
            <a:lvl5pPr marL="1828800" indent="0" algn="l">
              <a:lnSpc>
                <a:spcPct val="100000"/>
              </a:lnSpc>
              <a:buNone/>
              <a:defRPr>
                <a:solidFill>
                  <a:schemeClr val="bg1">
                    <a:lumMod val="50000"/>
                  </a:schemeClr>
                </a:solidFill>
              </a:defRPr>
            </a:lvl5pPr>
            <a:lvl6pPr marL="2286000" indent="0" algn="l">
              <a:lnSpc>
                <a:spcPct val="100000"/>
              </a:lnSpc>
              <a:buNone/>
              <a:defRPr/>
            </a:lvl6pPr>
          </a:lstStyle>
          <a:p>
            <a:pPr lvl="1"/>
            <a:r>
              <a:rPr lang="en-US"/>
              <a:t>Click to edit Master text </a:t>
            </a:r>
            <a:r>
              <a:rPr lang="en-US" smtClean="0"/>
              <a:t>styles</a:t>
            </a:r>
            <a:endParaRPr lang="uz-Latn-UZ" smtClean="0"/>
          </a:p>
          <a:p>
            <a:pPr lvl="1"/>
            <a:r>
              <a:rPr lang="en-US" smtClean="0"/>
              <a:t>Second level</a:t>
            </a:r>
            <a:endParaRPr lang="uz-Latn-UZ" smtClean="0"/>
          </a:p>
          <a:p>
            <a:pPr lvl="1"/>
            <a:r>
              <a:rPr lang="en-US" smtClean="0"/>
              <a:t>Third level</a:t>
            </a:r>
            <a:endParaRPr lang="uz-Latn-UZ" smtClean="0"/>
          </a:p>
          <a:p>
            <a:pPr lvl="1"/>
            <a:r>
              <a:rPr lang="en-US" smtClean="0"/>
              <a:t>Fourth level</a:t>
            </a:r>
            <a:endParaRPr lang="uz-Latn-UZ" smtClean="0"/>
          </a:p>
          <a:p>
            <a:pPr lvl="1"/>
            <a:r>
              <a:rPr lang="en-US" smtClean="0"/>
              <a:t>Fifth </a:t>
            </a:r>
            <a:r>
              <a:rPr lang="en-US"/>
              <a:t>level</a:t>
            </a:r>
            <a:endParaRPr lang="en-US" dirty="0"/>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768714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839359-70DB-7BE8-02B0-B98773E73399}"/>
              </a:ext>
            </a:extLst>
          </p:cNvPr>
          <p:cNvSpPr/>
          <p:nvPr userDrawn="1"/>
        </p:nvSpPr>
        <p:spPr>
          <a:xfrm>
            <a:off x="0" y="0"/>
            <a:ext cx="8770513" cy="6858000"/>
          </a:xfrm>
          <a:prstGeom prst="rect">
            <a:avLst/>
          </a:prstGeom>
          <a:gradFill>
            <a:gsLst>
              <a:gs pos="25000">
                <a:schemeClr val="bg1"/>
              </a:gs>
              <a:gs pos="100000">
                <a:schemeClr val="bg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838200" y="365125"/>
            <a:ext cx="5674216" cy="1325563"/>
          </a:xfrm>
        </p:spPr>
        <p:txBody>
          <a:bodyPr/>
          <a:lstStyle/>
          <a:p>
            <a:r>
              <a:rPr lang="en-US"/>
              <a:t>Click to edit Master title style</a:t>
            </a:r>
            <a:endParaRPr lang="en-US" dirty="0"/>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838200" y="1825625"/>
            <a:ext cx="5674216" cy="4351338"/>
          </a:xfrm>
        </p:spPr>
        <p:txBody>
          <a:bodyPr/>
          <a:lstStyle>
            <a:lvl1pPr>
              <a:defRPr>
                <a:solidFill>
                  <a:schemeClr val="bg1">
                    <a:lumMod val="50000"/>
                  </a:schemeClr>
                </a:solidFill>
              </a:defRPr>
            </a:lvl1pPr>
            <a:lvl2pPr>
              <a:defRPr>
                <a:solidFill>
                  <a:schemeClr val="bg1">
                    <a:lumMod val="50000"/>
                  </a:schemeClr>
                </a:solidFill>
              </a:defRPr>
            </a:lvl2pPr>
            <a:lvl3pPr>
              <a:defRPr>
                <a:solidFill>
                  <a:schemeClr val="bg1">
                    <a:lumMod val="50000"/>
                  </a:schemeClr>
                </a:solidFill>
              </a:defRPr>
            </a:lvl3pPr>
            <a:lvl4pPr>
              <a:defRPr>
                <a:solidFill>
                  <a:schemeClr val="bg1">
                    <a:lumMod val="50000"/>
                  </a:schemeClr>
                </a:solidFill>
              </a:defRPr>
            </a:lvl4pPr>
            <a:lvl5pPr>
              <a:defRPr>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6806929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95B6B9-C34E-9219-1A61-98AFB62FDA1A}"/>
              </a:ext>
            </a:extLst>
          </p:cNvPr>
          <p:cNvSpPr/>
          <p:nvPr userDrawn="1"/>
        </p:nvSpPr>
        <p:spPr>
          <a:xfrm rot="10800000">
            <a:off x="3421487" y="0"/>
            <a:ext cx="8770513" cy="6858000"/>
          </a:xfrm>
          <a:prstGeom prst="rect">
            <a:avLst/>
          </a:prstGeom>
          <a:gradFill>
            <a:gsLst>
              <a:gs pos="25000">
                <a:schemeClr val="bg1"/>
              </a:gs>
              <a:gs pos="100000">
                <a:schemeClr val="bg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C7E228BF-1CA5-4856-ADE1-3CF4E8475976}"/>
              </a:ext>
            </a:extLst>
          </p:cNvPr>
          <p:cNvSpPr>
            <a:spLocks noGrp="1"/>
          </p:cNvSpPr>
          <p:nvPr>
            <p:ph type="title"/>
          </p:nvPr>
        </p:nvSpPr>
        <p:spPr>
          <a:xfrm>
            <a:off x="5692462" y="2478193"/>
            <a:ext cx="5661338" cy="1901614"/>
          </a:xfrm>
        </p:spPr>
        <p:txBody>
          <a:bodyPr anchor="b"/>
          <a:lstStyle>
            <a:lvl1pPr algn="r">
              <a:defRPr sz="6000"/>
            </a:lvl1pPr>
          </a:lstStyle>
          <a:p>
            <a:r>
              <a:rPr lang="en-US"/>
              <a:t>Click to edit Master title style</a:t>
            </a:r>
            <a:endParaRPr lang="en-US" dirty="0"/>
          </a:p>
        </p:txBody>
      </p:sp>
      <p:sp>
        <p:nvSpPr>
          <p:cNvPr id="9" name="Text Placeholder 2">
            <a:extLst>
              <a:ext uri="{FF2B5EF4-FFF2-40B4-BE49-F238E27FC236}">
                <a16:creationId xmlns:a16="http://schemas.microsoft.com/office/drawing/2014/main" id="{A75560DB-B208-41C1-AC26-ACACF8AE7CCD}"/>
              </a:ext>
            </a:extLst>
          </p:cNvPr>
          <p:cNvSpPr>
            <a:spLocks noGrp="1"/>
          </p:cNvSpPr>
          <p:nvPr>
            <p:ph type="body" idx="1"/>
          </p:nvPr>
        </p:nvSpPr>
        <p:spPr>
          <a:xfrm>
            <a:off x="5692462" y="4406795"/>
            <a:ext cx="5661338" cy="632663"/>
          </a:xfrm>
        </p:spPr>
        <p:txBody>
          <a:bodyPr/>
          <a:lstStyle>
            <a:lvl1pPr marL="0" indent="0" algn="r">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3861550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3AE248-506E-79A1-CB76-F24493690586}"/>
              </a:ext>
            </a:extLst>
          </p:cNvPr>
          <p:cNvSpPr/>
          <p:nvPr userDrawn="1"/>
        </p:nvSpPr>
        <p:spPr>
          <a:xfrm>
            <a:off x="0" y="0"/>
            <a:ext cx="8770513" cy="6858000"/>
          </a:xfrm>
          <a:prstGeom prst="rect">
            <a:avLst/>
          </a:prstGeom>
          <a:gradFill>
            <a:gsLst>
              <a:gs pos="22000">
                <a:schemeClr val="bg1"/>
              </a:gs>
              <a:gs pos="75000">
                <a:schemeClr val="bg1">
                  <a:alpha val="0"/>
                </a:schemeClr>
              </a:gs>
            </a:gsLst>
            <a:lin ang="198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838201" y="890022"/>
            <a:ext cx="6631546" cy="1905718"/>
          </a:xfrm>
        </p:spPr>
        <p:txBody>
          <a:bodyPr anchor="b"/>
          <a:lstStyle>
            <a:lvl1pPr algn="l">
              <a:defRPr sz="6000"/>
            </a:lvl1pPr>
          </a:lstStyle>
          <a:p>
            <a:r>
              <a:rPr lang="en-US"/>
              <a:t>Click to edit Master title style</a:t>
            </a:r>
            <a:endParaRPr lang="en-US" dirty="0"/>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838201" y="2956673"/>
            <a:ext cx="6631546" cy="807178"/>
          </a:xfrm>
        </p:spPr>
        <p:txBody>
          <a:bodyPr/>
          <a:lstStyle>
            <a:lvl1pPr marL="0" indent="0" algn="l">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9062512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272BA3-B6DA-CBD6-9003-75B275C536C4}"/>
              </a:ext>
            </a:extLst>
          </p:cNvPr>
          <p:cNvSpPr/>
          <p:nvPr userDrawn="1"/>
        </p:nvSpPr>
        <p:spPr>
          <a:xfrm rot="10800000">
            <a:off x="3421487" y="0"/>
            <a:ext cx="8770513" cy="6858000"/>
          </a:xfrm>
          <a:prstGeom prst="rect">
            <a:avLst/>
          </a:prstGeom>
          <a:gradFill>
            <a:gsLst>
              <a:gs pos="25000">
                <a:schemeClr val="bg1"/>
              </a:gs>
              <a:gs pos="100000">
                <a:schemeClr val="bg1">
                  <a:alpha val="0"/>
                </a:schemeClr>
              </a:gs>
            </a:gsLst>
            <a:lin ang="21594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6096000" y="2861900"/>
            <a:ext cx="5257800" cy="1917246"/>
          </a:xfrm>
        </p:spPr>
        <p:txBody>
          <a:bodyPr anchor="b"/>
          <a:lstStyle>
            <a:lvl1pPr algn="r">
              <a:defRPr sz="6000"/>
            </a:lvl1pPr>
          </a:lstStyle>
          <a:p>
            <a:r>
              <a:rPr lang="en-US"/>
              <a:t>Click to edit Master title style</a:t>
            </a:r>
            <a:endParaRPr lang="en-US" dirty="0"/>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6096000" y="4806134"/>
            <a:ext cx="5257800" cy="894217"/>
          </a:xfrm>
        </p:spPr>
        <p:txBody>
          <a:bodyPr/>
          <a:lstStyle>
            <a:lvl1pPr marL="0" indent="0" algn="r">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Footer Placeholder 4">
            <a:extLst>
              <a:ext uri="{FF2B5EF4-FFF2-40B4-BE49-F238E27FC236}">
                <a16:creationId xmlns:a16="http://schemas.microsoft.com/office/drawing/2014/main" id="{B145FAD1-5607-4570-9675-FE264814964D}"/>
              </a:ext>
            </a:extLst>
          </p:cNvPr>
          <p:cNvSpPr>
            <a:spLocks noGrp="1"/>
          </p:cNvSpPr>
          <p:nvPr>
            <p:ph type="ftr" sz="quarter" idx="11"/>
          </p:nvPr>
        </p:nvSpPr>
        <p:spPr>
          <a:xfrm>
            <a:off x="463378" y="6369565"/>
            <a:ext cx="4114800" cy="365125"/>
          </a:xfrm>
          <a:prstGeom prst="rect">
            <a:avLst/>
          </a:prstGeom>
        </p:spPr>
        <p:txBody>
          <a:bodyPr/>
          <a:lstStyle>
            <a:lvl1pPr>
              <a:defRPr>
                <a:solidFill>
                  <a:schemeClr val="bg2"/>
                </a:solidFill>
              </a:defRPr>
            </a:lvl1pPr>
          </a:lstStyle>
          <a:p>
            <a:r>
              <a:rPr lang="uz-Latn-UZ" smtClean="0"/>
              <a:t>@SlatdTop01_bot</a:t>
            </a:r>
            <a:endParaRPr lang="en-US"/>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259256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3C4C3-C949-4099-A936-5931200CC76F}" type="slidenum">
              <a:rPr lang="en-US" smtClean="0"/>
              <a:t>‹#›</a:t>
            </a:fld>
            <a:endParaRPr lang="en-US"/>
          </a:p>
        </p:txBody>
      </p:sp>
    </p:spTree>
    <p:extLst>
      <p:ext uri="{BB962C8B-B14F-4D97-AF65-F5344CB8AC3E}">
        <p14:creationId xmlns:p14="http://schemas.microsoft.com/office/powerpoint/2010/main" val="2432546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58A193-B1C8-E416-32F0-514595506435}"/>
              </a:ext>
            </a:extLst>
          </p:cNvPr>
          <p:cNvSpPr/>
          <p:nvPr/>
        </p:nvSpPr>
        <p:spPr>
          <a:xfrm>
            <a:off x="0" y="2198524"/>
            <a:ext cx="12192000" cy="2580740"/>
          </a:xfrm>
          <a:prstGeom prst="rect">
            <a:avLst/>
          </a:prstGeom>
          <a:gradFill>
            <a:gsLst>
              <a:gs pos="0">
                <a:schemeClr val="bg1"/>
              </a:gs>
              <a:gs pos="94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a:xfrm>
            <a:off x="838200" y="1549401"/>
            <a:ext cx="8597899" cy="2552990"/>
          </a:xfrm>
        </p:spPr>
        <p:txBody>
          <a:bodyPr>
            <a:noAutofit/>
          </a:bodyPr>
          <a:lstStyle/>
          <a:p>
            <a:pPr algn="ctr"/>
            <a:r>
              <a:rPr lang="en-US" sz="7200" b="1" dirty="0"/>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p:txBody>
          <a:bodyPr/>
          <a:lstStyle/>
          <a:p>
            <a:r>
              <a:rPr lang="en-US" dirty="0"/>
              <a:t>A Free Presentation Template</a:t>
            </a:r>
          </a:p>
        </p:txBody>
      </p:sp>
    </p:spTree>
    <p:extLst>
      <p:ext uri="{BB962C8B-B14F-4D97-AF65-F5344CB8AC3E}">
        <p14:creationId xmlns:p14="http://schemas.microsoft.com/office/powerpoint/2010/main" val="307809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992C68-16F1-F63F-4550-86E1364D83C3}"/>
              </a:ext>
            </a:extLst>
          </p:cNvPr>
          <p:cNvSpPr/>
          <p:nvPr/>
        </p:nvSpPr>
        <p:spPr>
          <a:xfrm rot="10800000">
            <a:off x="0" y="365124"/>
            <a:ext cx="12192000" cy="1110107"/>
          </a:xfrm>
          <a:prstGeom prst="rect">
            <a:avLst/>
          </a:prstGeom>
          <a:gradFill>
            <a:gsLst>
              <a:gs pos="0">
                <a:schemeClr val="bg1"/>
              </a:gs>
              <a:gs pos="94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b="1"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noAutofit/>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a:t>
            </a:r>
          </a:p>
        </p:txBody>
      </p:sp>
      <p:sp>
        <p:nvSpPr>
          <p:cNvPr id="7" name="Footer Placeholder 6">
            <a:extLst>
              <a:ext uri="{FF2B5EF4-FFF2-40B4-BE49-F238E27FC236}">
                <a16:creationId xmlns:a16="http://schemas.microsoft.com/office/drawing/2014/main" id="{91337D04-F29E-4894-AA2C-9C669787F86E}"/>
              </a:ext>
            </a:extLst>
          </p:cNvPr>
          <p:cNvSpPr>
            <a:spLocks noGrp="1"/>
          </p:cNvSpPr>
          <p:nvPr>
            <p:ph type="ftr" sz="quarter" idx="4294967295"/>
          </p:nvPr>
        </p:nvSpPr>
        <p:spPr>
          <a:xfrm>
            <a:off x="4038600" y="6356350"/>
            <a:ext cx="4114800" cy="365125"/>
          </a:xfrm>
          <a:prstGeom prst="rect">
            <a:avLst/>
          </a:prstGeo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17406D"/>
                </a:solidFill>
                <a:effectLst/>
                <a:uLnTx/>
                <a:uFillTx/>
                <a:latin typeface="Calibri" panose="020F0502020204030204"/>
                <a:ea typeface="+mn-ea"/>
                <a:cs typeface="+mn-cs"/>
              </a:rPr>
              <a:t>@SlatdTop01_bot</a:t>
            </a:r>
            <a:endParaRPr kumimoji="0" lang="en-US" sz="1200" b="0" i="0" u="none" strike="noStrike" kern="1200" cap="none" spc="0" normalizeH="0" baseline="0" noProof="0">
              <a:ln>
                <a:noFill/>
              </a:ln>
              <a:solidFill>
                <a:srgbClr val="17406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702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5B2325-341A-F241-9005-9FD9511AE207}"/>
              </a:ext>
            </a:extLst>
          </p:cNvPr>
          <p:cNvSpPr/>
          <p:nvPr/>
        </p:nvSpPr>
        <p:spPr>
          <a:xfrm>
            <a:off x="0" y="472852"/>
            <a:ext cx="12192000" cy="1110107"/>
          </a:xfrm>
          <a:prstGeom prst="rect">
            <a:avLst/>
          </a:prstGeom>
          <a:gradFill>
            <a:gsLst>
              <a:gs pos="0">
                <a:schemeClr val="bg1"/>
              </a:gs>
              <a:gs pos="94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b="1"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noAutofit/>
          </a:bodyPr>
          <a:lstStyle/>
          <a:p>
            <a:r>
              <a:rPr lang="en-US" noProof="1"/>
              <a:t>Lorem ipsum dolor sit amet, tollit epicuri est ex, exerci accumsan singulis ei mel. Non blandit massa enim nec dui nunc mattis enim.</a:t>
            </a:r>
          </a:p>
          <a:p>
            <a:r>
              <a:rPr lang="en-US" noProof="1"/>
              <a:t>Duis aute irure dolor in reprehenderit in voluptate velit esse cillum dolore eu fugiat nulla pariatur. Excepteur sint occaecat cupidatat non proident, sunt in culpa qui officia deserunt mollit.</a:t>
            </a:r>
          </a:p>
        </p:txBody>
      </p:sp>
      <p:sp>
        <p:nvSpPr>
          <p:cNvPr id="3" name="Footer Placeholder 2">
            <a:extLst>
              <a:ext uri="{FF2B5EF4-FFF2-40B4-BE49-F238E27FC236}">
                <a16:creationId xmlns:a16="http://schemas.microsoft.com/office/drawing/2014/main" id="{E508D2D0-7ED2-46AF-8889-FC3188626EE6}"/>
              </a:ext>
            </a:extLst>
          </p:cNvPr>
          <p:cNvSpPr>
            <a:spLocks noGrp="1"/>
          </p:cNvSpPr>
          <p:nvPr>
            <p:ph type="ftr" sz="quarter" idx="4294967295"/>
          </p:nvPr>
        </p:nvSpPr>
        <p:spPr>
          <a:xfrm>
            <a:off x="4038600" y="6356350"/>
            <a:ext cx="4114800" cy="365125"/>
          </a:xfrm>
          <a:prstGeom prst="rect">
            <a:avLst/>
          </a:prstGeo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17406D"/>
                </a:solidFill>
                <a:effectLst/>
                <a:uLnTx/>
                <a:uFillTx/>
                <a:latin typeface="Calibri" panose="020F0502020204030204"/>
                <a:ea typeface="+mn-ea"/>
                <a:cs typeface="+mn-cs"/>
              </a:rPr>
              <a:t>@SlatdTop01_bot</a:t>
            </a:r>
            <a:endParaRPr kumimoji="0" lang="en-US" sz="1200" b="0" i="0" u="none" strike="noStrike" kern="1200" cap="none" spc="0" normalizeH="0" baseline="0" noProof="0">
              <a:ln>
                <a:noFill/>
              </a:ln>
              <a:solidFill>
                <a:srgbClr val="17406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8721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4C3A5A-B0E7-8568-B105-3BE2F2312E06}"/>
              </a:ext>
            </a:extLst>
          </p:cNvPr>
          <p:cNvSpPr/>
          <p:nvPr/>
        </p:nvSpPr>
        <p:spPr>
          <a:xfrm rot="10800000">
            <a:off x="0" y="2451205"/>
            <a:ext cx="12192000" cy="2588252"/>
          </a:xfrm>
          <a:prstGeom prst="rect">
            <a:avLst/>
          </a:prstGeom>
          <a:gradFill>
            <a:gsLst>
              <a:gs pos="0">
                <a:schemeClr val="bg1"/>
              </a:gs>
              <a:gs pos="94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b="1"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7" name="Footer Placeholder 6">
            <a:extLst>
              <a:ext uri="{FF2B5EF4-FFF2-40B4-BE49-F238E27FC236}">
                <a16:creationId xmlns:a16="http://schemas.microsoft.com/office/drawing/2014/main" id="{A23E8A3A-6FB3-4A01-980B-E2DB20DE2F5B}"/>
              </a:ext>
            </a:extLst>
          </p:cNvPr>
          <p:cNvSpPr>
            <a:spLocks noGrp="1"/>
          </p:cNvSpPr>
          <p:nvPr>
            <p:ph type="ftr" sz="quarter" idx="4294967295"/>
          </p:nvPr>
        </p:nvSpPr>
        <p:spPr>
          <a:xfrm>
            <a:off x="4038600" y="6356350"/>
            <a:ext cx="4114800" cy="365125"/>
          </a:xfrm>
          <a:prstGeom prst="rect">
            <a:avLst/>
          </a:prstGeo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17406D"/>
                </a:solidFill>
                <a:effectLst/>
                <a:uLnTx/>
                <a:uFillTx/>
                <a:latin typeface="Calibri" panose="020F0502020204030204"/>
                <a:ea typeface="+mn-ea"/>
                <a:cs typeface="+mn-cs"/>
              </a:rPr>
              <a:t>@SlatdTop01_bot</a:t>
            </a:r>
            <a:endParaRPr kumimoji="0" lang="en-US" sz="1200" b="0" i="0" u="none" strike="noStrike" kern="1200" cap="none" spc="0" normalizeH="0" baseline="0" noProof="0">
              <a:ln>
                <a:noFill/>
              </a:ln>
              <a:solidFill>
                <a:srgbClr val="17406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421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5FCB5A-FB55-5066-E51A-A5827AE0CCB4}"/>
              </a:ext>
            </a:extLst>
          </p:cNvPr>
          <p:cNvSpPr/>
          <p:nvPr/>
        </p:nvSpPr>
        <p:spPr>
          <a:xfrm>
            <a:off x="0" y="1470258"/>
            <a:ext cx="12192000" cy="2354553"/>
          </a:xfrm>
          <a:prstGeom prst="rect">
            <a:avLst/>
          </a:prstGeom>
          <a:gradFill>
            <a:gsLst>
              <a:gs pos="0">
                <a:schemeClr val="bg1"/>
              </a:gs>
              <a:gs pos="94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b="1"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3" name="Footer Placeholder 2">
            <a:extLst>
              <a:ext uri="{FF2B5EF4-FFF2-40B4-BE49-F238E27FC236}">
                <a16:creationId xmlns:a16="http://schemas.microsoft.com/office/drawing/2014/main" id="{EF2D6725-98B3-4236-A20D-B359CC0DFAE5}"/>
              </a:ext>
            </a:extLst>
          </p:cNvPr>
          <p:cNvSpPr>
            <a:spLocks noGrp="1"/>
          </p:cNvSpPr>
          <p:nvPr>
            <p:ph type="ftr" sz="quarter" idx="4294967295"/>
          </p:nvPr>
        </p:nvSpPr>
        <p:spPr>
          <a:xfrm>
            <a:off x="4038600" y="6356350"/>
            <a:ext cx="4114800" cy="365125"/>
          </a:xfrm>
          <a:prstGeom prst="rect">
            <a:avLst/>
          </a:prstGeo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17406D"/>
                </a:solidFill>
                <a:effectLst/>
                <a:uLnTx/>
                <a:uFillTx/>
                <a:latin typeface="Calibri" panose="020F0502020204030204"/>
                <a:ea typeface="+mn-ea"/>
                <a:cs typeface="+mn-cs"/>
              </a:rPr>
              <a:t>@SlatdTop01_bot</a:t>
            </a:r>
            <a:endParaRPr kumimoji="0" lang="en-US" sz="1200" b="0" i="0" u="none" strike="noStrike" kern="1200" cap="none" spc="0" normalizeH="0" baseline="0" noProof="0">
              <a:ln>
                <a:noFill/>
              </a:ln>
              <a:solidFill>
                <a:srgbClr val="17406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330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B0EC53-36AE-05CE-6081-DA731C027B1E}"/>
              </a:ext>
            </a:extLst>
          </p:cNvPr>
          <p:cNvSpPr/>
          <p:nvPr/>
        </p:nvSpPr>
        <p:spPr>
          <a:xfrm rot="10800000">
            <a:off x="0" y="3475290"/>
            <a:ext cx="12192000" cy="2354553"/>
          </a:xfrm>
          <a:prstGeom prst="rect">
            <a:avLst/>
          </a:prstGeom>
          <a:gradFill>
            <a:gsLst>
              <a:gs pos="0">
                <a:schemeClr val="bg1"/>
              </a:gs>
              <a:gs pos="94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a:xfrm>
            <a:off x="1143000" y="1790700"/>
            <a:ext cx="10210800" cy="2988446"/>
          </a:xfrm>
        </p:spPr>
        <p:txBody>
          <a:bodyPr>
            <a:noAutofit/>
          </a:bodyPr>
          <a:lstStyle/>
          <a:p>
            <a:pPr algn="ctr"/>
            <a:r>
              <a:rPr lang="en-US" sz="13800" b="1" dirty="0"/>
              <a:t>Thank You!</a:t>
            </a:r>
          </a:p>
        </p:txBody>
      </p:sp>
      <p:sp>
        <p:nvSpPr>
          <p:cNvPr id="3" name="Text Placeholder 2">
            <a:extLst>
              <a:ext uri="{FF2B5EF4-FFF2-40B4-BE49-F238E27FC236}">
                <a16:creationId xmlns:a16="http://schemas.microsoft.com/office/drawing/2014/main" id="{143CB89D-0D9C-4549-AD4E-9811C01F9384}"/>
              </a:ext>
            </a:extLst>
          </p:cNvPr>
          <p:cNvSpPr>
            <a:spLocks noGrp="1"/>
          </p:cNvSpPr>
          <p:nvPr>
            <p:ph type="body" idx="1"/>
          </p:nvPr>
        </p:nvSpPr>
        <p:spPr/>
        <p:txBody>
          <a:bodyPr/>
          <a:lstStyle/>
          <a:p>
            <a:r>
              <a:rPr lang="en-US" noProof="1"/>
              <a:t>Lorem ipsum dolor sit amet, tollit epicuri est ex, exerci accumsan singulis ei mel.</a:t>
            </a:r>
          </a:p>
        </p:txBody>
      </p:sp>
      <p:sp>
        <p:nvSpPr>
          <p:cNvPr id="5" name="Footer Placeholder 4">
            <a:extLst>
              <a:ext uri="{FF2B5EF4-FFF2-40B4-BE49-F238E27FC236}">
                <a16:creationId xmlns:a16="http://schemas.microsoft.com/office/drawing/2014/main" id="{EEAECD98-5237-4EFB-ACE2-3AF54D228737}"/>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17406D"/>
                </a:solidFill>
                <a:effectLst/>
                <a:uLnTx/>
                <a:uFillTx/>
                <a:latin typeface="Calibri" panose="020F0502020204030204"/>
                <a:ea typeface="+mn-ea"/>
                <a:cs typeface="+mn-cs"/>
              </a:rPr>
              <a:t>@SlatdTop01_bot</a:t>
            </a:r>
            <a:endParaRPr kumimoji="0" lang="en-US" sz="1200" b="0" i="0" u="none" strike="noStrike" kern="1200" cap="none" spc="0" normalizeH="0" baseline="0" noProof="0">
              <a:ln>
                <a:noFill/>
              </a:ln>
              <a:solidFill>
                <a:srgbClr val="17406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544197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281</Words>
  <Application>Microsoft Office PowerPoint</Application>
  <PresentationFormat>Широкоэкранный</PresentationFormat>
  <Paragraphs>31</Paragraphs>
  <Slides>6</Slides>
  <Notes>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vt:i4>
      </vt:variant>
    </vt:vector>
  </HeadingPairs>
  <TitlesOfParts>
    <vt:vector size="10" baseType="lpstr">
      <vt:lpstr>Arial</vt:lpstr>
      <vt:lpstr>Calibri</vt:lpstr>
      <vt:lpstr>Calibri Light</vt:lpstr>
      <vt:lpstr>Тема Office</vt:lpstr>
      <vt:lpstr>Title of Your Presentation</vt:lpstr>
      <vt:lpstr>Title of Your Slide</vt:lpstr>
      <vt:lpstr>Title of Your Slide</vt:lpstr>
      <vt:lpstr>Title of Your Section</vt:lpstr>
      <vt:lpstr>Title of Your Section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204-07</dc:creator>
  <cp:lastModifiedBy>204-07</cp:lastModifiedBy>
  <cp:revision>10</cp:revision>
  <dcterms:created xsi:type="dcterms:W3CDTF">2026-05-07T09:32:29Z</dcterms:created>
  <dcterms:modified xsi:type="dcterms:W3CDTF">2026-05-07T10:49:13Z</dcterms:modified>
</cp:coreProperties>
</file>