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FB5A0-C214-4480-8B2C-D718237655F6}"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D205C0-AB0F-4C0E-820E-40177F529620}" type="slidenum">
              <a:rPr lang="en-US" smtClean="0"/>
              <a:t>‹#›</a:t>
            </a:fld>
            <a:endParaRPr lang="en-US"/>
          </a:p>
        </p:txBody>
      </p:sp>
    </p:spTree>
    <p:extLst>
      <p:ext uri="{BB962C8B-B14F-4D97-AF65-F5344CB8AC3E}">
        <p14:creationId xmlns:p14="http://schemas.microsoft.com/office/powerpoint/2010/main" val="526880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3712871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2614908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111772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3510737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2045849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3144394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16E4289A-4D96-4FE2-89EB-E8031365DE51}"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2521100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0D37BBC3-D653-4884-B390-0847910C4677}"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362375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696ABCD-3096-4064-A590-3D43E83731E2}"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1011817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54676191-BF09-4C41-A556-EBB5C9199652}"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395487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0C78B9F3-112A-47A2-97B7-E5932344CE9B}" type="datetime1">
              <a:rPr lang="en-US" smtClean="0"/>
              <a:t>5/7/2026</a:t>
            </a:fld>
            <a:endParaRPr lang="en-US"/>
          </a:p>
        </p:txBody>
      </p:sp>
      <p:sp>
        <p:nvSpPr>
          <p:cNvPr id="8" name="Нижний колонтитул 7"/>
          <p:cNvSpPr>
            <a:spLocks noGrp="1"/>
          </p:cNvSpPr>
          <p:nvPr>
            <p:ph type="ftr" sz="quarter" idx="11"/>
          </p:nvPr>
        </p:nvSpPr>
        <p:spPr/>
        <p:txBody>
          <a:bodyPr/>
          <a:lstStyle/>
          <a:p>
            <a:r>
              <a:rPr lang="en-US" smtClean="0"/>
              <a:t>@SlaydTop01_bot</a:t>
            </a:r>
            <a:endParaRPr lang="en-US"/>
          </a:p>
        </p:txBody>
      </p:sp>
      <p:sp>
        <p:nvSpPr>
          <p:cNvPr id="9" name="Номер слайда 8"/>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634064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76FBA248-1592-4489-9FB4-CA6A2B1A0830}" type="datetime1">
              <a:rPr lang="en-US" smtClean="0"/>
              <a:t>5/7/2026</a:t>
            </a:fld>
            <a:endParaRPr lang="en-US"/>
          </a:p>
        </p:txBody>
      </p:sp>
      <p:sp>
        <p:nvSpPr>
          <p:cNvPr id="4" name="Нижний колонтитул 3"/>
          <p:cNvSpPr>
            <a:spLocks noGrp="1"/>
          </p:cNvSpPr>
          <p:nvPr>
            <p:ph type="ftr" sz="quarter" idx="11"/>
          </p:nvPr>
        </p:nvSpPr>
        <p:spPr/>
        <p:txBody>
          <a:bodyPr/>
          <a:lstStyle/>
          <a:p>
            <a:r>
              <a:rPr lang="en-US" smtClean="0"/>
              <a:t>@SlaydTop01_bot</a:t>
            </a:r>
            <a:endParaRPr lang="en-US"/>
          </a:p>
        </p:txBody>
      </p:sp>
      <p:sp>
        <p:nvSpPr>
          <p:cNvPr id="5" name="Номер слайда 4"/>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3034737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98CED9C2-60D0-4ACE-BA9C-963D600CFBBD}" type="datetime1">
              <a:rPr lang="en-US" smtClean="0"/>
              <a:t>5/7/2026</a:t>
            </a:fld>
            <a:endParaRPr lang="en-US"/>
          </a:p>
        </p:txBody>
      </p:sp>
      <p:sp>
        <p:nvSpPr>
          <p:cNvPr id="3" name="Нижний колонтитул 2"/>
          <p:cNvSpPr>
            <a:spLocks noGrp="1"/>
          </p:cNvSpPr>
          <p:nvPr>
            <p:ph type="ftr" sz="quarter" idx="11"/>
          </p:nvPr>
        </p:nvSpPr>
        <p:spPr/>
        <p:txBody>
          <a:bodyPr/>
          <a:lstStyle/>
          <a:p>
            <a:r>
              <a:rPr lang="en-US" smtClean="0"/>
              <a:t>@SlaydTop01_bot</a:t>
            </a:r>
            <a:endParaRPr lang="en-US"/>
          </a:p>
        </p:txBody>
      </p:sp>
      <p:sp>
        <p:nvSpPr>
          <p:cNvPr id="4" name="Номер слайда 3"/>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62358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C8146C6-5B1E-418E-A7BD-4F0C9E7718B2}"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1811820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2E9F1350-2D45-435A-9CD5-F1FEAE46661C}" type="datetime1">
              <a:rPr lang="en-US" smtClean="0"/>
              <a:t>5/7/2026</a:t>
            </a:fld>
            <a:endParaRPr lang="en-US"/>
          </a:p>
        </p:txBody>
      </p:sp>
      <p:sp>
        <p:nvSpPr>
          <p:cNvPr id="6" name="Нижний колонтитул 5"/>
          <p:cNvSpPr>
            <a:spLocks noGrp="1"/>
          </p:cNvSpPr>
          <p:nvPr>
            <p:ph type="ftr" sz="quarter" idx="11"/>
          </p:nvPr>
        </p:nvSpPr>
        <p:spPr/>
        <p:txBody>
          <a:bodyPr/>
          <a:lstStyle/>
          <a:p>
            <a:r>
              <a:rPr lang="en-US" smtClean="0"/>
              <a:t>@SlaydTop01_bot</a:t>
            </a:r>
            <a:endParaRPr lang="en-US"/>
          </a:p>
        </p:txBody>
      </p:sp>
      <p:sp>
        <p:nvSpPr>
          <p:cNvPr id="7" name="Номер слайда 6"/>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1169238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1D9E44C2-3926-468B-8AED-A3416C5915ED}"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2683749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06ED9328-810D-4502-AAD9-8929E6D36293}" type="datetime1">
              <a:rPr lang="en-US" smtClean="0"/>
              <a:t>5/7/2026</a:t>
            </a:fld>
            <a:endParaRPr lang="en-US"/>
          </a:p>
        </p:txBody>
      </p:sp>
      <p:sp>
        <p:nvSpPr>
          <p:cNvPr id="5" name="Нижний колонтитул 4"/>
          <p:cNvSpPr>
            <a:spLocks noGrp="1"/>
          </p:cNvSpPr>
          <p:nvPr>
            <p:ph type="ftr" sz="quarter" idx="11"/>
          </p:nvPr>
        </p:nvSpPr>
        <p:spPr/>
        <p:txBody>
          <a:bodyPr/>
          <a:lstStyle/>
          <a:p>
            <a:r>
              <a:rPr lang="en-US" smtClean="0"/>
              <a:t>@SlaydTop01_bot</a:t>
            </a:r>
            <a:endParaRPr lang="en-US"/>
          </a:p>
        </p:txBody>
      </p:sp>
      <p:sp>
        <p:nvSpPr>
          <p:cNvPr id="6" name="Номер слайда 5"/>
          <p:cNvSpPr>
            <a:spLocks noGrp="1"/>
          </p:cNvSpPr>
          <p:nvPr>
            <p:ph type="sldNum" sz="quarter" idx="12"/>
          </p:nvPr>
        </p:nvSpPr>
        <p:spPr/>
        <p:txBody>
          <a:bodyPr/>
          <a:lstStyle/>
          <a:p>
            <a:fld id="{70B731BC-5A54-4C3F-8303-404811EDDDFE}" type="slidenum">
              <a:rPr lang="en-US" smtClean="0"/>
              <a:t>‹#›</a:t>
            </a:fld>
            <a:endParaRPr lang="en-US"/>
          </a:p>
        </p:txBody>
      </p:sp>
    </p:spTree>
    <p:extLst>
      <p:ext uri="{BB962C8B-B14F-4D97-AF65-F5344CB8AC3E}">
        <p14:creationId xmlns:p14="http://schemas.microsoft.com/office/powerpoint/2010/main" val="2986919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994680-6D68-0349-BB03-63332A4BF9B0}"/>
              </a:ext>
            </a:extLst>
          </p:cNvPr>
          <p:cNvSpPr>
            <a:spLocks noGrp="1"/>
          </p:cNvSpPr>
          <p:nvPr>
            <p:ph type="pic" sz="quarter" idx="10"/>
          </p:nvPr>
        </p:nvSpPr>
        <p:spPr>
          <a:xfrm>
            <a:off x="3835400" y="1222375"/>
            <a:ext cx="8356600" cy="4430713"/>
          </a:xfrm>
          <a:solidFill>
            <a:schemeClr val="bg2"/>
          </a:solidFill>
        </p:spPr>
        <p:txBody>
          <a:bodyPr lIns="6400800" anchor="ctr"/>
          <a:lstStyle>
            <a:lvl1pPr algn="r">
              <a:buNone/>
              <a:defRPr/>
            </a:lvl1pPr>
          </a:lstStyle>
          <a:p>
            <a:endParaRPr lang="en-US"/>
          </a:p>
        </p:txBody>
      </p:sp>
      <p:sp>
        <p:nvSpPr>
          <p:cNvPr id="18" name="Title 1">
            <a:extLst>
              <a:ext uri="{FF2B5EF4-FFF2-40B4-BE49-F238E27FC236}">
                <a16:creationId xmlns:a16="http://schemas.microsoft.com/office/drawing/2014/main" id="{A2A6FDFB-46FD-4D32-A054-BC9C55F6A02B}"/>
              </a:ext>
            </a:extLst>
          </p:cNvPr>
          <p:cNvSpPr>
            <a:spLocks noGrp="1"/>
          </p:cNvSpPr>
          <p:nvPr userDrawn="1">
            <p:ph type="ctrTitle"/>
          </p:nvPr>
        </p:nvSpPr>
        <p:spPr>
          <a:xfrm>
            <a:off x="478971" y="2327563"/>
            <a:ext cx="6028707" cy="2220686"/>
          </a:xfrm>
        </p:spPr>
        <p:txBody>
          <a:bodyPr anchor="ctr"/>
          <a:lstStyle>
            <a:lvl1pPr algn="l">
              <a:defRPr sz="6000"/>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userDrawn="1">
            <p:ph type="subTitle" idx="1"/>
          </p:nvPr>
        </p:nvSpPr>
        <p:spPr>
          <a:xfrm>
            <a:off x="478971" y="4895830"/>
            <a:ext cx="3000499" cy="1516845"/>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4221257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1" name="Shape">
            <a:extLst>
              <a:ext uri="{FF2B5EF4-FFF2-40B4-BE49-F238E27FC236}">
                <a16:creationId xmlns:a16="http://schemas.microsoft.com/office/drawing/2014/main" id="{C84207CF-1985-4F47-8F09-F0CEE45EE186}"/>
              </a:ext>
            </a:extLst>
          </p:cNvPr>
          <p:cNvSpPr/>
          <p:nvPr/>
        </p:nvSpPr>
        <p:spPr>
          <a:xfrm>
            <a:off x="1024643" y="420033"/>
            <a:ext cx="11167358" cy="1089161"/>
          </a:xfrm>
          <a:custGeom>
            <a:avLst/>
            <a:gdLst/>
            <a:ahLst/>
            <a:cxnLst>
              <a:cxn ang="0">
                <a:pos x="wd2" y="hd2"/>
              </a:cxn>
              <a:cxn ang="5400000">
                <a:pos x="wd2" y="hd2"/>
              </a:cxn>
              <a:cxn ang="10800000">
                <a:pos x="wd2" y="hd2"/>
              </a:cxn>
              <a:cxn ang="16200000">
                <a:pos x="wd2" y="hd2"/>
              </a:cxn>
            </a:cxnLst>
            <a:rect l="0" t="0" r="r" b="b"/>
            <a:pathLst>
              <a:path w="21600" h="21600" extrusionOk="0">
                <a:moveTo>
                  <a:pt x="1052" y="25"/>
                </a:moveTo>
                <a:cubicBezTo>
                  <a:pt x="470" y="25"/>
                  <a:pt x="0" y="4867"/>
                  <a:pt x="0" y="10813"/>
                </a:cubicBezTo>
                <a:lnTo>
                  <a:pt x="0" y="10813"/>
                </a:lnTo>
                <a:cubicBezTo>
                  <a:pt x="0" y="16783"/>
                  <a:pt x="472" y="21600"/>
                  <a:pt x="1052" y="21600"/>
                </a:cubicBezTo>
                <a:lnTo>
                  <a:pt x="21600" y="21600"/>
                </a:lnTo>
                <a:lnTo>
                  <a:pt x="21600" y="0"/>
                </a:lnTo>
                <a:lnTo>
                  <a:pt x="1052" y="0"/>
                </a:lnTo>
                <a:close/>
              </a:path>
            </a:pathLst>
          </a:custGeom>
          <a:solidFill>
            <a:schemeClr val="bg2">
              <a:lumMod val="10000"/>
            </a:schemeClr>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4E2F3C10-3D7F-5741-B371-B49391A11205}"/>
              </a:ext>
            </a:extLst>
          </p:cNvPr>
          <p:cNvSpPr/>
          <p:nvPr/>
        </p:nvSpPr>
        <p:spPr>
          <a:xfrm>
            <a:off x="974043" y="255583"/>
            <a:ext cx="1344689" cy="1429447"/>
          </a:xfrm>
          <a:custGeom>
            <a:avLst/>
            <a:gdLst/>
            <a:ahLst/>
            <a:cxnLst>
              <a:cxn ang="0">
                <a:pos x="wd2" y="hd2"/>
              </a:cxn>
              <a:cxn ang="5400000">
                <a:pos x="wd2" y="hd2"/>
              </a:cxn>
              <a:cxn ang="10800000">
                <a:pos x="wd2" y="hd2"/>
              </a:cxn>
              <a:cxn ang="16200000">
                <a:pos x="wd2" y="hd2"/>
              </a:cxn>
            </a:cxnLst>
            <a:rect l="0" t="0" r="r" b="b"/>
            <a:pathLst>
              <a:path w="21600" h="21581" extrusionOk="0">
                <a:moveTo>
                  <a:pt x="10058" y="0"/>
                </a:moveTo>
                <a:cubicBezTo>
                  <a:pt x="8819" y="0"/>
                  <a:pt x="7640" y="191"/>
                  <a:pt x="6523" y="535"/>
                </a:cubicBezTo>
                <a:cubicBezTo>
                  <a:pt x="5060" y="993"/>
                  <a:pt x="4450" y="2597"/>
                  <a:pt x="5283" y="3820"/>
                </a:cubicBezTo>
                <a:lnTo>
                  <a:pt x="5324" y="3877"/>
                </a:lnTo>
                <a:cubicBezTo>
                  <a:pt x="5913" y="4717"/>
                  <a:pt x="7010" y="5061"/>
                  <a:pt x="8026" y="4756"/>
                </a:cubicBezTo>
                <a:cubicBezTo>
                  <a:pt x="8636" y="4565"/>
                  <a:pt x="9306" y="4469"/>
                  <a:pt x="9977" y="4450"/>
                </a:cubicBezTo>
                <a:cubicBezTo>
                  <a:pt x="13696" y="4393"/>
                  <a:pt x="16825" y="7257"/>
                  <a:pt x="16865" y="10752"/>
                </a:cubicBezTo>
                <a:cubicBezTo>
                  <a:pt x="16886" y="14286"/>
                  <a:pt x="13858" y="17150"/>
                  <a:pt x="10099" y="17150"/>
                </a:cubicBezTo>
                <a:cubicBezTo>
                  <a:pt x="8595" y="17150"/>
                  <a:pt x="7214" y="16692"/>
                  <a:pt x="6096" y="15909"/>
                </a:cubicBezTo>
                <a:lnTo>
                  <a:pt x="0" y="15909"/>
                </a:lnTo>
                <a:cubicBezTo>
                  <a:pt x="1930" y="19289"/>
                  <a:pt x="5730" y="21581"/>
                  <a:pt x="10119" y="21581"/>
                </a:cubicBezTo>
                <a:cubicBezTo>
                  <a:pt x="16459" y="21581"/>
                  <a:pt x="21600" y="16749"/>
                  <a:pt x="21600" y="10771"/>
                </a:cubicBezTo>
                <a:cubicBezTo>
                  <a:pt x="21580" y="4813"/>
                  <a:pt x="16378" y="-19"/>
                  <a:pt x="10058" y="0"/>
                </a:cubicBezTo>
                <a:close/>
              </a:path>
            </a:pathLst>
          </a:custGeom>
          <a:gradFill>
            <a:gsLst>
              <a:gs pos="0">
                <a:schemeClr val="accent5">
                  <a:lumMod val="50000"/>
                </a:schemeClr>
              </a:gs>
              <a:gs pos="60000">
                <a:schemeClr val="accent4"/>
              </a:gs>
              <a:gs pos="100000">
                <a:schemeClr val="accent1"/>
              </a:gs>
            </a:gsLst>
            <a:lin ang="16800000" scaled="0"/>
          </a:gra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2505694" y="365125"/>
            <a:ext cx="8848106" cy="1325563"/>
          </a:xfrm>
        </p:spPr>
        <p:txBody>
          <a:bodyPr/>
          <a:lstStyle>
            <a:lvl1pPr>
              <a:defRPr>
                <a:solidFill>
                  <a:schemeClr val="bg1"/>
                </a:solidFill>
              </a:defRPr>
            </a:lvl1pPr>
          </a:lstStyle>
          <a:p>
            <a:r>
              <a:rPr lang="en-US" dirty="0"/>
              <a:t>Click to edit Master title style</a:t>
            </a:r>
          </a:p>
        </p:txBody>
      </p:sp>
      <p:sp>
        <p:nvSpPr>
          <p:cNvPr id="18" name="Content Placeholder 2">
            <a:extLst>
              <a:ext uri="{FF2B5EF4-FFF2-40B4-BE49-F238E27FC236}">
                <a16:creationId xmlns:a16="http://schemas.microsoft.com/office/drawing/2014/main" id="{489DC5E6-DDCD-4B67-B47F-0BD6C54B83D2}"/>
              </a:ext>
            </a:extLst>
          </p:cNvPr>
          <p:cNvSpPr>
            <a:spLocks noGrp="1"/>
          </p:cNvSpPr>
          <p:nvPr userDrawn="1">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userDrawn="1">
            <p:ph type="dt" sz="half" idx="10"/>
          </p:nvPr>
        </p:nvSpPr>
        <p:spPr>
          <a:xfrm>
            <a:off x="838200" y="6356350"/>
            <a:ext cx="2743200" cy="365125"/>
          </a:xfrm>
        </p:spPr>
        <p:txBody>
          <a:bodyPr/>
          <a:lstStyle/>
          <a:p>
            <a:fld id="{B60C69D3-56C0-4C1D-A8ED-E40F95E311BB}" type="datetime1">
              <a:rPr lang="en-US" smtClean="0"/>
              <a:t>5/7/2026</a:t>
            </a:fld>
            <a:endParaRPr lang="en-US"/>
          </a:p>
        </p:txBody>
      </p:sp>
      <p:sp>
        <p:nvSpPr>
          <p:cNvPr id="20" name="Footer Placeholder 4">
            <a:extLst>
              <a:ext uri="{FF2B5EF4-FFF2-40B4-BE49-F238E27FC236}">
                <a16:creationId xmlns:a16="http://schemas.microsoft.com/office/drawing/2014/main" id="{10C428BE-FED7-45A5-9425-7445C51F35BB}"/>
              </a:ext>
            </a:extLst>
          </p:cNvPr>
          <p:cNvSpPr>
            <a:spLocks noGrp="1"/>
          </p:cNvSpPr>
          <p:nvPr userDrawn="1">
            <p:ph type="ftr" sz="quarter" idx="11"/>
          </p:nvPr>
        </p:nvSpPr>
        <p:spPr>
          <a:xfrm>
            <a:off x="4038600" y="6356350"/>
            <a:ext cx="4114800" cy="365125"/>
          </a:xfrm>
        </p:spPr>
        <p:txBody>
          <a:bodyPr/>
          <a:lstStyle/>
          <a:p>
            <a:r>
              <a:rPr lang="en-US" smtClean="0"/>
              <a:t>@SlaydTop01_bot</a:t>
            </a:r>
            <a:endParaRPr lang="en-US"/>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userDrawn="1">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4" name="Shape">
            <a:extLst>
              <a:ext uri="{FF2B5EF4-FFF2-40B4-BE49-F238E27FC236}">
                <a16:creationId xmlns:a16="http://schemas.microsoft.com/office/drawing/2014/main" id="{BDA85390-9984-E04E-8B19-8B14DD378C4E}"/>
              </a:ext>
            </a:extLst>
          </p:cNvPr>
          <p:cNvSpPr/>
          <p:nvPr/>
        </p:nvSpPr>
        <p:spPr>
          <a:xfrm>
            <a:off x="0" y="627406"/>
            <a:ext cx="1932910" cy="685800"/>
          </a:xfrm>
          <a:custGeom>
            <a:avLst/>
            <a:gdLst/>
            <a:ahLst/>
            <a:cxnLst>
              <a:cxn ang="0">
                <a:pos x="wd2" y="hd2"/>
              </a:cxn>
              <a:cxn ang="5400000">
                <a:pos x="wd2" y="hd2"/>
              </a:cxn>
              <a:cxn ang="10800000">
                <a:pos x="wd2" y="hd2"/>
              </a:cxn>
              <a:cxn ang="16200000">
                <a:pos x="wd2" y="hd2"/>
              </a:cxn>
            </a:cxnLst>
            <a:rect l="0" t="0" r="r" b="b"/>
            <a:pathLst>
              <a:path w="21600" h="21600" extrusionOk="0">
                <a:moveTo>
                  <a:pt x="17812" y="0"/>
                </a:moveTo>
                <a:lnTo>
                  <a:pt x="0" y="0"/>
                </a:lnTo>
                <a:lnTo>
                  <a:pt x="0" y="21600"/>
                </a:lnTo>
                <a:lnTo>
                  <a:pt x="17812" y="21600"/>
                </a:lnTo>
                <a:cubicBezTo>
                  <a:pt x="19904" y="21600"/>
                  <a:pt x="21600" y="16755"/>
                  <a:pt x="21600" y="10780"/>
                </a:cubicBezTo>
                <a:lnTo>
                  <a:pt x="21600" y="10780"/>
                </a:lnTo>
                <a:cubicBezTo>
                  <a:pt x="21586" y="4845"/>
                  <a:pt x="19890" y="0"/>
                  <a:pt x="17812" y="0"/>
                </a:cubicBezTo>
                <a:close/>
              </a:path>
            </a:pathLst>
          </a:custGeom>
          <a:solidFill>
            <a:schemeClr val="accent2"/>
          </a:solidFill>
          <a:ln w="12700">
            <a:miter lim="400000"/>
          </a:ln>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275499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18" name="Content Placeholder 2">
            <a:extLst>
              <a:ext uri="{FF2B5EF4-FFF2-40B4-BE49-F238E27FC236}">
                <a16:creationId xmlns:a16="http://schemas.microsoft.com/office/drawing/2014/main" id="{9CCD0F33-6122-4DA2-AA9D-CA48CEFB9225}"/>
              </a:ext>
            </a:extLst>
          </p:cNvPr>
          <p:cNvSpPr>
            <a:spLocks noGrp="1"/>
          </p:cNvSpPr>
          <p:nvPr userDrawn="1">
            <p:ph idx="1"/>
          </p:nvPr>
        </p:nvSpPr>
        <p:spPr>
          <a:xfrm>
            <a:off x="838200" y="365125"/>
            <a:ext cx="7772400" cy="58118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47502637-5889-EF41-B8F5-33B7BD1861EF}"/>
              </a:ext>
            </a:extLst>
          </p:cNvPr>
          <p:cNvSpPr>
            <a:spLocks noGrp="1"/>
          </p:cNvSpPr>
          <p:nvPr>
            <p:ph type="pic" sz="quarter" idx="13"/>
          </p:nvPr>
        </p:nvSpPr>
        <p:spPr>
          <a:xfrm>
            <a:off x="8958263" y="0"/>
            <a:ext cx="2686050" cy="4906963"/>
          </a:xfrm>
          <a:solidFill>
            <a:schemeClr val="bg2"/>
          </a:solidFill>
        </p:spPr>
        <p:txBody>
          <a:bodyPr lIns="274320" rIns="274320" anchor="t"/>
          <a:lstStyle>
            <a:lvl1pPr algn="ctr">
              <a:buNone/>
              <a:defRPr/>
            </a:lvl1pPr>
          </a:lstStyle>
          <a:p>
            <a:endParaRPr lang="en-US"/>
          </a:p>
        </p:txBody>
      </p:sp>
      <p:sp>
        <p:nvSpPr>
          <p:cNvPr id="12" name="Title 1">
            <a:extLst>
              <a:ext uri="{FF2B5EF4-FFF2-40B4-BE49-F238E27FC236}">
                <a16:creationId xmlns:a16="http://schemas.microsoft.com/office/drawing/2014/main" id="{08888851-8419-4D40-B1E3-9D279F24C731}"/>
              </a:ext>
            </a:extLst>
          </p:cNvPr>
          <p:cNvSpPr>
            <a:spLocks noGrp="1"/>
          </p:cNvSpPr>
          <p:nvPr userDrawn="1">
            <p:ph type="title"/>
          </p:nvPr>
        </p:nvSpPr>
        <p:spPr>
          <a:xfrm>
            <a:off x="8536944" y="4163981"/>
            <a:ext cx="3660496" cy="1325563"/>
          </a:xfrm>
        </p:spPr>
        <p:txBody>
          <a:bodyPr/>
          <a:lstStyle>
            <a:lvl1pPr>
              <a:defRPr sz="3200">
                <a:solidFill>
                  <a:schemeClr val="tx1"/>
                </a:solidFill>
              </a:defRPr>
            </a:lvl1pPr>
          </a:lstStyle>
          <a:p>
            <a:r>
              <a:rPr lang="en-US" dirty="0"/>
              <a:t>Click to edit Master title style</a:t>
            </a:r>
          </a:p>
        </p:txBody>
      </p:sp>
      <p:sp>
        <p:nvSpPr>
          <p:cNvPr id="19" name="Date Placeholder 3">
            <a:extLst>
              <a:ext uri="{FF2B5EF4-FFF2-40B4-BE49-F238E27FC236}">
                <a16:creationId xmlns:a16="http://schemas.microsoft.com/office/drawing/2014/main" id="{7A8A3FA1-377F-4383-B7E8-14D9409AF64B}"/>
              </a:ext>
            </a:extLst>
          </p:cNvPr>
          <p:cNvSpPr>
            <a:spLocks noGrp="1"/>
          </p:cNvSpPr>
          <p:nvPr userDrawn="1">
            <p:ph type="dt" sz="half" idx="10"/>
          </p:nvPr>
        </p:nvSpPr>
        <p:spPr>
          <a:xfrm>
            <a:off x="838200" y="6356350"/>
            <a:ext cx="2032322" cy="365125"/>
          </a:xfrm>
        </p:spPr>
        <p:txBody>
          <a:bodyPr/>
          <a:lstStyle>
            <a:lvl1pPr>
              <a:defRPr>
                <a:solidFill>
                  <a:schemeClr val="bg1"/>
                </a:solidFill>
              </a:defRPr>
            </a:lvl1pPr>
          </a:lstStyle>
          <a:p>
            <a:fld id="{87709B73-4E19-4306-AB61-322CE44C6A44}" type="datetime1">
              <a:rPr lang="en-US" smtClean="0">
                <a:solidFill>
                  <a:schemeClr val="bg1"/>
                </a:solidFill>
              </a:rPr>
              <a:t>5/7/2026</a:t>
            </a:fld>
            <a:endParaRPr lang="en-US">
              <a:solidFill>
                <a:schemeClr val="bg1"/>
              </a:solidFill>
            </a:endParaRPr>
          </a:p>
        </p:txBody>
      </p:sp>
      <p:sp>
        <p:nvSpPr>
          <p:cNvPr id="20" name="Footer Placeholder 4">
            <a:extLst>
              <a:ext uri="{FF2B5EF4-FFF2-40B4-BE49-F238E27FC236}">
                <a16:creationId xmlns:a16="http://schemas.microsoft.com/office/drawing/2014/main" id="{566F5CF8-699B-4A09-9AD0-718B0175E486}"/>
              </a:ext>
            </a:extLst>
          </p:cNvPr>
          <p:cNvSpPr>
            <a:spLocks noGrp="1"/>
          </p:cNvSpPr>
          <p:nvPr userDrawn="1">
            <p:ph type="ftr" sz="quarter" idx="11"/>
          </p:nvPr>
        </p:nvSpPr>
        <p:spPr>
          <a:xfrm>
            <a:off x="2978799" y="6356350"/>
            <a:ext cx="4114800" cy="365125"/>
          </a:xfrm>
        </p:spPr>
        <p:txBody>
          <a:bodyPr/>
          <a:lstStyle>
            <a:lvl1pPr>
              <a:defRPr>
                <a:solidFill>
                  <a:schemeClr val="bg1"/>
                </a:solidFill>
              </a:defRPr>
            </a:lvl1pPr>
          </a:lstStyle>
          <a:p>
            <a:r>
              <a:rPr lang="en-US" smtClean="0"/>
              <a:t>@SlaydTop01_bot</a:t>
            </a:r>
            <a:endParaRPr lang="en-US" dirty="0">
              <a:solidFill>
                <a:schemeClr val="bg1"/>
              </a:solidFill>
            </a:endParaRP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userDrawn="1">
            <p:ph type="sldNum" sz="quarter" idx="12"/>
          </p:nvPr>
        </p:nvSpPr>
        <p:spPr>
          <a:xfrm>
            <a:off x="7201876" y="6356350"/>
            <a:ext cx="1408724" cy="365125"/>
          </a:xfrm>
        </p:spPr>
        <p:txBody>
          <a:bodyPr/>
          <a:lstStyle>
            <a:lvl1pPr>
              <a:defRPr>
                <a:solidFill>
                  <a:schemeClr val="bg1"/>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3422673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bg>
      <p:bgPr>
        <a:solidFill>
          <a:schemeClr val="bg1"/>
        </a:solidFill>
        <a:effectLst/>
      </p:bgPr>
    </p:bg>
    <p:spTree>
      <p:nvGrpSpPr>
        <p:cNvPr id="1" name=""/>
        <p:cNvGrpSpPr/>
        <p:nvPr/>
      </p:nvGrpSpPr>
      <p:grpSpPr>
        <a:xfrm>
          <a:off x="0" y="0"/>
          <a:ext cx="0" cy="0"/>
          <a:chOff x="0" y="0"/>
          <a:chExt cx="0" cy="0"/>
        </a:xfrm>
      </p:grpSpPr>
      <p:sp>
        <p:nvSpPr>
          <p:cNvPr id="21" name="Picture Placeholder 3">
            <a:extLst>
              <a:ext uri="{FF2B5EF4-FFF2-40B4-BE49-F238E27FC236}">
                <a16:creationId xmlns:a16="http://schemas.microsoft.com/office/drawing/2014/main" id="{8204D139-A768-404D-BB3E-7231B2F87284}"/>
              </a:ext>
            </a:extLst>
          </p:cNvPr>
          <p:cNvSpPr>
            <a:spLocks noGrp="1"/>
          </p:cNvSpPr>
          <p:nvPr>
            <p:ph type="pic" sz="quarter" idx="13"/>
          </p:nvPr>
        </p:nvSpPr>
        <p:spPr>
          <a:xfrm>
            <a:off x="3835400" y="1222375"/>
            <a:ext cx="8356600" cy="4430713"/>
          </a:xfrm>
          <a:solidFill>
            <a:schemeClr val="bg2"/>
          </a:solidFill>
        </p:spPr>
        <p:txBody>
          <a:bodyPr lIns="6400800" anchor="ctr"/>
          <a:lstStyle>
            <a:lvl1pPr algn="r">
              <a:buNone/>
              <a:defRPr/>
            </a:lvl1pPr>
          </a:lstStyle>
          <a:p>
            <a:endParaRPr lang="en-US"/>
          </a:p>
        </p:txBody>
      </p:sp>
      <p:sp>
        <p:nvSpPr>
          <p:cNvPr id="10" name="Date Placeholder 3">
            <a:extLst>
              <a:ext uri="{FF2B5EF4-FFF2-40B4-BE49-F238E27FC236}">
                <a16:creationId xmlns:a16="http://schemas.microsoft.com/office/drawing/2014/main" id="{78CD13F7-FE5E-4564-955B-78635E1D6BD1}"/>
              </a:ext>
            </a:extLst>
          </p:cNvPr>
          <p:cNvSpPr>
            <a:spLocks noGrp="1"/>
          </p:cNvSpPr>
          <p:nvPr>
            <p:ph type="dt" sz="half" idx="10"/>
          </p:nvPr>
        </p:nvSpPr>
        <p:spPr>
          <a:xfrm>
            <a:off x="838200" y="6356350"/>
            <a:ext cx="2743200" cy="365125"/>
          </a:xfrm>
        </p:spPr>
        <p:txBody>
          <a:bodyPr/>
          <a:lstStyle/>
          <a:p>
            <a:fld id="{A519984D-8F94-456E-97A7-7B22FC8BFB58}" type="datetime1">
              <a:rPr lang="en-US" smtClean="0"/>
              <a:t>5/7/2026</a:t>
            </a:fld>
            <a:endParaRPr lang="en-US"/>
          </a:p>
        </p:txBody>
      </p:sp>
      <p:sp>
        <p:nvSpPr>
          <p:cNvPr id="11" name="Footer Placeholder 4">
            <a:extLst>
              <a:ext uri="{FF2B5EF4-FFF2-40B4-BE49-F238E27FC236}">
                <a16:creationId xmlns:a16="http://schemas.microsoft.com/office/drawing/2014/main" id="{DFEC6B85-2D6C-4E54-AFB1-FC9C8C5BCCCD}"/>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9" name="Title 1">
            <a:extLst>
              <a:ext uri="{FF2B5EF4-FFF2-40B4-BE49-F238E27FC236}">
                <a16:creationId xmlns:a16="http://schemas.microsoft.com/office/drawing/2014/main" id="{7CBD64A0-BD6F-0D46-BC03-2489B60F60AA}"/>
              </a:ext>
            </a:extLst>
          </p:cNvPr>
          <p:cNvSpPr>
            <a:spLocks noGrp="1"/>
          </p:cNvSpPr>
          <p:nvPr>
            <p:ph type="ctrTitle"/>
          </p:nvPr>
        </p:nvSpPr>
        <p:spPr>
          <a:xfrm>
            <a:off x="478971" y="2327564"/>
            <a:ext cx="6028707" cy="1214290"/>
          </a:xfrm>
        </p:spPr>
        <p:txBody>
          <a:bodyPr anchor="b"/>
          <a:lstStyle>
            <a:lvl1pPr algn="l">
              <a:defRPr sz="6000"/>
            </a:lvl1pPr>
          </a:lstStyle>
          <a:p>
            <a:r>
              <a:rPr lang="en-US" dirty="0"/>
              <a:t>Click to edit Master title style</a:t>
            </a:r>
          </a:p>
        </p:txBody>
      </p:sp>
      <p:sp>
        <p:nvSpPr>
          <p:cNvPr id="20" name="Subtitle 2">
            <a:extLst>
              <a:ext uri="{FF2B5EF4-FFF2-40B4-BE49-F238E27FC236}">
                <a16:creationId xmlns:a16="http://schemas.microsoft.com/office/drawing/2014/main" id="{088DEA36-520B-FC4A-A4F8-3A50252E2DD7}"/>
              </a:ext>
            </a:extLst>
          </p:cNvPr>
          <p:cNvSpPr>
            <a:spLocks noGrp="1"/>
          </p:cNvSpPr>
          <p:nvPr>
            <p:ph type="subTitle" idx="1"/>
          </p:nvPr>
        </p:nvSpPr>
        <p:spPr>
          <a:xfrm>
            <a:off x="478971" y="3680750"/>
            <a:ext cx="6028707" cy="995424"/>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7937175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2816D5C-F427-DA49-98FF-F28BED76B857}"/>
              </a:ext>
            </a:extLst>
          </p:cNvPr>
          <p:cNvSpPr>
            <a:spLocks noGrp="1"/>
          </p:cNvSpPr>
          <p:nvPr>
            <p:ph type="pic" sz="quarter" idx="13"/>
          </p:nvPr>
        </p:nvSpPr>
        <p:spPr>
          <a:xfrm>
            <a:off x="0" y="0"/>
            <a:ext cx="12192000" cy="6858000"/>
          </a:xfrm>
          <a:solidFill>
            <a:schemeClr val="bg2"/>
          </a:solidFill>
          <a:ln>
            <a:noFill/>
          </a:ln>
        </p:spPr>
        <p:txBody>
          <a:bodyPr anchor="t"/>
          <a:lstStyle>
            <a:lvl1pPr algn="l">
              <a:buNone/>
              <a:defRPr/>
            </a:lvl1pPr>
          </a:lstStyle>
          <a:p>
            <a:endParaRPr lang="en-US"/>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838200" y="6356350"/>
            <a:ext cx="2743200" cy="365125"/>
          </a:xfrm>
        </p:spPr>
        <p:txBody>
          <a:bodyPr/>
          <a:lstStyle/>
          <a:p>
            <a:fld id="{F866271E-C83A-4C62-B3D7-3B52FFD142A0}" type="datetime1">
              <a:rPr lang="en-US" smtClean="0"/>
              <a:t>5/7/2026</a:t>
            </a:fld>
            <a:endParaRPr lang="en-US"/>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4872942" y="190263"/>
            <a:ext cx="2419109" cy="2840616"/>
          </a:xfrm>
        </p:spPr>
        <p:txBody>
          <a:bodyPr anchor="b"/>
          <a:lstStyle>
            <a:lvl1pPr algn="ctr">
              <a:defRPr sz="4400"/>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4872942" y="3120939"/>
            <a:ext cx="2419109" cy="1289015"/>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4038600" y="6356350"/>
            <a:ext cx="4114800" cy="365125"/>
          </a:xfrm>
        </p:spPr>
        <p:txBody>
          <a:bodyPr/>
          <a:lstStyle/>
          <a:p>
            <a:r>
              <a:rPr lang="en-US" smtClean="0"/>
              <a:t>@SlaydTop01_bot</a:t>
            </a:r>
            <a:endParaRPr lang="en-US"/>
          </a:p>
        </p:txBody>
      </p:sp>
    </p:spTree>
    <p:extLst>
      <p:ext uri="{BB962C8B-B14F-4D97-AF65-F5344CB8AC3E}">
        <p14:creationId xmlns:p14="http://schemas.microsoft.com/office/powerpoint/2010/main" val="943016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7ADBD7E-E02E-FD48-BEC6-E0433D2F228E}"/>
              </a:ext>
            </a:extLst>
          </p:cNvPr>
          <p:cNvSpPr>
            <a:spLocks noGrp="1"/>
          </p:cNvSpPr>
          <p:nvPr>
            <p:ph type="pic" sz="quarter" idx="17"/>
          </p:nvPr>
        </p:nvSpPr>
        <p:spPr>
          <a:xfrm>
            <a:off x="5940425" y="660400"/>
            <a:ext cx="6251575" cy="3182938"/>
          </a:xfrm>
          <a:solidFill>
            <a:schemeClr val="bg2"/>
          </a:solidFill>
        </p:spPr>
        <p:txBody>
          <a:bodyPr lIns="4572000" anchor="ctr"/>
          <a:lstStyle>
            <a:lvl1pPr algn="r">
              <a:buNone/>
              <a:defRPr/>
            </a:lvl1pPr>
          </a:lstStyle>
          <a:p>
            <a:endParaRPr lang="en-US"/>
          </a:p>
        </p:txBody>
      </p:sp>
      <p:sp>
        <p:nvSpPr>
          <p:cNvPr id="8" name="Title 1">
            <a:extLst>
              <a:ext uri="{FF2B5EF4-FFF2-40B4-BE49-F238E27FC236}">
                <a16:creationId xmlns:a16="http://schemas.microsoft.com/office/drawing/2014/main" id="{1907DC5D-4F3E-4A99-A621-6F93F32265C8}"/>
              </a:ext>
            </a:extLst>
          </p:cNvPr>
          <p:cNvSpPr>
            <a:spLocks noGrp="1"/>
          </p:cNvSpPr>
          <p:nvPr userDrawn="1">
            <p:ph type="title"/>
          </p:nvPr>
        </p:nvSpPr>
        <p:spPr>
          <a:xfrm>
            <a:off x="831850" y="1539434"/>
            <a:ext cx="7321550" cy="1527858"/>
          </a:xfrm>
        </p:spPr>
        <p:txBody>
          <a:bodyPr anchor="ctr"/>
          <a:lstStyle>
            <a:lvl1pPr algn="l">
              <a:defRPr sz="6000">
                <a:solidFill>
                  <a:schemeClr val="tx1"/>
                </a:solidFill>
              </a:defRPr>
            </a:lvl1pPr>
          </a:lstStyle>
          <a:p>
            <a:r>
              <a:rPr lang="en-US" dirty="0"/>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userDrawn="1">
            <p:ph type="body" idx="1"/>
          </p:nvPr>
        </p:nvSpPr>
        <p:spPr>
          <a:xfrm>
            <a:off x="831850" y="3429001"/>
            <a:ext cx="4955492" cy="26606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userDrawn="1">
            <p:ph type="dt" sz="half" idx="10"/>
          </p:nvPr>
        </p:nvSpPr>
        <p:spPr>
          <a:xfrm>
            <a:off x="838200" y="6356350"/>
            <a:ext cx="2743200" cy="365125"/>
          </a:xfrm>
        </p:spPr>
        <p:txBody>
          <a:bodyPr/>
          <a:lstStyle/>
          <a:p>
            <a:fld id="{C2CAE7F0-77C5-4D91-94B8-AFF40F553DFC}" type="datetime1">
              <a:rPr lang="en-US" smtClean="0"/>
              <a:t>5/7/2026</a:t>
            </a:fld>
            <a:endParaRPr lang="en-US"/>
          </a:p>
        </p:txBody>
      </p:sp>
      <p:sp>
        <p:nvSpPr>
          <p:cNvPr id="11" name="Footer Placeholder 4">
            <a:extLst>
              <a:ext uri="{FF2B5EF4-FFF2-40B4-BE49-F238E27FC236}">
                <a16:creationId xmlns:a16="http://schemas.microsoft.com/office/drawing/2014/main" id="{B145FAD1-5607-4570-9675-FE264814964D}"/>
              </a:ext>
            </a:extLst>
          </p:cNvPr>
          <p:cNvSpPr>
            <a:spLocks noGrp="1"/>
          </p:cNvSpPr>
          <p:nvPr userDrawn="1">
            <p:ph type="ftr" sz="quarter" idx="11"/>
          </p:nvPr>
        </p:nvSpPr>
        <p:spPr>
          <a:xfrm>
            <a:off x="4038600" y="6356350"/>
            <a:ext cx="4114800" cy="365125"/>
          </a:xfrm>
        </p:spPr>
        <p:txBody>
          <a:bodyPr/>
          <a:lstStyle/>
          <a:p>
            <a:r>
              <a:rPr lang="en-US" smtClean="0"/>
              <a:t>@SlaydTop01_bot</a:t>
            </a:r>
            <a:endParaRPr lang="en-US"/>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userDrawn="1">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userDrawn="1">
            <p:ph type="body" sz="quarter" idx="14" hasCustomPrompt="1"/>
          </p:nvPr>
        </p:nvSpPr>
        <p:spPr>
          <a:xfrm>
            <a:off x="9652000" y="3929151"/>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userDrawn="1">
            <p:ph type="body" sz="quarter" idx="15" hasCustomPrompt="1"/>
          </p:nvPr>
        </p:nvSpPr>
        <p:spPr>
          <a:xfrm>
            <a:off x="9652000" y="4156484"/>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userDrawn="1">
            <p:ph type="body" sz="quarter" idx="16" hasCustomPrompt="1"/>
          </p:nvPr>
        </p:nvSpPr>
        <p:spPr>
          <a:xfrm>
            <a:off x="9652000" y="4383817"/>
            <a:ext cx="170180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3556616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8BEF4C-7E3E-48F3-81DC-213B4AA25595}" type="datetime1">
              <a:rPr lang="en-US" smtClean="0"/>
              <a:t>5/7/2026</a:t>
            </a:fld>
            <a:endParaRPr lang="en-US"/>
          </a:p>
        </p:txBody>
      </p:sp>
      <p:sp>
        <p:nvSpPr>
          <p:cNvPr id="5" name="Нижний колонтитул 4"/>
          <p:cNvSpPr>
            <a:spLocks noGrp="1"/>
          </p:cNvSpPr>
          <p:nvPr>
            <p:ph type="ftr" sz="quarter" idx="3"/>
          </p:nvPr>
        </p:nvSpPr>
        <p:spPr>
          <a:xfrm>
            <a:off x="-1219200" y="6492875"/>
            <a:ext cx="4114800" cy="365125"/>
          </a:xfrm>
          <a:prstGeom prst="rect">
            <a:avLst/>
          </a:prstGeom>
        </p:spPr>
        <p:txBody>
          <a:bodyPr vert="horz" lIns="91440" tIns="45720" rIns="91440" bIns="45720" rtlCol="0" anchor="ctr"/>
          <a:lstStyle>
            <a:lvl1pPr algn="ctr">
              <a:defRPr sz="800">
                <a:solidFill>
                  <a:schemeClr val="bg2">
                    <a:lumMod val="90000"/>
                  </a:schemeClr>
                </a:solidFill>
              </a:defRPr>
            </a:lvl1pPr>
          </a:lstStyle>
          <a:p>
            <a:endParaRPr lang="en-US" smtClean="0"/>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B731BC-5A54-4C3F-8303-404811EDDDFE}" type="slidenum">
              <a:rPr lang="en-US" smtClean="0"/>
              <a:t>‹#›</a:t>
            </a:fld>
            <a:endParaRPr lang="en-US"/>
          </a:p>
        </p:txBody>
      </p:sp>
    </p:spTree>
    <p:extLst>
      <p:ext uri="{BB962C8B-B14F-4D97-AF65-F5344CB8AC3E}">
        <p14:creationId xmlns:p14="http://schemas.microsoft.com/office/powerpoint/2010/main" val="2602987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9C7341B-0072-0B48-91CB-6785283A40DB}"/>
              </a:ext>
            </a:extLst>
          </p:cNvPr>
          <p:cNvSpPr>
            <a:spLocks noGrp="1"/>
          </p:cNvSpPr>
          <p:nvPr>
            <p:ph type="pic" sz="quarter" idx="10"/>
          </p:nvPr>
        </p:nvSpPr>
        <p:spPr/>
      </p:sp>
      <p:sp>
        <p:nvSpPr>
          <p:cNvPr id="4" name="Freeform 3">
            <a:extLst>
              <a:ext uri="{FF2B5EF4-FFF2-40B4-BE49-F238E27FC236}">
                <a16:creationId xmlns:a16="http://schemas.microsoft.com/office/drawing/2014/main" id="{8872CD9B-6B1F-9B47-AFA0-68939114DCA2}"/>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64219 h 6858000"/>
              <a:gd name="connsiteX3" fmla="*/ 5981698 w 12192000"/>
              <a:gd name="connsiteY3" fmla="*/ 1364219 h 6858000"/>
              <a:gd name="connsiteX4" fmla="*/ 5981698 w 12192000"/>
              <a:gd name="connsiteY4" fmla="*/ 1362880 h 6858000"/>
              <a:gd name="connsiteX5" fmla="*/ 3916195 w 12192000"/>
              <a:gd name="connsiteY5" fmla="*/ 3428357 h 6858000"/>
              <a:gd name="connsiteX6" fmla="*/ 5981698 w 12192000"/>
              <a:gd name="connsiteY6" fmla="*/ 5493834 h 6858000"/>
              <a:gd name="connsiteX7" fmla="*/ 12192000 w 12192000"/>
              <a:gd name="connsiteY7" fmla="*/ 5493834 h 6858000"/>
              <a:gd name="connsiteX8" fmla="*/ 12192000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1364219"/>
                </a:lnTo>
                <a:lnTo>
                  <a:pt x="5981698" y="1364219"/>
                </a:lnTo>
                <a:lnTo>
                  <a:pt x="5981698" y="1362880"/>
                </a:lnTo>
                <a:cubicBezTo>
                  <a:pt x="4841093" y="1362880"/>
                  <a:pt x="3916195" y="2287564"/>
                  <a:pt x="3916195" y="3428357"/>
                </a:cubicBezTo>
                <a:cubicBezTo>
                  <a:pt x="3916195" y="4569151"/>
                  <a:pt x="4841093" y="5493834"/>
                  <a:pt x="5981698" y="5493834"/>
                </a:cubicBezTo>
                <a:lnTo>
                  <a:pt x="12192000" y="5493834"/>
                </a:lnTo>
                <a:lnTo>
                  <a:pt x="12192000" y="6858000"/>
                </a:lnTo>
                <a:lnTo>
                  <a:pt x="0" y="685800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hape">
            <a:extLst>
              <a:ext uri="{FF2B5EF4-FFF2-40B4-BE49-F238E27FC236}">
                <a16:creationId xmlns:a16="http://schemas.microsoft.com/office/drawing/2014/main" id="{DB4B3808-3CDB-9D4C-AB43-606DC926EDC4}"/>
              </a:ext>
            </a:extLst>
          </p:cNvPr>
          <p:cNvSpPr/>
          <p:nvPr/>
        </p:nvSpPr>
        <p:spPr>
          <a:xfrm>
            <a:off x="3701436" y="718602"/>
            <a:ext cx="5096111" cy="5420796"/>
          </a:xfrm>
          <a:custGeom>
            <a:avLst/>
            <a:gdLst/>
            <a:ahLst/>
            <a:cxnLst>
              <a:cxn ang="0">
                <a:pos x="wd2" y="hd2"/>
              </a:cxn>
              <a:cxn ang="5400000">
                <a:pos x="wd2" y="hd2"/>
              </a:cxn>
              <a:cxn ang="10800000">
                <a:pos x="wd2" y="hd2"/>
              </a:cxn>
              <a:cxn ang="16200000">
                <a:pos x="wd2" y="hd2"/>
              </a:cxn>
            </a:cxnLst>
            <a:rect l="0" t="0" r="r" b="b"/>
            <a:pathLst>
              <a:path w="21589" h="21575" extrusionOk="0">
                <a:moveTo>
                  <a:pt x="10061" y="0"/>
                </a:moveTo>
                <a:cubicBezTo>
                  <a:pt x="8831" y="5"/>
                  <a:pt x="7648" y="191"/>
                  <a:pt x="6535" y="533"/>
                </a:cubicBezTo>
                <a:cubicBezTo>
                  <a:pt x="5074" y="981"/>
                  <a:pt x="4458" y="2605"/>
                  <a:pt x="5293" y="3811"/>
                </a:cubicBezTo>
                <a:lnTo>
                  <a:pt x="5325" y="3862"/>
                </a:lnTo>
                <a:cubicBezTo>
                  <a:pt x="5903" y="4701"/>
                  <a:pt x="7011" y="5053"/>
                  <a:pt x="8028" y="4747"/>
                </a:cubicBezTo>
                <a:cubicBezTo>
                  <a:pt x="8649" y="4555"/>
                  <a:pt x="9307" y="4450"/>
                  <a:pt x="9987" y="4440"/>
                </a:cubicBezTo>
                <a:cubicBezTo>
                  <a:pt x="13706" y="4374"/>
                  <a:pt x="16842" y="7245"/>
                  <a:pt x="16869" y="10745"/>
                </a:cubicBezTo>
                <a:cubicBezTo>
                  <a:pt x="16896" y="14269"/>
                  <a:pt x="13861" y="17135"/>
                  <a:pt x="10110" y="17135"/>
                </a:cubicBezTo>
                <a:cubicBezTo>
                  <a:pt x="8606" y="17135"/>
                  <a:pt x="7220" y="16673"/>
                  <a:pt x="6101" y="15898"/>
                </a:cubicBezTo>
                <a:lnTo>
                  <a:pt x="0" y="15898"/>
                </a:lnTo>
                <a:cubicBezTo>
                  <a:pt x="1937" y="19277"/>
                  <a:pt x="5737" y="21575"/>
                  <a:pt x="10110" y="21575"/>
                </a:cubicBezTo>
                <a:cubicBezTo>
                  <a:pt x="16457" y="21575"/>
                  <a:pt x="21600" y="16738"/>
                  <a:pt x="21589" y="10770"/>
                </a:cubicBezTo>
                <a:cubicBezTo>
                  <a:pt x="21584" y="4822"/>
                  <a:pt x="16393" y="-25"/>
                  <a:pt x="10061" y="0"/>
                </a:cubicBezTo>
                <a:close/>
              </a:path>
            </a:pathLst>
          </a:custGeom>
          <a:gradFill flip="none" rotWithShape="1">
            <a:gsLst>
              <a:gs pos="0">
                <a:schemeClr val="accent5">
                  <a:lumMod val="50000"/>
                </a:schemeClr>
              </a:gs>
              <a:gs pos="60000">
                <a:schemeClr val="accent4"/>
              </a:gs>
              <a:gs pos="100000">
                <a:schemeClr val="accent1"/>
              </a:gs>
            </a:gsLst>
            <a:lin ang="16800000" scaled="0"/>
            <a:tileRect/>
          </a:gradFill>
          <a:ln w="12700">
            <a:miter lim="400000"/>
          </a:ln>
        </p:spPr>
        <p:txBody>
          <a:bodyPr lIns="38100" tIns="38100" rIns="38100" bIns="38100" anchor="ctr"/>
          <a:lstStyle/>
          <a:p>
            <a:pPr>
              <a:defRPr sz="3000">
                <a:solidFill>
                  <a:srgbClr val="FFFFFF"/>
                </a:solidFill>
              </a:defRPr>
            </a:pPr>
            <a:endParaRPr/>
          </a:p>
        </p:txBody>
      </p:sp>
      <p:sp>
        <p:nvSpPr>
          <p:cNvPr id="6" name="Shape">
            <a:extLst>
              <a:ext uri="{FF2B5EF4-FFF2-40B4-BE49-F238E27FC236}">
                <a16:creationId xmlns:a16="http://schemas.microsoft.com/office/drawing/2014/main" id="{ED436AA8-9CA1-AC43-A7C9-19B53AE22D6A}"/>
              </a:ext>
            </a:extLst>
          </p:cNvPr>
          <p:cNvSpPr/>
          <p:nvPr/>
        </p:nvSpPr>
        <p:spPr>
          <a:xfrm>
            <a:off x="1" y="2146119"/>
            <a:ext cx="7329602" cy="2568267"/>
          </a:xfrm>
          <a:custGeom>
            <a:avLst/>
            <a:gdLst/>
            <a:ahLst/>
            <a:cxnLst>
              <a:cxn ang="0">
                <a:pos x="wd2" y="hd2"/>
              </a:cxn>
              <a:cxn ang="5400000">
                <a:pos x="wd2" y="hd2"/>
              </a:cxn>
              <a:cxn ang="10800000">
                <a:pos x="wd2" y="hd2"/>
              </a:cxn>
              <a:cxn ang="16200000">
                <a:pos x="wd2" y="hd2"/>
              </a:cxn>
            </a:cxnLst>
            <a:rect l="0" t="0" r="r" b="b"/>
            <a:pathLst>
              <a:path w="21600" h="21600" extrusionOk="0">
                <a:moveTo>
                  <a:pt x="17814" y="0"/>
                </a:moveTo>
                <a:lnTo>
                  <a:pt x="0" y="0"/>
                </a:lnTo>
                <a:lnTo>
                  <a:pt x="0" y="21600"/>
                </a:lnTo>
                <a:lnTo>
                  <a:pt x="17818" y="21600"/>
                </a:lnTo>
                <a:cubicBezTo>
                  <a:pt x="19906" y="21600"/>
                  <a:pt x="21600" y="16766"/>
                  <a:pt x="21600" y="10805"/>
                </a:cubicBezTo>
                <a:lnTo>
                  <a:pt x="21600" y="10805"/>
                </a:lnTo>
                <a:cubicBezTo>
                  <a:pt x="21600" y="4834"/>
                  <a:pt x="19906" y="0"/>
                  <a:pt x="17814" y="0"/>
                </a:cubicBezTo>
                <a:close/>
              </a:path>
            </a:pathLst>
          </a:custGeom>
          <a:solidFill>
            <a:schemeClr val="bg1">
              <a:alpha val="85000"/>
            </a:schemeClr>
          </a:solidFill>
          <a:ln w="12700">
            <a:miter lim="400000"/>
          </a:ln>
        </p:spPr>
        <p:txBody>
          <a:bodyPr lIns="38100" tIns="38100" rIns="38100" bIns="38100" anchor="ctr"/>
          <a:lstStyle/>
          <a:p>
            <a:pPr>
              <a:defRPr sz="3000">
                <a:solidFill>
                  <a:srgbClr val="FFFFFF"/>
                </a:solidFill>
              </a:defRPr>
            </a:pPr>
            <a:endParaRPr/>
          </a:p>
        </p:txBody>
      </p:sp>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a:xfrm>
            <a:off x="478971" y="2327563"/>
            <a:ext cx="6028707" cy="2220686"/>
          </a:xfrm>
        </p:spPr>
        <p:txBody>
          <a:bodyPr>
            <a:normAutofit/>
          </a:bodyPr>
          <a:lstStyle/>
          <a:p>
            <a:r>
              <a:rPr lang="en-US" dirty="0"/>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a:xfrm>
            <a:off x="478971" y="4895830"/>
            <a:ext cx="3000499" cy="1516845"/>
          </a:xfrm>
        </p:spPr>
        <p:txBody>
          <a:bodyPr/>
          <a:lstStyle/>
          <a:p>
            <a:r>
              <a:rPr lang="en-US" dirty="0"/>
              <a:t>A Free Presentation Template</a:t>
            </a:r>
          </a:p>
        </p:txBody>
      </p:sp>
    </p:spTree>
    <p:extLst>
      <p:ext uri="{BB962C8B-B14F-4D97-AF65-F5344CB8AC3E}">
        <p14:creationId xmlns:p14="http://schemas.microsoft.com/office/powerpoint/2010/main" val="1662333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11"/>
          </p:nvPr>
        </p:nvSpPr>
        <p:spPr/>
        <p:txBody>
          <a:bodyPr/>
          <a:lstStyle/>
          <a:p>
            <a:r>
              <a:rPr lang="en-US" smtClean="0"/>
              <a:t>@SlaydTop01_bot</a:t>
            </a:r>
            <a:endParaRPr lang="en-US"/>
          </a:p>
        </p:txBody>
      </p:sp>
    </p:spTree>
    <p:extLst>
      <p:ext uri="{BB962C8B-B14F-4D97-AF65-F5344CB8AC3E}">
        <p14:creationId xmlns:p14="http://schemas.microsoft.com/office/powerpoint/2010/main" val="1491009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ACD828A-4715-4392-A089-CDBE4FD3C0C2}"/>
              </a:ext>
            </a:extLst>
          </p:cNvPr>
          <p:cNvSpPr>
            <a:spLocks noGrp="1"/>
          </p:cNvSpPr>
          <p:nvPr>
            <p:ph type="pic" sz="quarter" idx="13"/>
          </p:nvPr>
        </p:nvSpPr>
        <p:spPr/>
      </p:sp>
      <p:sp>
        <p:nvSpPr>
          <p:cNvPr id="7" name="Freeform 6">
            <a:extLst>
              <a:ext uri="{FF2B5EF4-FFF2-40B4-BE49-F238E27FC236}">
                <a16:creationId xmlns:a16="http://schemas.microsoft.com/office/drawing/2014/main" id="{01E7AFDE-599D-784B-89EC-2C1E9C287DC1}"/>
              </a:ext>
            </a:extLst>
          </p:cNvPr>
          <p:cNvSpPr/>
          <p:nvPr/>
        </p:nvSpPr>
        <p:spPr>
          <a:xfrm>
            <a:off x="0" y="0"/>
            <a:ext cx="12192000" cy="6858000"/>
          </a:xfrm>
          <a:custGeom>
            <a:avLst/>
            <a:gdLst>
              <a:gd name="connsiteX0" fmla="*/ 0 w 12192000"/>
              <a:gd name="connsiteY0" fmla="*/ 0 h 6858000"/>
              <a:gd name="connsiteX1" fmla="*/ 9114367 w 12192000"/>
              <a:gd name="connsiteY1" fmla="*/ 0 h 6858000"/>
              <a:gd name="connsiteX2" fmla="*/ 9114367 w 12192000"/>
              <a:gd name="connsiteY2" fmla="*/ 3496678 h 6858000"/>
              <a:gd name="connsiteX3" fmla="*/ 9113075 w 12192000"/>
              <a:gd name="connsiteY3" fmla="*/ 3496678 h 6858000"/>
              <a:gd name="connsiteX4" fmla="*/ 10276092 w 12192000"/>
              <a:gd name="connsiteY4" fmla="*/ 4659649 h 6858000"/>
              <a:gd name="connsiteX5" fmla="*/ 11439108 w 12192000"/>
              <a:gd name="connsiteY5" fmla="*/ 3496678 h 6858000"/>
              <a:gd name="connsiteX6" fmla="*/ 11439108 w 12192000"/>
              <a:gd name="connsiteY6" fmla="*/ 0 h 6858000"/>
              <a:gd name="connsiteX7" fmla="*/ 12192000 w 12192000"/>
              <a:gd name="connsiteY7" fmla="*/ 0 h 6858000"/>
              <a:gd name="connsiteX8" fmla="*/ 12192000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9114367" y="0"/>
                </a:lnTo>
                <a:lnTo>
                  <a:pt x="9114367" y="3496678"/>
                </a:lnTo>
                <a:lnTo>
                  <a:pt x="9113075" y="3496678"/>
                </a:lnTo>
                <a:cubicBezTo>
                  <a:pt x="9113075" y="4138890"/>
                  <a:pt x="9633956" y="4659649"/>
                  <a:pt x="10276092" y="4659649"/>
                </a:cubicBezTo>
                <a:cubicBezTo>
                  <a:pt x="10918227" y="4659649"/>
                  <a:pt x="11439108" y="4138890"/>
                  <a:pt x="11439108" y="3496678"/>
                </a:cubicBezTo>
                <a:lnTo>
                  <a:pt x="11439108" y="0"/>
                </a:lnTo>
                <a:lnTo>
                  <a:pt x="12192000" y="0"/>
                </a:lnTo>
                <a:lnTo>
                  <a:pt x="12192000" y="6858000"/>
                </a:lnTo>
                <a:lnTo>
                  <a:pt x="0" y="685800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hape">
            <a:extLst>
              <a:ext uri="{FF2B5EF4-FFF2-40B4-BE49-F238E27FC236}">
                <a16:creationId xmlns:a16="http://schemas.microsoft.com/office/drawing/2014/main" id="{7BB967C9-5601-3A41-8847-D179E8858233}"/>
              </a:ext>
            </a:extLst>
          </p:cNvPr>
          <p:cNvSpPr/>
          <p:nvPr/>
        </p:nvSpPr>
        <p:spPr>
          <a:xfrm>
            <a:off x="8746472" y="1896222"/>
            <a:ext cx="3050406" cy="2869616"/>
          </a:xfrm>
          <a:custGeom>
            <a:avLst/>
            <a:gdLst/>
            <a:ahLst/>
            <a:cxnLst>
              <a:cxn ang="0">
                <a:pos x="wd2" y="hd2"/>
              </a:cxn>
              <a:cxn ang="5400000">
                <a:pos x="wd2" y="hd2"/>
              </a:cxn>
              <a:cxn ang="10800000">
                <a:pos x="wd2" y="hd2"/>
              </a:cxn>
              <a:cxn ang="16200000">
                <a:pos x="wd2" y="hd2"/>
              </a:cxn>
            </a:cxnLst>
            <a:rect l="0" t="0" r="r" b="b"/>
            <a:pathLst>
              <a:path w="21573" h="21590" extrusionOk="0">
                <a:moveTo>
                  <a:pt x="0" y="11518"/>
                </a:moveTo>
                <a:cubicBezTo>
                  <a:pt x="9" y="12745"/>
                  <a:pt x="196" y="13933"/>
                  <a:pt x="536" y="15046"/>
                </a:cubicBezTo>
                <a:cubicBezTo>
                  <a:pt x="983" y="16502"/>
                  <a:pt x="2610" y="17120"/>
                  <a:pt x="3817" y="16283"/>
                </a:cubicBezTo>
                <a:lnTo>
                  <a:pt x="3862" y="16254"/>
                </a:lnTo>
                <a:cubicBezTo>
                  <a:pt x="4702" y="15674"/>
                  <a:pt x="5051" y="14571"/>
                  <a:pt x="4747" y="13553"/>
                </a:cubicBezTo>
                <a:cubicBezTo>
                  <a:pt x="4559" y="12935"/>
                  <a:pt x="4452" y="12279"/>
                  <a:pt x="4443" y="11594"/>
                </a:cubicBezTo>
                <a:cubicBezTo>
                  <a:pt x="4381" y="7875"/>
                  <a:pt x="7250" y="4736"/>
                  <a:pt x="10746" y="4717"/>
                </a:cubicBezTo>
                <a:cubicBezTo>
                  <a:pt x="14278" y="4689"/>
                  <a:pt x="17139" y="7723"/>
                  <a:pt x="17139" y="11470"/>
                </a:cubicBezTo>
                <a:cubicBezTo>
                  <a:pt x="17139" y="12973"/>
                  <a:pt x="16674" y="14361"/>
                  <a:pt x="15896" y="15484"/>
                </a:cubicBezTo>
                <a:lnTo>
                  <a:pt x="15896" y="21590"/>
                </a:lnTo>
                <a:cubicBezTo>
                  <a:pt x="19275" y="19650"/>
                  <a:pt x="21573" y="15855"/>
                  <a:pt x="21573" y="11480"/>
                </a:cubicBezTo>
                <a:cubicBezTo>
                  <a:pt x="21573" y="5136"/>
                  <a:pt x="16736" y="-10"/>
                  <a:pt x="10764" y="0"/>
                </a:cubicBezTo>
                <a:cubicBezTo>
                  <a:pt x="4828" y="0"/>
                  <a:pt x="-27" y="5193"/>
                  <a:pt x="0" y="11518"/>
                </a:cubicBezTo>
                <a:close/>
              </a:path>
            </a:pathLst>
          </a:custGeom>
          <a:gradFill>
            <a:gsLst>
              <a:gs pos="0">
                <a:schemeClr val="accent5">
                  <a:lumMod val="50000"/>
                </a:schemeClr>
              </a:gs>
              <a:gs pos="60000">
                <a:schemeClr val="accent4"/>
              </a:gs>
              <a:gs pos="100000">
                <a:schemeClr val="accent1"/>
              </a:gs>
            </a:gsLst>
            <a:lin ang="10800000" scaled="0"/>
          </a:gradFill>
          <a:ln w="12700">
            <a:miter lim="400000"/>
          </a:ln>
        </p:spPr>
        <p:txBody>
          <a:bodyPr lIns="38100" tIns="38100" rIns="38100" bIns="38100" anchor="ctr"/>
          <a:lstStyle/>
          <a:p>
            <a:pPr>
              <a:defRPr sz="3000">
                <a:solidFill>
                  <a:srgbClr val="FFFFFF"/>
                </a:solidFill>
              </a:defRPr>
            </a:pPr>
            <a:endParaRPr/>
          </a:p>
        </p:txBody>
      </p:sp>
      <p:sp>
        <p:nvSpPr>
          <p:cNvPr id="9" name="Shape">
            <a:extLst>
              <a:ext uri="{FF2B5EF4-FFF2-40B4-BE49-F238E27FC236}">
                <a16:creationId xmlns:a16="http://schemas.microsoft.com/office/drawing/2014/main" id="{75A2F0F1-705E-1A4D-A5A9-557FAF666A89}"/>
              </a:ext>
            </a:extLst>
          </p:cNvPr>
          <p:cNvSpPr/>
          <p:nvPr/>
        </p:nvSpPr>
        <p:spPr>
          <a:xfrm>
            <a:off x="9555526" y="2730558"/>
            <a:ext cx="1446184" cy="4127442"/>
          </a:xfrm>
          <a:custGeom>
            <a:avLst/>
            <a:gdLst/>
            <a:ahLst/>
            <a:cxnLst>
              <a:cxn ang="0">
                <a:pos x="wd2" y="hd2"/>
              </a:cxn>
              <a:cxn ang="5400000">
                <a:pos x="wd2" y="hd2"/>
              </a:cxn>
              <a:cxn ang="10800000">
                <a:pos x="wd2" y="hd2"/>
              </a:cxn>
              <a:cxn ang="16200000">
                <a:pos x="wd2" y="hd2"/>
              </a:cxn>
            </a:cxnLst>
            <a:rect l="0" t="0" r="r" b="b"/>
            <a:pathLst>
              <a:path w="21600" h="21600" extrusionOk="0">
                <a:moveTo>
                  <a:pt x="0" y="3784"/>
                </a:moveTo>
                <a:lnTo>
                  <a:pt x="0" y="21600"/>
                </a:lnTo>
                <a:lnTo>
                  <a:pt x="21600" y="21600"/>
                </a:lnTo>
                <a:lnTo>
                  <a:pt x="21600" y="3784"/>
                </a:lnTo>
                <a:cubicBezTo>
                  <a:pt x="21600" y="1694"/>
                  <a:pt x="16766" y="0"/>
                  <a:pt x="10800" y="0"/>
                </a:cubicBezTo>
                <a:lnTo>
                  <a:pt x="10800" y="0"/>
                </a:lnTo>
                <a:cubicBezTo>
                  <a:pt x="4834" y="0"/>
                  <a:pt x="0" y="1694"/>
                  <a:pt x="0" y="3784"/>
                </a:cubicBezTo>
                <a:close/>
              </a:path>
            </a:pathLst>
          </a:custGeom>
          <a:solidFill>
            <a:schemeClr val="bg1">
              <a:alpha val="85000"/>
            </a:schemeClr>
          </a:solidFill>
          <a:ln w="12700">
            <a:miter lim="400000"/>
          </a:ln>
        </p:spPr>
        <p:txBody>
          <a:bodyPr lIns="38100" tIns="38100" rIns="38100" bIns="38100" anchor="ctr"/>
          <a:lstStyle/>
          <a:p>
            <a:pPr>
              <a:defRPr sz="3000">
                <a:solidFill>
                  <a:srgbClr val="FFFFFF"/>
                </a:solidFill>
              </a:defRPr>
            </a:pPr>
            <a:endParaRP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a:p>
            <a:r>
              <a:rPr lang="en-US" noProof="1"/>
              <a:t>Lorem ipsum dolor sit amet, tollit epicuri est ex, exerci accumsan singulis ei mel. Non blandit massa enim nec dui nunc mattis enim. Fermentum et sollicitudin ac orci phasellus egestas tellus.</a:t>
            </a:r>
          </a:p>
        </p:txBody>
      </p:sp>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11"/>
          </p:nvPr>
        </p:nvSpPr>
        <p:spPr/>
        <p:txBody>
          <a:bodyPr/>
          <a:lstStyle/>
          <a:p>
            <a:r>
              <a:rPr lang="en-US" smtClean="0"/>
              <a:t>@SlaydTop01_bot</a:t>
            </a:r>
            <a:endParaRPr lang="en-US"/>
          </a:p>
        </p:txBody>
      </p:sp>
    </p:spTree>
    <p:extLst>
      <p:ext uri="{BB962C8B-B14F-4D97-AF65-F5344CB8AC3E}">
        <p14:creationId xmlns:p14="http://schemas.microsoft.com/office/powerpoint/2010/main" val="2669509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79BBF62-246F-40AD-A588-E9491E9F9CAD}"/>
              </a:ext>
            </a:extLst>
          </p:cNvPr>
          <p:cNvSpPr>
            <a:spLocks noGrp="1"/>
          </p:cNvSpPr>
          <p:nvPr>
            <p:ph type="pic" sz="quarter" idx="13"/>
          </p:nvPr>
        </p:nvSpPr>
        <p:spPr/>
      </p:sp>
      <p:sp>
        <p:nvSpPr>
          <p:cNvPr id="9" name="Freeform 8">
            <a:extLst>
              <a:ext uri="{FF2B5EF4-FFF2-40B4-BE49-F238E27FC236}">
                <a16:creationId xmlns:a16="http://schemas.microsoft.com/office/drawing/2014/main" id="{26478A30-C135-A142-93E8-774C77A89B64}"/>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64219 h 6858000"/>
              <a:gd name="connsiteX3" fmla="*/ 5981698 w 12192000"/>
              <a:gd name="connsiteY3" fmla="*/ 1364219 h 6858000"/>
              <a:gd name="connsiteX4" fmla="*/ 5981698 w 12192000"/>
              <a:gd name="connsiteY4" fmla="*/ 1362880 h 6858000"/>
              <a:gd name="connsiteX5" fmla="*/ 3916195 w 12192000"/>
              <a:gd name="connsiteY5" fmla="*/ 3428357 h 6858000"/>
              <a:gd name="connsiteX6" fmla="*/ 5981698 w 12192000"/>
              <a:gd name="connsiteY6" fmla="*/ 5493834 h 6858000"/>
              <a:gd name="connsiteX7" fmla="*/ 12192000 w 12192000"/>
              <a:gd name="connsiteY7" fmla="*/ 5493834 h 6858000"/>
              <a:gd name="connsiteX8" fmla="*/ 12192000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1364219"/>
                </a:lnTo>
                <a:lnTo>
                  <a:pt x="5981698" y="1364219"/>
                </a:lnTo>
                <a:lnTo>
                  <a:pt x="5981698" y="1362880"/>
                </a:lnTo>
                <a:cubicBezTo>
                  <a:pt x="4841093" y="1362880"/>
                  <a:pt x="3916195" y="2287564"/>
                  <a:pt x="3916195" y="3428357"/>
                </a:cubicBezTo>
                <a:cubicBezTo>
                  <a:pt x="3916195" y="4569151"/>
                  <a:pt x="4841093" y="5493834"/>
                  <a:pt x="5981698" y="5493834"/>
                </a:cubicBezTo>
                <a:lnTo>
                  <a:pt x="12192000" y="5493834"/>
                </a:lnTo>
                <a:lnTo>
                  <a:pt x="12192000" y="6858000"/>
                </a:lnTo>
                <a:lnTo>
                  <a:pt x="0" y="685800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hape">
            <a:extLst>
              <a:ext uri="{FF2B5EF4-FFF2-40B4-BE49-F238E27FC236}">
                <a16:creationId xmlns:a16="http://schemas.microsoft.com/office/drawing/2014/main" id="{E40B1F76-91A1-8B43-BE5A-E19C9775027D}"/>
              </a:ext>
            </a:extLst>
          </p:cNvPr>
          <p:cNvSpPr/>
          <p:nvPr/>
        </p:nvSpPr>
        <p:spPr>
          <a:xfrm>
            <a:off x="3701436" y="718602"/>
            <a:ext cx="5096111" cy="5420796"/>
          </a:xfrm>
          <a:custGeom>
            <a:avLst/>
            <a:gdLst/>
            <a:ahLst/>
            <a:cxnLst>
              <a:cxn ang="0">
                <a:pos x="wd2" y="hd2"/>
              </a:cxn>
              <a:cxn ang="5400000">
                <a:pos x="wd2" y="hd2"/>
              </a:cxn>
              <a:cxn ang="10800000">
                <a:pos x="wd2" y="hd2"/>
              </a:cxn>
              <a:cxn ang="16200000">
                <a:pos x="wd2" y="hd2"/>
              </a:cxn>
            </a:cxnLst>
            <a:rect l="0" t="0" r="r" b="b"/>
            <a:pathLst>
              <a:path w="21589" h="21575" extrusionOk="0">
                <a:moveTo>
                  <a:pt x="10061" y="0"/>
                </a:moveTo>
                <a:cubicBezTo>
                  <a:pt x="8831" y="5"/>
                  <a:pt x="7648" y="191"/>
                  <a:pt x="6535" y="533"/>
                </a:cubicBezTo>
                <a:cubicBezTo>
                  <a:pt x="5074" y="981"/>
                  <a:pt x="4458" y="2605"/>
                  <a:pt x="5293" y="3811"/>
                </a:cubicBezTo>
                <a:lnTo>
                  <a:pt x="5325" y="3862"/>
                </a:lnTo>
                <a:cubicBezTo>
                  <a:pt x="5903" y="4701"/>
                  <a:pt x="7011" y="5053"/>
                  <a:pt x="8028" y="4747"/>
                </a:cubicBezTo>
                <a:cubicBezTo>
                  <a:pt x="8649" y="4555"/>
                  <a:pt x="9307" y="4450"/>
                  <a:pt x="9987" y="4440"/>
                </a:cubicBezTo>
                <a:cubicBezTo>
                  <a:pt x="13706" y="4374"/>
                  <a:pt x="16842" y="7245"/>
                  <a:pt x="16869" y="10745"/>
                </a:cubicBezTo>
                <a:cubicBezTo>
                  <a:pt x="16896" y="14269"/>
                  <a:pt x="13861" y="17135"/>
                  <a:pt x="10110" y="17135"/>
                </a:cubicBezTo>
                <a:cubicBezTo>
                  <a:pt x="8606" y="17135"/>
                  <a:pt x="7220" y="16673"/>
                  <a:pt x="6101" y="15898"/>
                </a:cubicBezTo>
                <a:lnTo>
                  <a:pt x="0" y="15898"/>
                </a:lnTo>
                <a:cubicBezTo>
                  <a:pt x="1937" y="19277"/>
                  <a:pt x="5737" y="21575"/>
                  <a:pt x="10110" y="21575"/>
                </a:cubicBezTo>
                <a:cubicBezTo>
                  <a:pt x="16457" y="21575"/>
                  <a:pt x="21600" y="16738"/>
                  <a:pt x="21589" y="10770"/>
                </a:cubicBezTo>
                <a:cubicBezTo>
                  <a:pt x="21584" y="4822"/>
                  <a:pt x="16393" y="-25"/>
                  <a:pt x="10061" y="0"/>
                </a:cubicBezTo>
                <a:close/>
              </a:path>
            </a:pathLst>
          </a:custGeom>
          <a:gradFill flip="none" rotWithShape="1">
            <a:gsLst>
              <a:gs pos="0">
                <a:schemeClr val="accent5">
                  <a:lumMod val="50000"/>
                </a:schemeClr>
              </a:gs>
              <a:gs pos="60000">
                <a:schemeClr val="accent4"/>
              </a:gs>
              <a:gs pos="100000">
                <a:schemeClr val="accent1"/>
              </a:gs>
            </a:gsLst>
            <a:lin ang="16800000" scaled="0"/>
            <a:tileRect/>
          </a:gra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a16="http://schemas.microsoft.com/office/drawing/2014/main" id="{6306A4D3-2D13-164D-87F8-5DFDAD8D1E67}"/>
              </a:ext>
            </a:extLst>
          </p:cNvPr>
          <p:cNvSpPr/>
          <p:nvPr/>
        </p:nvSpPr>
        <p:spPr>
          <a:xfrm>
            <a:off x="1" y="2146119"/>
            <a:ext cx="7329602" cy="2568267"/>
          </a:xfrm>
          <a:custGeom>
            <a:avLst/>
            <a:gdLst/>
            <a:ahLst/>
            <a:cxnLst>
              <a:cxn ang="0">
                <a:pos x="wd2" y="hd2"/>
              </a:cxn>
              <a:cxn ang="5400000">
                <a:pos x="wd2" y="hd2"/>
              </a:cxn>
              <a:cxn ang="10800000">
                <a:pos x="wd2" y="hd2"/>
              </a:cxn>
              <a:cxn ang="16200000">
                <a:pos x="wd2" y="hd2"/>
              </a:cxn>
            </a:cxnLst>
            <a:rect l="0" t="0" r="r" b="b"/>
            <a:pathLst>
              <a:path w="21600" h="21600" extrusionOk="0">
                <a:moveTo>
                  <a:pt x="17814" y="0"/>
                </a:moveTo>
                <a:lnTo>
                  <a:pt x="0" y="0"/>
                </a:lnTo>
                <a:lnTo>
                  <a:pt x="0" y="21600"/>
                </a:lnTo>
                <a:lnTo>
                  <a:pt x="17818" y="21600"/>
                </a:lnTo>
                <a:cubicBezTo>
                  <a:pt x="19906" y="21600"/>
                  <a:pt x="21600" y="16766"/>
                  <a:pt x="21600" y="10805"/>
                </a:cubicBezTo>
                <a:lnTo>
                  <a:pt x="21600" y="10805"/>
                </a:lnTo>
                <a:cubicBezTo>
                  <a:pt x="21600" y="4834"/>
                  <a:pt x="19906" y="0"/>
                  <a:pt x="17814" y="0"/>
                </a:cubicBezTo>
                <a:close/>
              </a:path>
            </a:pathLst>
          </a:custGeom>
          <a:solidFill>
            <a:schemeClr val="bg1">
              <a:alpha val="85000"/>
            </a:schemeClr>
          </a:solidFill>
          <a:ln w="12700">
            <a:miter lim="400000"/>
          </a:ln>
        </p:spPr>
        <p:txBody>
          <a:bodyPr lIns="38100" tIns="38100" rIns="38100" bIns="38100" anchor="ctr"/>
          <a:lstStyle/>
          <a:p>
            <a:pPr>
              <a:defRPr sz="3000">
                <a:solidFill>
                  <a:srgbClr val="FFFFFF"/>
                </a:solidFill>
              </a:defRPr>
            </a:pPr>
            <a:endParaRP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11"/>
          </p:nvPr>
        </p:nvSpPr>
        <p:spPr/>
        <p:txBody>
          <a:bodyPr/>
          <a:lstStyle/>
          <a:p>
            <a:r>
              <a:rPr lang="en-US" smtClean="0"/>
              <a:t>@SlaydTop01_bot</a:t>
            </a:r>
            <a:endParaRPr lang="en-US"/>
          </a:p>
        </p:txBody>
      </p:sp>
      <p:sp>
        <p:nvSpPr>
          <p:cNvPr id="4" name="Title 3">
            <a:extLst>
              <a:ext uri="{FF2B5EF4-FFF2-40B4-BE49-F238E27FC236}">
                <a16:creationId xmlns:a16="http://schemas.microsoft.com/office/drawing/2014/main" id="{8284E382-9EF1-4EBC-8F04-8C4130B8A40A}"/>
              </a:ext>
            </a:extLst>
          </p:cNvPr>
          <p:cNvSpPr>
            <a:spLocks noGrp="1"/>
          </p:cNvSpPr>
          <p:nvPr>
            <p:ph type="ctrTitle"/>
          </p:nvPr>
        </p:nvSpPr>
        <p:spPr/>
        <p:txBody>
          <a:bodyPr>
            <a:normAutofit fontScale="90000"/>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subTitle" idx="1"/>
          </p:nvPr>
        </p:nvSpPr>
        <p:spPr/>
        <p:txBody>
          <a:bodyPr/>
          <a:lstStyle/>
          <a:p>
            <a:r>
              <a:rPr lang="en-US" dirty="0"/>
              <a:t>Here goes the subtitle of your section</a:t>
            </a:r>
          </a:p>
        </p:txBody>
      </p:sp>
    </p:spTree>
    <p:extLst>
      <p:ext uri="{BB962C8B-B14F-4D97-AF65-F5344CB8AC3E}">
        <p14:creationId xmlns:p14="http://schemas.microsoft.com/office/powerpoint/2010/main" val="1687761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643C88D5-1687-4F04-95E6-355FBCC1DEBE}"/>
              </a:ext>
            </a:extLst>
          </p:cNvPr>
          <p:cNvSpPr>
            <a:spLocks noGrp="1"/>
          </p:cNvSpPr>
          <p:nvPr>
            <p:ph type="pic" sz="quarter" idx="13"/>
          </p:nvPr>
        </p:nvSpPr>
        <p:spPr/>
      </p:sp>
      <p:sp>
        <p:nvSpPr>
          <p:cNvPr id="7" name="Shape">
            <a:extLst>
              <a:ext uri="{FF2B5EF4-FFF2-40B4-BE49-F238E27FC236}">
                <a16:creationId xmlns:a16="http://schemas.microsoft.com/office/drawing/2014/main" id="{EF8354BC-1647-8A49-B5AC-0CD248FB631D}"/>
              </a:ext>
            </a:extLst>
          </p:cNvPr>
          <p:cNvSpPr/>
          <p:nvPr/>
        </p:nvSpPr>
        <p:spPr>
          <a:xfrm>
            <a:off x="3913091" y="1045772"/>
            <a:ext cx="4364530" cy="5812228"/>
          </a:xfrm>
          <a:custGeom>
            <a:avLst/>
            <a:gdLst/>
            <a:ahLst/>
            <a:cxnLst>
              <a:cxn ang="0">
                <a:pos x="wd2" y="hd2"/>
              </a:cxn>
              <a:cxn ang="5400000">
                <a:pos x="wd2" y="hd2"/>
              </a:cxn>
              <a:cxn ang="10800000">
                <a:pos x="wd2" y="hd2"/>
              </a:cxn>
              <a:cxn ang="16200000">
                <a:pos x="wd2" y="hd2"/>
              </a:cxn>
            </a:cxnLst>
            <a:rect l="0" t="0" r="r" b="b"/>
            <a:pathLst>
              <a:path w="21600" h="21600" extrusionOk="0">
                <a:moveTo>
                  <a:pt x="21600" y="8110"/>
                </a:moveTo>
                <a:cubicBezTo>
                  <a:pt x="21600" y="3634"/>
                  <a:pt x="16767" y="0"/>
                  <a:pt x="10800" y="0"/>
                </a:cubicBezTo>
                <a:lnTo>
                  <a:pt x="10800" y="0"/>
                </a:lnTo>
                <a:cubicBezTo>
                  <a:pt x="4839" y="0"/>
                  <a:pt x="0" y="3629"/>
                  <a:pt x="0" y="8110"/>
                </a:cubicBezTo>
                <a:lnTo>
                  <a:pt x="0" y="21600"/>
                </a:lnTo>
                <a:lnTo>
                  <a:pt x="21594" y="21600"/>
                </a:lnTo>
                <a:lnTo>
                  <a:pt x="21594" y="8110"/>
                </a:lnTo>
                <a:close/>
              </a:path>
            </a:pathLst>
          </a:custGeom>
          <a:solidFill>
            <a:schemeClr val="bg2">
              <a:lumMod val="10000"/>
            </a:schemeClr>
          </a:solidFill>
          <a:ln w="12700">
            <a:miter lim="400000"/>
          </a:ln>
        </p:spPr>
        <p:txBody>
          <a:bodyPr lIns="38100" tIns="38100" rIns="38100" bIns="38100" anchor="ctr"/>
          <a:lstStyle/>
          <a:p>
            <a:pPr>
              <a:defRPr sz="3000">
                <a:solidFill>
                  <a:srgbClr val="FFFFFF"/>
                </a:solidFill>
              </a:defRPr>
            </a:pPr>
            <a:endParaRPr/>
          </a:p>
        </p:txBody>
      </p:sp>
      <p:sp>
        <p:nvSpPr>
          <p:cNvPr id="8" name="Shape">
            <a:extLst>
              <a:ext uri="{FF2B5EF4-FFF2-40B4-BE49-F238E27FC236}">
                <a16:creationId xmlns:a16="http://schemas.microsoft.com/office/drawing/2014/main" id="{C969B415-96FB-494E-8517-052227B3089F}"/>
              </a:ext>
            </a:extLst>
          </p:cNvPr>
          <p:cNvSpPr/>
          <p:nvPr/>
        </p:nvSpPr>
        <p:spPr>
          <a:xfrm>
            <a:off x="3232708" y="831577"/>
            <a:ext cx="5726584" cy="5385107"/>
          </a:xfrm>
          <a:custGeom>
            <a:avLst/>
            <a:gdLst/>
            <a:ahLst/>
            <a:cxnLst>
              <a:cxn ang="0">
                <a:pos x="wd2" y="hd2"/>
              </a:cxn>
              <a:cxn ang="5400000">
                <a:pos x="wd2" y="hd2"/>
              </a:cxn>
              <a:cxn ang="10800000">
                <a:pos x="wd2" y="hd2"/>
              </a:cxn>
              <a:cxn ang="16200000">
                <a:pos x="wd2" y="hd2"/>
              </a:cxn>
            </a:cxnLst>
            <a:rect l="0" t="0" r="r" b="b"/>
            <a:pathLst>
              <a:path w="21572" h="21585" extrusionOk="0">
                <a:moveTo>
                  <a:pt x="21572" y="10055"/>
                </a:moveTo>
                <a:cubicBezTo>
                  <a:pt x="21567" y="8823"/>
                  <a:pt x="21377" y="7641"/>
                  <a:pt x="21035" y="6530"/>
                </a:cubicBezTo>
                <a:cubicBezTo>
                  <a:pt x="20584" y="5070"/>
                  <a:pt x="18966" y="4454"/>
                  <a:pt x="17756" y="5293"/>
                </a:cubicBezTo>
                <a:lnTo>
                  <a:pt x="17708" y="5328"/>
                </a:lnTo>
                <a:cubicBezTo>
                  <a:pt x="16868" y="5909"/>
                  <a:pt x="16517" y="7015"/>
                  <a:pt x="16825" y="8030"/>
                </a:cubicBezTo>
                <a:cubicBezTo>
                  <a:pt x="17015" y="8651"/>
                  <a:pt x="17120" y="9308"/>
                  <a:pt x="17134" y="9989"/>
                </a:cubicBezTo>
                <a:cubicBezTo>
                  <a:pt x="17196" y="13706"/>
                  <a:pt x="14329" y="16843"/>
                  <a:pt x="10831" y="16868"/>
                </a:cubicBezTo>
                <a:cubicBezTo>
                  <a:pt x="7304" y="16893"/>
                  <a:pt x="4438" y="13858"/>
                  <a:pt x="4438" y="10111"/>
                </a:cubicBezTo>
                <a:cubicBezTo>
                  <a:pt x="4438" y="8611"/>
                  <a:pt x="4898" y="7222"/>
                  <a:pt x="5676" y="6101"/>
                </a:cubicBezTo>
                <a:lnTo>
                  <a:pt x="5676" y="0"/>
                </a:lnTo>
                <a:cubicBezTo>
                  <a:pt x="2297" y="1939"/>
                  <a:pt x="0" y="5737"/>
                  <a:pt x="0" y="10111"/>
                </a:cubicBezTo>
                <a:cubicBezTo>
                  <a:pt x="0" y="16454"/>
                  <a:pt x="4836" y="21600"/>
                  <a:pt x="10802" y="21585"/>
                </a:cubicBezTo>
                <a:cubicBezTo>
                  <a:pt x="16754" y="21575"/>
                  <a:pt x="21600" y="16383"/>
                  <a:pt x="21572" y="10055"/>
                </a:cubicBezTo>
                <a:close/>
              </a:path>
            </a:pathLst>
          </a:custGeom>
          <a:gradFill>
            <a:gsLst>
              <a:gs pos="0">
                <a:schemeClr val="accent5">
                  <a:lumMod val="50000"/>
                </a:schemeClr>
              </a:gs>
              <a:gs pos="60000">
                <a:schemeClr val="accent4"/>
              </a:gs>
              <a:gs pos="100000">
                <a:schemeClr val="accent1"/>
              </a:gs>
            </a:gsLst>
            <a:lin ang="1800000" scaled="0"/>
          </a:gradFill>
          <a:ln w="12700">
            <a:miter lim="400000"/>
          </a:ln>
        </p:spPr>
        <p:txBody>
          <a:bodyPr lIns="38100" tIns="38100" rIns="38100" bIns="38100" anchor="ctr"/>
          <a:lstStyle/>
          <a:p>
            <a:pPr>
              <a:defRPr sz="3000">
                <a:solidFill>
                  <a:srgbClr val="FFFFFF"/>
                </a:solidFill>
              </a:defRPr>
            </a:pPr>
            <a:endParaRPr/>
          </a:p>
        </p:txBody>
      </p:sp>
      <p:sp>
        <p:nvSpPr>
          <p:cNvPr id="9" name="Shape">
            <a:extLst>
              <a:ext uri="{FF2B5EF4-FFF2-40B4-BE49-F238E27FC236}">
                <a16:creationId xmlns:a16="http://schemas.microsoft.com/office/drawing/2014/main" id="{A6C79E49-8BE1-CF41-967A-A000FB40E48C}"/>
              </a:ext>
            </a:extLst>
          </p:cNvPr>
          <p:cNvSpPr/>
          <p:nvPr/>
        </p:nvSpPr>
        <p:spPr>
          <a:xfrm>
            <a:off x="4732070" y="0"/>
            <a:ext cx="2712707" cy="4658099"/>
          </a:xfrm>
          <a:custGeom>
            <a:avLst/>
            <a:gdLst/>
            <a:ahLst/>
            <a:cxnLst>
              <a:cxn ang="0">
                <a:pos x="wd2" y="hd2"/>
              </a:cxn>
              <a:cxn ang="5400000">
                <a:pos x="wd2" y="hd2"/>
              </a:cxn>
              <a:cxn ang="10800000">
                <a:pos x="wd2" y="hd2"/>
              </a:cxn>
              <a:cxn ang="16200000">
                <a:pos x="wd2" y="hd2"/>
              </a:cxn>
            </a:cxnLst>
            <a:rect l="0" t="0" r="r" b="b"/>
            <a:pathLst>
              <a:path w="21600" h="21600" extrusionOk="0">
                <a:moveTo>
                  <a:pt x="21600" y="15308"/>
                </a:moveTo>
                <a:lnTo>
                  <a:pt x="21600" y="0"/>
                </a:lnTo>
                <a:lnTo>
                  <a:pt x="0" y="0"/>
                </a:lnTo>
                <a:lnTo>
                  <a:pt x="0" y="15308"/>
                </a:lnTo>
                <a:cubicBezTo>
                  <a:pt x="0" y="18784"/>
                  <a:pt x="4836" y="21600"/>
                  <a:pt x="10805" y="21600"/>
                </a:cubicBezTo>
                <a:lnTo>
                  <a:pt x="10805" y="21600"/>
                </a:lnTo>
                <a:cubicBezTo>
                  <a:pt x="16764" y="21600"/>
                  <a:pt x="21600" y="18784"/>
                  <a:pt x="21600" y="15308"/>
                </a:cubicBezTo>
                <a:close/>
              </a:path>
            </a:pathLst>
          </a:custGeom>
          <a:solidFill>
            <a:schemeClr val="bg1">
              <a:alpha val="85000"/>
            </a:schemeClr>
          </a:solidFill>
          <a:ln w="12700">
            <a:miter lim="400000"/>
          </a:ln>
        </p:spPr>
        <p:txBody>
          <a:bodyPr lIns="38100" tIns="38100" rIns="38100" bIns="38100" anchor="ctr"/>
          <a:lstStyle/>
          <a:p>
            <a:pPr>
              <a:defRPr sz="3000">
                <a:solidFill>
                  <a:srgbClr val="FFFFFF"/>
                </a:solidFill>
              </a:defRPr>
            </a:pPr>
            <a:endParaRPr/>
          </a:p>
        </p:txBody>
      </p:sp>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normAutofit/>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11"/>
          </p:nvPr>
        </p:nvSpPr>
        <p:spPr/>
        <p:txBody>
          <a:bodyPr/>
          <a:lstStyle/>
          <a:p>
            <a:r>
              <a:rPr lang="en-US" smtClean="0"/>
              <a:t>@SlaydTop01_bot</a:t>
            </a:r>
            <a:endParaRPr lang="en-US"/>
          </a:p>
        </p:txBody>
      </p:sp>
    </p:spTree>
    <p:extLst>
      <p:ext uri="{BB962C8B-B14F-4D97-AF65-F5344CB8AC3E}">
        <p14:creationId xmlns:p14="http://schemas.microsoft.com/office/powerpoint/2010/main" val="1236009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8308310-49E0-4A60-BAD0-D73FECA3DB8E}"/>
              </a:ext>
            </a:extLst>
          </p:cNvPr>
          <p:cNvSpPr>
            <a:spLocks noGrp="1"/>
          </p:cNvSpPr>
          <p:nvPr>
            <p:ph type="pic" sz="quarter" idx="17"/>
          </p:nvPr>
        </p:nvSpPr>
        <p:spPr/>
      </p:sp>
      <p:sp>
        <p:nvSpPr>
          <p:cNvPr id="20" name="Freeform 19">
            <a:extLst>
              <a:ext uri="{FF2B5EF4-FFF2-40B4-BE49-F238E27FC236}">
                <a16:creationId xmlns:a16="http://schemas.microsoft.com/office/drawing/2014/main" id="{51A68A75-A9AE-E34D-8F85-2885050CED3D}"/>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737851 h 6858000"/>
              <a:gd name="connsiteX3" fmla="*/ 7614049 w 12192000"/>
              <a:gd name="connsiteY3" fmla="*/ 737851 h 6858000"/>
              <a:gd name="connsiteX4" fmla="*/ 7614049 w 12192000"/>
              <a:gd name="connsiteY4" fmla="*/ 739120 h 6858000"/>
              <a:gd name="connsiteX5" fmla="*/ 6092207 w 12192000"/>
              <a:gd name="connsiteY5" fmla="*/ 2260835 h 6858000"/>
              <a:gd name="connsiteX6" fmla="*/ 7614049 w 12192000"/>
              <a:gd name="connsiteY6" fmla="*/ 3782690 h 6858000"/>
              <a:gd name="connsiteX7" fmla="*/ 12192000 w 12192000"/>
              <a:gd name="connsiteY7" fmla="*/ 3782690 h 6858000"/>
              <a:gd name="connsiteX8" fmla="*/ 12192000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2192000" y="0"/>
                </a:lnTo>
                <a:lnTo>
                  <a:pt x="12192000" y="737851"/>
                </a:lnTo>
                <a:lnTo>
                  <a:pt x="7614049" y="737851"/>
                </a:lnTo>
                <a:lnTo>
                  <a:pt x="7614049" y="739120"/>
                </a:lnTo>
                <a:cubicBezTo>
                  <a:pt x="6773351" y="739120"/>
                  <a:pt x="6092207" y="1420403"/>
                  <a:pt x="6092207" y="2260835"/>
                </a:cubicBezTo>
                <a:cubicBezTo>
                  <a:pt x="6092207" y="3101408"/>
                  <a:pt x="6773351" y="3782690"/>
                  <a:pt x="7614049" y="3782690"/>
                </a:cubicBezTo>
                <a:lnTo>
                  <a:pt x="12192000" y="3782690"/>
                </a:lnTo>
                <a:lnTo>
                  <a:pt x="12192000" y="6858000"/>
                </a:lnTo>
                <a:lnTo>
                  <a:pt x="0" y="685800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Shape">
            <a:extLst>
              <a:ext uri="{FF2B5EF4-FFF2-40B4-BE49-F238E27FC236}">
                <a16:creationId xmlns:a16="http://schemas.microsoft.com/office/drawing/2014/main" id="{1F422F15-8578-E045-866F-42433D99F098}"/>
              </a:ext>
            </a:extLst>
          </p:cNvPr>
          <p:cNvSpPr/>
          <p:nvPr/>
        </p:nvSpPr>
        <p:spPr>
          <a:xfrm>
            <a:off x="5940535" y="270191"/>
            <a:ext cx="3757709" cy="3995347"/>
          </a:xfrm>
          <a:custGeom>
            <a:avLst/>
            <a:gdLst/>
            <a:ahLst/>
            <a:cxnLst>
              <a:cxn ang="0">
                <a:pos x="wd2" y="hd2"/>
              </a:cxn>
              <a:cxn ang="5400000">
                <a:pos x="wd2" y="hd2"/>
              </a:cxn>
              <a:cxn ang="10800000">
                <a:pos x="wd2" y="hd2"/>
              </a:cxn>
              <a:cxn ang="16200000">
                <a:pos x="wd2" y="hd2"/>
              </a:cxn>
            </a:cxnLst>
            <a:rect l="0" t="0" r="r" b="b"/>
            <a:pathLst>
              <a:path w="21593" h="21573" extrusionOk="0">
                <a:moveTo>
                  <a:pt x="10059" y="0"/>
                </a:moveTo>
                <a:cubicBezTo>
                  <a:pt x="8824" y="7"/>
                  <a:pt x="7641" y="191"/>
                  <a:pt x="6529" y="533"/>
                </a:cubicBezTo>
                <a:cubicBezTo>
                  <a:pt x="5070" y="983"/>
                  <a:pt x="4452" y="2601"/>
                  <a:pt x="5287" y="3815"/>
                </a:cubicBezTo>
                <a:lnTo>
                  <a:pt x="5324" y="3863"/>
                </a:lnTo>
                <a:cubicBezTo>
                  <a:pt x="5905" y="4702"/>
                  <a:pt x="7009" y="5057"/>
                  <a:pt x="8026" y="4743"/>
                </a:cubicBezTo>
                <a:cubicBezTo>
                  <a:pt x="8643" y="4552"/>
                  <a:pt x="9304" y="4450"/>
                  <a:pt x="9987" y="4436"/>
                </a:cubicBezTo>
                <a:cubicBezTo>
                  <a:pt x="13705" y="4375"/>
                  <a:pt x="16843" y="7241"/>
                  <a:pt x="16865" y="10742"/>
                </a:cubicBezTo>
                <a:cubicBezTo>
                  <a:pt x="16894" y="14271"/>
                  <a:pt x="13858" y="17137"/>
                  <a:pt x="10110" y="17137"/>
                </a:cubicBezTo>
                <a:cubicBezTo>
                  <a:pt x="8607" y="17137"/>
                  <a:pt x="7219" y="16680"/>
                  <a:pt x="6101" y="15895"/>
                </a:cubicBezTo>
                <a:lnTo>
                  <a:pt x="0" y="15895"/>
                </a:lnTo>
                <a:cubicBezTo>
                  <a:pt x="1939" y="19273"/>
                  <a:pt x="5738" y="21573"/>
                  <a:pt x="10110" y="21573"/>
                </a:cubicBezTo>
                <a:cubicBezTo>
                  <a:pt x="16458" y="21573"/>
                  <a:pt x="21600" y="16734"/>
                  <a:pt x="21593" y="10770"/>
                </a:cubicBezTo>
                <a:cubicBezTo>
                  <a:pt x="21578" y="4818"/>
                  <a:pt x="16392" y="-27"/>
                  <a:pt x="10059" y="0"/>
                </a:cubicBezTo>
                <a:close/>
              </a:path>
            </a:pathLst>
          </a:custGeom>
          <a:gradFill>
            <a:gsLst>
              <a:gs pos="0">
                <a:schemeClr val="accent5">
                  <a:lumMod val="50000"/>
                </a:schemeClr>
              </a:gs>
              <a:gs pos="60000">
                <a:schemeClr val="accent4"/>
              </a:gs>
              <a:gs pos="100000">
                <a:schemeClr val="accent1"/>
              </a:gs>
            </a:gsLst>
            <a:lin ang="16200000" scaled="0"/>
          </a:grad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id="{12DAAE8F-2DD7-AE41-B816-8F7580491C07}"/>
              </a:ext>
            </a:extLst>
          </p:cNvPr>
          <p:cNvSpPr/>
          <p:nvPr/>
        </p:nvSpPr>
        <p:spPr>
          <a:xfrm>
            <a:off x="0" y="1319264"/>
            <a:ext cx="8612510" cy="1893390"/>
          </a:xfrm>
          <a:custGeom>
            <a:avLst/>
            <a:gdLst/>
            <a:ahLst/>
            <a:cxnLst>
              <a:cxn ang="0">
                <a:pos x="wd2" y="hd2"/>
              </a:cxn>
              <a:cxn ang="5400000">
                <a:pos x="wd2" y="hd2"/>
              </a:cxn>
              <a:cxn ang="10800000">
                <a:pos x="wd2" y="hd2"/>
              </a:cxn>
              <a:cxn ang="16200000">
                <a:pos x="wd2" y="hd2"/>
              </a:cxn>
            </a:cxnLst>
            <a:rect l="0" t="0" r="r" b="b"/>
            <a:pathLst>
              <a:path w="21600" h="21600" extrusionOk="0">
                <a:moveTo>
                  <a:pt x="19226" y="0"/>
                </a:moveTo>
                <a:lnTo>
                  <a:pt x="0" y="0"/>
                </a:lnTo>
                <a:lnTo>
                  <a:pt x="0" y="21600"/>
                </a:lnTo>
                <a:lnTo>
                  <a:pt x="19226" y="21600"/>
                </a:lnTo>
                <a:cubicBezTo>
                  <a:pt x="20538" y="21600"/>
                  <a:pt x="21600" y="16770"/>
                  <a:pt x="21600" y="10800"/>
                </a:cubicBezTo>
                <a:lnTo>
                  <a:pt x="21600" y="10800"/>
                </a:lnTo>
                <a:cubicBezTo>
                  <a:pt x="21600" y="4845"/>
                  <a:pt x="20538" y="0"/>
                  <a:pt x="19226" y="0"/>
                </a:cubicBezTo>
                <a:close/>
              </a:path>
            </a:pathLst>
          </a:custGeom>
          <a:solidFill>
            <a:schemeClr val="bg1">
              <a:alpha val="85000"/>
            </a:schemeClr>
          </a:solidFill>
          <a:ln w="12700">
            <a:miter lim="400000"/>
          </a:ln>
        </p:spPr>
        <p:txBody>
          <a:bodyPr lIns="38100" tIns="38100" rIns="38100" bIns="38100" anchor="ctr"/>
          <a:lstStyle/>
          <a:p>
            <a:pPr>
              <a:defRPr sz="3000">
                <a:solidFill>
                  <a:srgbClr val="FFFFFF"/>
                </a:solidFill>
              </a:defRPr>
            </a:pPr>
            <a:endParaRPr/>
          </a:p>
        </p:txBody>
      </p:sp>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t>Lorem ipsum dolor sit amet, tollit epicuri est ex, exerci accumsan singulis ei mel.</a:t>
            </a:r>
          </a:p>
        </p:txBody>
      </p:sp>
      <p:sp>
        <p:nvSpPr>
          <p:cNvPr id="5" name="Footer Placeholder 4">
            <a:extLst>
              <a:ext uri="{FF2B5EF4-FFF2-40B4-BE49-F238E27FC236}">
                <a16:creationId xmlns:a16="http://schemas.microsoft.com/office/drawing/2014/main" id="{EEAECD98-5237-4EFB-ACE2-3AF54D228737}"/>
              </a:ext>
            </a:extLst>
          </p:cNvPr>
          <p:cNvSpPr>
            <a:spLocks noGrp="1"/>
          </p:cNvSpPr>
          <p:nvPr>
            <p:ph type="ftr" sz="quarter" idx="11"/>
          </p:nvPr>
        </p:nvSpPr>
        <p:spPr/>
        <p:txBody>
          <a:bodyPr/>
          <a:lstStyle/>
          <a:p>
            <a:r>
              <a:rPr lang="en-US" smtClean="0"/>
              <a:t>@SlaydTop01_bot</a:t>
            </a:r>
            <a:endParaRPr lang="en-US"/>
          </a:p>
        </p:txBody>
      </p:sp>
      <p:sp>
        <p:nvSpPr>
          <p:cNvPr id="8" name="Text Placeholder 7">
            <a:extLst>
              <a:ext uri="{FF2B5EF4-FFF2-40B4-BE49-F238E27FC236}">
                <a16:creationId xmlns:a16="http://schemas.microsoft.com/office/drawing/2014/main" id="{E706E319-CFF6-47B5-A20A-6B1263E9CFFA}"/>
              </a:ext>
            </a:extLst>
          </p:cNvPr>
          <p:cNvSpPr>
            <a:spLocks noGrp="1"/>
          </p:cNvSpPr>
          <p:nvPr>
            <p:ph type="body" sz="quarter" idx="14"/>
          </p:nvPr>
        </p:nvSpPr>
        <p:spPr/>
        <p:txBody>
          <a:bodyPr/>
          <a:lstStyle/>
          <a:p>
            <a:r>
              <a:rPr lang="en-US" dirty="0"/>
              <a:t>First / Last Name</a:t>
            </a:r>
          </a:p>
        </p:txBody>
      </p:sp>
      <p:sp>
        <p:nvSpPr>
          <p:cNvPr id="9" name="Text Placeholder 8">
            <a:extLst>
              <a:ext uri="{FF2B5EF4-FFF2-40B4-BE49-F238E27FC236}">
                <a16:creationId xmlns:a16="http://schemas.microsoft.com/office/drawing/2014/main" id="{498D2B60-6EBF-438D-ACDF-B187F7759195}"/>
              </a:ext>
            </a:extLst>
          </p:cNvPr>
          <p:cNvSpPr>
            <a:spLocks noGrp="1"/>
          </p:cNvSpPr>
          <p:nvPr>
            <p:ph type="body" sz="quarter" idx="15"/>
          </p:nvPr>
        </p:nvSpPr>
        <p:spPr/>
        <p:txBody>
          <a:bodyPr/>
          <a:lstStyle/>
          <a:p>
            <a:r>
              <a:rPr lang="en-US" dirty="0"/>
              <a:t>(123) 456-7890</a:t>
            </a:r>
          </a:p>
        </p:txBody>
      </p:sp>
      <p:sp>
        <p:nvSpPr>
          <p:cNvPr id="11" name="Text Placeholder 10">
            <a:extLst>
              <a:ext uri="{FF2B5EF4-FFF2-40B4-BE49-F238E27FC236}">
                <a16:creationId xmlns:a16="http://schemas.microsoft.com/office/drawing/2014/main" id="{CEAF7DC0-4335-4DB8-9A10-5BE769E70780}"/>
              </a:ext>
            </a:extLst>
          </p:cNvPr>
          <p:cNvSpPr>
            <a:spLocks noGrp="1"/>
          </p:cNvSpPr>
          <p:nvPr>
            <p:ph type="body" sz="quarter" idx="16"/>
          </p:nvPr>
        </p:nvSpPr>
        <p:spPr/>
        <p:txBody>
          <a:bodyPr/>
          <a:lstStyle/>
          <a:p>
            <a:r>
              <a:rPr lang="en-US" dirty="0"/>
              <a:t>Your Company</a:t>
            </a:r>
          </a:p>
        </p:txBody>
      </p:sp>
    </p:spTree>
    <p:extLst>
      <p:ext uri="{BB962C8B-B14F-4D97-AF65-F5344CB8AC3E}">
        <p14:creationId xmlns:p14="http://schemas.microsoft.com/office/powerpoint/2010/main" val="416972098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docProps/app.xml><?xml version="1.0" encoding="utf-8"?>
<Properties xmlns="http://schemas.openxmlformats.org/officeDocument/2006/extended-properties" xmlns:vt="http://schemas.openxmlformats.org/officeDocument/2006/docPropsVTypes">
  <TotalTime>3</TotalTime>
  <Words>336</Words>
  <Application>Microsoft Office PowerPoint</Application>
  <PresentationFormat>Широкоэкранный</PresentationFormat>
  <Paragraphs>35</Paragraphs>
  <Slides>6</Slides>
  <Notes>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204-07</dc:creator>
  <cp:lastModifiedBy>204-07</cp:lastModifiedBy>
  <cp:revision>4</cp:revision>
  <dcterms:created xsi:type="dcterms:W3CDTF">2026-05-07T11:08:55Z</dcterms:created>
  <dcterms:modified xsi:type="dcterms:W3CDTF">2026-05-07T11:12:15Z</dcterms:modified>
</cp:coreProperties>
</file>