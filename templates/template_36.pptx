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4.xml"/><Relationship Id="rId7" Type="http://schemas.openxmlformats.org/officeDocument/2006/relationships/image" Target="../media/image3.png"/><Relationship Id="rId6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7" Type="http://schemas.openxmlformats.org/officeDocument/2006/relationships/image" Target="../media/image7.png"/><Relationship Id="rId6" Type="http://schemas.openxmlformats.org/officeDocument/2006/relationships/tags" Target="../tags/tag15.xml"/><Relationship Id="rId5" Type="http://schemas.openxmlformats.org/officeDocument/2006/relationships/image" Target="../media/image6.png"/><Relationship Id="rId4" Type="http://schemas.openxmlformats.org/officeDocument/2006/relationships/tags" Target="../tags/tag14.xml"/><Relationship Id="rId3" Type="http://schemas.openxmlformats.org/officeDocument/2006/relationships/image" Target="../media/image5.png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image" Target="../media/image8.png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3.xml"/><Relationship Id="rId7" Type="http://schemas.openxmlformats.org/officeDocument/2006/relationships/image" Target="../media/image3.png"/><Relationship Id="rId6" Type="http://schemas.openxmlformats.org/officeDocument/2006/relationships/tags" Target="../tags/tag52.xml"/><Relationship Id="rId5" Type="http://schemas.openxmlformats.org/officeDocument/2006/relationships/image" Target="../media/image2.png"/><Relationship Id="rId4" Type="http://schemas.openxmlformats.org/officeDocument/2006/relationships/tags" Target="../tags/tag51.xml"/><Relationship Id="rId3" Type="http://schemas.openxmlformats.org/officeDocument/2006/relationships/image" Target="../media/image1.png"/><Relationship Id="rId2" Type="http://schemas.openxmlformats.org/officeDocument/2006/relationships/tags" Target="../tags/tag50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-1705"/>
            <a:ext cx="12192000" cy="6861412"/>
          </a:xfrm>
          <a:prstGeom prst="rect">
            <a:avLst/>
          </a:prstGeom>
        </p:spPr>
      </p:pic>
      <p:pic>
        <p:nvPicPr>
          <p:cNvPr id="8" name="Image 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796492" y="3007905"/>
            <a:ext cx="2395478" cy="3099493"/>
          </a:xfrm>
          <a:prstGeom prst="rect">
            <a:avLst/>
          </a:prstGeom>
        </p:spPr>
      </p:pic>
      <p:pic>
        <p:nvPicPr>
          <p:cNvPr id="9" name="Image 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259877" y="4510515"/>
            <a:ext cx="6459563" cy="2345191"/>
          </a:xfrm>
          <a:prstGeom prst="rect">
            <a:avLst/>
          </a:prstGeom>
        </p:spPr>
      </p:pic>
      <p:pic>
        <p:nvPicPr>
          <p:cNvPr id="11" name="Image 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867344" y="258620"/>
            <a:ext cx="5613831" cy="28160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10"/>
            </p:custDataLst>
          </p:nvPr>
        </p:nvSpPr>
        <p:spPr>
          <a:xfrm>
            <a:off x="838200" y="683895"/>
            <a:ext cx="5614035" cy="343598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11"/>
            </p:custDataLst>
          </p:nvPr>
        </p:nvSpPr>
        <p:spPr>
          <a:xfrm>
            <a:off x="838200" y="4168200"/>
            <a:ext cx="5613830" cy="48267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2"/>
            </p:custDataLst>
          </p:nvPr>
        </p:nvSpPr>
        <p:spPr>
          <a:xfrm>
            <a:off x="838169" y="4856564"/>
            <a:ext cx="5613829" cy="50400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8200" y="217170"/>
            <a:ext cx="10515600" cy="655320"/>
          </a:xfrm>
        </p:spPr>
        <p:txBody>
          <a:bodyPr/>
          <a:lstStyle>
            <a:lvl1pPr algn="l"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ea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ea typeface="+mn-lt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ea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46" y="0"/>
            <a:ext cx="3867912" cy="6858000"/>
          </a:xfrm>
          <a:prstGeom prst="rect">
            <a:avLst/>
          </a:prstGeom>
        </p:spPr>
      </p:pic>
      <p:pic>
        <p:nvPicPr>
          <p:cNvPr id="5" name="Image 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46" y="4704588"/>
            <a:ext cx="2208276" cy="2153412"/>
          </a:xfrm>
          <a:prstGeom prst="rect">
            <a:avLst/>
          </a:prstGeom>
        </p:spPr>
      </p:pic>
      <p:pic>
        <p:nvPicPr>
          <p:cNvPr id="6" name="Image 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46" y="0"/>
            <a:ext cx="4558284" cy="132130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8"/>
            </p:custDataLst>
          </p:nvPr>
        </p:nvSpPr>
        <p:spPr>
          <a:xfrm>
            <a:off x="295910" y="1165225"/>
            <a:ext cx="2926715" cy="4528185"/>
          </a:xfrm>
        </p:spPr>
        <p:txBody>
          <a:bodyPr vert="horz" anchor="ctr">
            <a:normAutofit/>
          </a:bodyPr>
          <a:lstStyle>
            <a:lvl1pPr algn="ctr">
              <a:defRPr sz="400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5481828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104016" y="1999119"/>
            <a:ext cx="6367550" cy="3770551"/>
          </a:xfrm>
        </p:spPr>
        <p:txBody>
          <a:bodyPr anchor="t">
            <a:normAutofit/>
          </a:bodyPr>
          <a:lstStyle>
            <a:lvl1pPr algn="r"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101616" y="647420"/>
            <a:ext cx="6367550" cy="1224000"/>
          </a:xfrm>
        </p:spPr>
        <p:txBody>
          <a:bodyPr wrap="none" anchor="b" anchorCtr="0">
            <a:normAutofit/>
          </a:bodyPr>
          <a:lstStyle>
            <a:lvl1pPr marL="0" indent="0" algn="r">
              <a:buNone/>
              <a:defRPr sz="7200" b="1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8200" y="217170"/>
            <a:ext cx="10516235" cy="655320"/>
          </a:xfrm>
        </p:spPr>
        <p:txBody>
          <a:bodyPr vert="horz" lIns="0" tIns="0" rIns="0" bIns="0" rtlCol="0" anchor="ctr">
            <a:normAutofit/>
          </a:bodyPr>
          <a:lstStyle>
            <a:lvl1pPr algn="l"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838200" y="1364400"/>
            <a:ext cx="5181600" cy="4813200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64400"/>
            <a:ext cx="5181600" cy="4813200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7883" y="217125"/>
            <a:ext cx="10515600" cy="655200"/>
          </a:xfrm>
        </p:spPr>
        <p:txBody>
          <a:bodyPr vert="horz" lIns="0" tIns="0" rIns="0" bIns="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839788" y="1364400"/>
            <a:ext cx="5157787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839788" y="2061275"/>
            <a:ext cx="5157787" cy="4128388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64400"/>
            <a:ext cx="5183188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2061275"/>
            <a:ext cx="5183188" cy="4128388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8200" y="217170"/>
            <a:ext cx="10515600" cy="65532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838200" y="1200785"/>
            <a:ext cx="10515600" cy="4977130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40105" y="217805"/>
            <a:ext cx="10515600" cy="655200"/>
          </a:xfr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838200" y="1296000"/>
            <a:ext cx="10514012" cy="576000"/>
          </a:xfrm>
        </p:spPr>
        <p:txBody>
          <a:bodyPr anchor="t"/>
          <a:lstStyle>
            <a:lvl1pPr marL="0" indent="0">
              <a:buNone/>
              <a:defRPr sz="2400" b="0">
                <a:latin typeface="+mn-lt"/>
                <a:cs typeface="+mn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 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796780" y="3007995"/>
            <a:ext cx="2395220" cy="3098165"/>
          </a:xfrm>
          <a:prstGeom prst="rect">
            <a:avLst/>
          </a:prstGeom>
        </p:spPr>
      </p:pic>
      <p:pic>
        <p:nvPicPr>
          <p:cNvPr id="9" name="Image 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260090" y="4509770"/>
            <a:ext cx="6459855" cy="2343785"/>
          </a:xfrm>
          <a:prstGeom prst="rect">
            <a:avLst/>
          </a:prstGeom>
        </p:spPr>
      </p:pic>
      <p:pic>
        <p:nvPicPr>
          <p:cNvPr id="11" name="Image 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867400" y="260350"/>
            <a:ext cx="5614035" cy="28149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838200" y="944792"/>
            <a:ext cx="5029144" cy="2814658"/>
          </a:xfrm>
        </p:spPr>
        <p:txBody>
          <a:bodyPr anchor="b"/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838200" y="4265250"/>
            <a:ext cx="5029144" cy="180000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image" Target="../media/image9.png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rcRect/>
          <a:stretch>
            <a:fillRect/>
          </a:stretch>
        </p:blipFill>
        <p:spPr>
          <a:xfrm>
            <a:off x="0" y="0"/>
            <a:ext cx="12192000" cy="293485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4622">
                <a:moveTo>
                  <a:pt x="19200" y="3725"/>
                </a:moveTo>
                <a:lnTo>
                  <a:pt x="19200" y="4622"/>
                </a:lnTo>
                <a:lnTo>
                  <a:pt x="18317" y="4622"/>
                </a:lnTo>
                <a:lnTo>
                  <a:pt x="18326" y="4622"/>
                </a:lnTo>
                <a:cubicBezTo>
                  <a:pt x="18811" y="4609"/>
                  <a:pt x="19200" y="4213"/>
                  <a:pt x="19200" y="3725"/>
                </a:cubicBezTo>
                <a:close/>
                <a:moveTo>
                  <a:pt x="0" y="0"/>
                </a:moveTo>
                <a:lnTo>
                  <a:pt x="19200" y="0"/>
                </a:lnTo>
                <a:lnTo>
                  <a:pt x="19200" y="2279"/>
                </a:lnTo>
                <a:cubicBezTo>
                  <a:pt x="19200" y="1784"/>
                  <a:pt x="18798" y="1382"/>
                  <a:pt x="18303" y="1382"/>
                </a:cubicBezTo>
                <a:lnTo>
                  <a:pt x="898" y="1382"/>
                </a:lnTo>
                <a:cubicBezTo>
                  <a:pt x="403" y="1382"/>
                  <a:pt x="1" y="1784"/>
                  <a:pt x="1" y="2279"/>
                </a:cubicBezTo>
                <a:lnTo>
                  <a:pt x="1" y="3725"/>
                </a:lnTo>
                <a:cubicBezTo>
                  <a:pt x="1" y="4213"/>
                  <a:pt x="390" y="4609"/>
                  <a:pt x="875" y="4622"/>
                </a:cubicBezTo>
                <a:lnTo>
                  <a:pt x="884" y="4622"/>
                </a:lnTo>
                <a:lnTo>
                  <a:pt x="0" y="4622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838200" y="217170"/>
            <a:ext cx="8287385" cy="65532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838200" y="1212215"/>
            <a:ext cx="10515600" cy="49650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9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ea"/>
          <a:ea typeface="+mn-ea"/>
          <a:cs typeface="汉仪粗圆简" panose="02010600000101010101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汉仪粗圆简" panose="02010600000101010101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ea"/>
          <a:ea typeface="+mn-ea"/>
          <a:cs typeface="汉仪粗圆简" panose="02010600000101010101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ea"/>
          <a:ea typeface="+mn-ea"/>
          <a:cs typeface="汉仪粗圆简" panose="0201060000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>
                <a:ea typeface="+mj-ea"/>
              </a:rPr>
              <a:t>The title goes here</a:t>
            </a:r>
            <a:endParaRPr lang="en-US">
              <a:ea typeface="+mj-ea"/>
            </a:endParaRPr>
          </a:p>
        </p:txBody>
      </p:sp>
      <p:sp>
        <p:nvSpPr>
          <p:cNvPr id="6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ea typeface="+mn-ea"/>
              </a:rPr>
              <a:t>Add description</a:t>
            </a:r>
            <a:endParaRPr lang="en-US">
              <a:ea typeface="+mn-ea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>
                <a:ea typeface="+mn-ea"/>
              </a:rPr>
              <a:t>Name</a:t>
            </a:r>
            <a:endParaRPr lang="en-US">
              <a:ea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7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VALUE" val="273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1*f*5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Click to add title"/>
  <p:tag name="KSO_WM_UNIT_NOCLEAR" val="0"/>
  <p:tag name="KSO_WM_UNIT_TYPE" val="a"/>
  <p:tag name="KSO_WM_UNIT_INDEX" val="1"/>
  <p:tag name="KSO_WM_TEMPLATE_CATEGORY" val="custom"/>
  <p:tag name="KSO_WM_TEMPLATE_INDEX" val="20238009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Click to add text"/>
  <p:tag name="KSO_WM_UNIT_NOCLEAR" val="0"/>
  <p:tag name="KSO_WM_UNIT_TYPE" val="f"/>
  <p:tag name="KSO_WM_UNIT_INDEX" val="1"/>
  <p:tag name="KSO_WM_TEMPLATE_CATEGORY" val="custom"/>
  <p:tag name="KSO_WM_TEMPLATE_INDEX" val="20238009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09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09_1*a*1"/>
  <p:tag name="KSO_WM_TEMPLATE_CATEGORY" val="custom"/>
  <p:tag name="KSO_WM_TEMPLATE_INDEX" val="20238009"/>
  <p:tag name="KSO_WM_UNIT_LAYERLEVEL" val="1"/>
  <p:tag name="KSO_WM_TAG_VERSION" val="3.0"/>
  <p:tag name="KSO_WM_BEAUTIFY_FLAG" val="#wm#"/>
  <p:tag name="KSO_WM_UNIT_PRESET_TEXT" val="The title goes here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009_1*b*1"/>
  <p:tag name="KSO_WM_TEMPLATE_CATEGORY" val="custom"/>
  <p:tag name="KSO_WM_TEMPLATE_INDEX" val="20238009"/>
  <p:tag name="KSO_WM_UNIT_LAYERLEVEL" val="1"/>
  <p:tag name="KSO_WM_TAG_VERSION" val="3.0"/>
  <p:tag name="KSO_WM_BEAUTIFY_FLAG" val="#wm#"/>
  <p:tag name="KSO_WM_UNIT_PRESET_TEXT" val="Add description"/>
</p:tagLst>
</file>

<file path=ppt/tags/tag65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009_1*f*4"/>
  <p:tag name="KSO_WM_TEMPLATE_CATEGORY" val="custom"/>
  <p:tag name="KSO_WM_TEMPLATE_INDEX" val="20238009"/>
  <p:tag name="KSO_WM_UNIT_LAYERLEVEL" val="1"/>
  <p:tag name="KSO_WM_TAG_VERSION" val="3.0"/>
  <p:tag name="KSO_WM_BEAUTIFY_FLAG" val="#wm#"/>
  <p:tag name="KSO_WM_UNIT_PRESET_TEXT" val="Name"/>
</p:tagLst>
</file>

<file path=ppt/tags/tag66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009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09"/>
  <p:tag name="KSO_WM_SLIDE_LAYOUT" val="a_b_f"/>
  <p:tag name="KSO_WM_SLIDE_LAYOUT_CNT" val="1_1_1"/>
  <p:tag name="KSO_WM_SLIDE_THEME_ID" val="3313880"/>
  <p:tag name="KSO_WM_SLIDE_THEME_NAME" val="Orange Ellipses Cartoon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11">
      <a:dk1>
        <a:srgbClr val="000000"/>
      </a:dk1>
      <a:lt1>
        <a:srgbClr val="FFFFFF"/>
      </a:lt1>
      <a:dk2>
        <a:srgbClr val="3A0C00"/>
      </a:dk2>
      <a:lt2>
        <a:srgbClr val="FFFFFF"/>
      </a:lt2>
      <a:accent1>
        <a:srgbClr val="FF7526"/>
      </a:accent1>
      <a:accent2>
        <a:srgbClr val="E23C83"/>
      </a:accent2>
      <a:accent3>
        <a:srgbClr val="A010F8"/>
      </a:accent3>
      <a:accent4>
        <a:srgbClr val="E62E19"/>
      </a:accent4>
      <a:accent5>
        <a:srgbClr val="EFC203"/>
      </a:accent5>
      <a:accent6>
        <a:srgbClr val="66CB55"/>
      </a:accent6>
      <a:hlink>
        <a:srgbClr val="304FFE"/>
      </a:hlink>
      <a:folHlink>
        <a:srgbClr val="492067"/>
      </a:folHlink>
    </a:clrScheme>
    <a:fontScheme name="可爱">
      <a:majorFont>
        <a:latin typeface="Mali SemiBold"/>
        <a:ea typeface="Mali SemiBold"/>
        <a:cs typeface=""/>
      </a:majorFont>
      <a:minorFont>
        <a:latin typeface="Mali"/>
        <a:ea typeface="Mal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 w="12700">
          <a:solidFill>
            <a:schemeClr val="accent1">
              <a:lumMod val="50000"/>
              <a:alpha val="60000"/>
            </a:schemeClr>
          </a:solidFill>
          <a:prstDash val="solid"/>
        </a:ln>
      </a:spPr>
      <a:bodyPr/>
      <a:lstStyle/>
    </a:lnDef>
    <a:txDef>
      <a:spPr>
        <a:noFill/>
      </a:spPr>
      <a:bodyPr wrap="square" lIns="0" tIns="0" rIns="0" bIns="0" rtlCol="0" anchor="ctr" anchorCtr="0">
        <a:normAutofit/>
      </a:bodyPr>
      <a:lstStyle>
        <a:defPPr algn="r">
          <a:lnSpc>
            <a:spcPct val="100000"/>
          </a:lnSpc>
          <a:defRPr lang="en-US" sz="2400" b="1" spc="300" dirty="0">
            <a:solidFill>
              <a:schemeClr val="accent1">
                <a:lumMod val="50000"/>
              </a:schemeClr>
            </a:solidFill>
            <a:latin typeface="+mj-ea"/>
            <a:ea typeface="+mj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WPS Presentation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汉仪粗圆简</vt:lpstr>
      <vt:lpstr>Mali SemiBold</vt:lpstr>
      <vt:lpstr>Alex Brush</vt:lpstr>
      <vt:lpstr>Mali</vt:lpstr>
      <vt:lpstr>Office Theme</vt:lpstr>
      <vt:lpstr>1_Office Theme</vt:lpstr>
      <vt:lpstr>The title goes here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Muhammad Poyonov</cp:lastModifiedBy>
  <cp:revision>3</cp:revision>
  <dcterms:created xsi:type="dcterms:W3CDTF">2025-07-23T00:59:00Z</dcterms:created>
  <dcterms:modified xsi:type="dcterms:W3CDTF">2026-05-11T07:26:33Z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76F9F645FF764396B82E585811693470_11</vt:lpwstr>
  </property>
  <property fmtid="{D5CDD505-2E9C-101B-9397-08002B2CF9AE}" pid="3" name="KSOProductBuildVer">
    <vt:lpwstr>1033-12.1.0.25862</vt:lpwstr>
  </property>
</Properties>
</file>