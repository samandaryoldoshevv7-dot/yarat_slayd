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258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0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/>
              <a:t>© Copyright </a:t>
            </a:r>
            <a:r>
              <a:rPr lang="en-US" b="1"/>
              <a:t>PresentationGo.com</a:t>
            </a:r>
            <a:r>
              <a:rPr lang="en-US"/>
              <a:t> – The free PowerPoint template library</a:t>
            </a:r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/>
              <a:t>© Copyright </a:t>
            </a:r>
            <a:r>
              <a:rPr lang="en-US" b="1"/>
              <a:t>PresentationGo.com</a:t>
            </a:r>
            <a:r>
              <a:rPr lang="en-US"/>
              <a:t> – The free PowerPoint template library</a:t>
            </a:r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/>
              <a:t>© Copyright </a:t>
            </a:r>
            <a:r>
              <a:rPr lang="en-US" b="1"/>
              <a:t>PresentationGo.com</a:t>
            </a:r>
            <a:r>
              <a:rPr lang="en-US"/>
              <a:t> – The free PowerPoint template library</a:t>
            </a:r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206487"/>
            <a:ext cx="10515600" cy="3970476"/>
          </a:xfrm>
        </p:spPr>
        <p:txBody>
          <a:bodyPr>
            <a:normAutofit/>
          </a:bodyPr>
          <a:lstStyle>
            <a:lvl1pPr>
              <a:defRPr sz="3600"/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3FB3E6"/>
                </a:solidFill>
              </a:defRPr>
            </a:lvl1pPr>
          </a:lstStyle>
          <a:p>
            <a:fld id="{18D9E8F6-4D81-4B3A-BC45-BBA4A1C9BD0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3FB3E6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3FB3E6"/>
                </a:solidFill>
              </a:defRPr>
            </a:lvl1pPr>
          </a:lstStyle>
          <a:p>
            <a:fld id="{E505F7C3-4860-4DB0-A451-57EE24F2F70B}" type="slidenum">
              <a:rPr lang="en-US" smtClean="0"/>
            </a:fld>
            <a:endParaRPr lang="en-US"/>
          </a:p>
        </p:txBody>
      </p:sp>
      <p:sp>
        <p:nvSpPr>
          <p:cNvPr id="14" name="Freeform: Shape 13"/>
          <p:cNvSpPr/>
          <p:nvPr userDrawn="1"/>
        </p:nvSpPr>
        <p:spPr>
          <a:xfrm>
            <a:off x="45126" y="-241"/>
            <a:ext cx="12146874" cy="1796838"/>
          </a:xfrm>
          <a:custGeom>
            <a:avLst/>
            <a:gdLst>
              <a:gd name="connsiteX0" fmla="*/ 0 w 12146874"/>
              <a:gd name="connsiteY0" fmla="*/ 0 h 1796838"/>
              <a:gd name="connsiteX1" fmla="*/ 12146874 w 12146874"/>
              <a:gd name="connsiteY1" fmla="*/ 0 h 1796838"/>
              <a:gd name="connsiteX2" fmla="*/ 12146874 w 12146874"/>
              <a:gd name="connsiteY2" fmla="*/ 1649741 h 1796838"/>
              <a:gd name="connsiteX3" fmla="*/ 11831094 w 12146874"/>
              <a:gd name="connsiteY3" fmla="*/ 1685569 h 1796838"/>
              <a:gd name="connsiteX4" fmla="*/ 9339861 w 12146874"/>
              <a:gd name="connsiteY4" fmla="*/ 1796838 h 1796838"/>
              <a:gd name="connsiteX5" fmla="*/ 387845 w 12146874"/>
              <a:gd name="connsiteY5" fmla="*/ 170064 h 1796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46874" h="1796838">
                <a:moveTo>
                  <a:pt x="0" y="0"/>
                </a:moveTo>
                <a:lnTo>
                  <a:pt x="12146874" y="0"/>
                </a:lnTo>
                <a:lnTo>
                  <a:pt x="12146874" y="1649741"/>
                </a:lnTo>
                <a:lnTo>
                  <a:pt x="11831094" y="1685569"/>
                </a:lnTo>
                <a:cubicBezTo>
                  <a:pt x="11022500" y="1758683"/>
                  <a:pt x="10189983" y="1796838"/>
                  <a:pt x="9339861" y="1796838"/>
                </a:cubicBezTo>
                <a:cubicBezTo>
                  <a:pt x="5939378" y="1796838"/>
                  <a:pt x="2820568" y="1186345"/>
                  <a:pt x="387845" y="170064"/>
                </a:cubicBezTo>
                <a:close/>
              </a:path>
            </a:pathLst>
          </a:custGeom>
          <a:solidFill>
            <a:srgbClr val="3156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/>
          <p:cNvSpPr/>
          <p:nvPr userDrawn="1"/>
        </p:nvSpPr>
        <p:spPr>
          <a:xfrm>
            <a:off x="3" y="60425"/>
            <a:ext cx="4395933" cy="1439984"/>
          </a:xfrm>
          <a:custGeom>
            <a:avLst/>
            <a:gdLst>
              <a:gd name="connsiteX0" fmla="*/ 0 w 1467716"/>
              <a:gd name="connsiteY0" fmla="*/ 0 h 943303"/>
              <a:gd name="connsiteX1" fmla="*/ 167092 w 1467716"/>
              <a:gd name="connsiteY1" fmla="*/ 151863 h 943303"/>
              <a:gd name="connsiteX2" fmla="*/ 1402948 w 1467716"/>
              <a:gd name="connsiteY2" fmla="*/ 860884 h 943303"/>
              <a:gd name="connsiteX3" fmla="*/ 1467716 w 1467716"/>
              <a:gd name="connsiteY3" fmla="*/ 882799 h 943303"/>
              <a:gd name="connsiteX4" fmla="*/ 1426853 w 1467716"/>
              <a:gd name="connsiteY4" fmla="*/ 890097 h 943303"/>
              <a:gd name="connsiteX5" fmla="*/ 723619 w 1467716"/>
              <a:gd name="connsiteY5" fmla="*/ 943303 h 943303"/>
              <a:gd name="connsiteX6" fmla="*/ 20386 w 1467716"/>
              <a:gd name="connsiteY6" fmla="*/ 890097 h 943303"/>
              <a:gd name="connsiteX7" fmla="*/ 0 w 1467716"/>
              <a:gd name="connsiteY7" fmla="*/ 886456 h 943303"/>
              <a:gd name="connsiteX0-1" fmla="*/ 0 w 1467716"/>
              <a:gd name="connsiteY0-2" fmla="*/ 0 h 943303"/>
              <a:gd name="connsiteX1-3" fmla="*/ 167092 w 1467716"/>
              <a:gd name="connsiteY1-4" fmla="*/ 151863 h 943303"/>
              <a:gd name="connsiteX2-5" fmla="*/ 1402948 w 1467716"/>
              <a:gd name="connsiteY2-6" fmla="*/ 860884 h 943303"/>
              <a:gd name="connsiteX3-7" fmla="*/ 1467716 w 1467716"/>
              <a:gd name="connsiteY3-8" fmla="*/ 882799 h 943303"/>
              <a:gd name="connsiteX4-9" fmla="*/ 1426853 w 1467716"/>
              <a:gd name="connsiteY4-10" fmla="*/ 890097 h 943303"/>
              <a:gd name="connsiteX5-11" fmla="*/ 723619 w 1467716"/>
              <a:gd name="connsiteY5-12" fmla="*/ 943303 h 943303"/>
              <a:gd name="connsiteX6-13" fmla="*/ 20386 w 1467716"/>
              <a:gd name="connsiteY6-14" fmla="*/ 890097 h 943303"/>
              <a:gd name="connsiteX7-15" fmla="*/ 0 w 1467716"/>
              <a:gd name="connsiteY7-16" fmla="*/ 886456 h 943303"/>
              <a:gd name="connsiteX8" fmla="*/ 0 w 1467716"/>
              <a:gd name="connsiteY8" fmla="*/ 0 h 943303"/>
              <a:gd name="connsiteX0-17" fmla="*/ 0 w 1468512"/>
              <a:gd name="connsiteY0-18" fmla="*/ 0 h 943303"/>
              <a:gd name="connsiteX1-19" fmla="*/ 167092 w 1468512"/>
              <a:gd name="connsiteY1-20" fmla="*/ 151863 h 943303"/>
              <a:gd name="connsiteX2-21" fmla="*/ 1402948 w 1468512"/>
              <a:gd name="connsiteY2-22" fmla="*/ 860884 h 943303"/>
              <a:gd name="connsiteX3-23" fmla="*/ 1468512 w 1468512"/>
              <a:gd name="connsiteY3-24" fmla="*/ 884359 h 943303"/>
              <a:gd name="connsiteX4-25" fmla="*/ 1426853 w 1468512"/>
              <a:gd name="connsiteY4-26" fmla="*/ 890097 h 943303"/>
              <a:gd name="connsiteX5-27" fmla="*/ 723619 w 1468512"/>
              <a:gd name="connsiteY5-28" fmla="*/ 943303 h 943303"/>
              <a:gd name="connsiteX6-29" fmla="*/ 20386 w 1468512"/>
              <a:gd name="connsiteY6-30" fmla="*/ 890097 h 943303"/>
              <a:gd name="connsiteX7-31" fmla="*/ 0 w 1468512"/>
              <a:gd name="connsiteY7-32" fmla="*/ 886456 h 943303"/>
              <a:gd name="connsiteX8-33" fmla="*/ 0 w 1468512"/>
              <a:gd name="connsiteY8-34" fmla="*/ 0 h 94330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33" y="connsiteY8-34"/>
              </a:cxn>
            </a:cxnLst>
            <a:rect l="l" t="t" r="r" b="b"/>
            <a:pathLst>
              <a:path w="1468512" h="943303">
                <a:moveTo>
                  <a:pt x="0" y="0"/>
                </a:moveTo>
                <a:lnTo>
                  <a:pt x="167092" y="151863"/>
                </a:lnTo>
                <a:cubicBezTo>
                  <a:pt x="532570" y="453482"/>
                  <a:pt x="949585" y="694885"/>
                  <a:pt x="1402948" y="860884"/>
                </a:cubicBezTo>
                <a:lnTo>
                  <a:pt x="1468512" y="884359"/>
                </a:lnTo>
                <a:lnTo>
                  <a:pt x="1426853" y="890097"/>
                </a:lnTo>
                <a:cubicBezTo>
                  <a:pt x="1197556" y="925132"/>
                  <a:pt x="962710" y="943303"/>
                  <a:pt x="723619" y="943303"/>
                </a:cubicBezTo>
                <a:cubicBezTo>
                  <a:pt x="484529" y="943303"/>
                  <a:pt x="249683" y="925132"/>
                  <a:pt x="20386" y="890097"/>
                </a:cubicBezTo>
                <a:lnTo>
                  <a:pt x="0" y="886456"/>
                </a:lnTo>
                <a:lnTo>
                  <a:pt x="0" y="0"/>
                </a:lnTo>
                <a:close/>
              </a:path>
            </a:pathLst>
          </a:custGeom>
          <a:solidFill>
            <a:srgbClr val="048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5958"/>
            <a:ext cx="11353800" cy="1325563"/>
          </a:xfrm>
        </p:spPr>
        <p:txBody>
          <a:bodyPr rIns="365760" anchor="ctr"/>
          <a:lstStyle>
            <a:lvl1pPr algn="r">
              <a:defRPr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" name="Subtitle 2"/>
          <p:cNvSpPr>
            <a:spLocks noGrp="1"/>
          </p:cNvSpPr>
          <p:nvPr>
            <p:ph type="subTitle" idx="13"/>
          </p:nvPr>
        </p:nvSpPr>
        <p:spPr>
          <a:xfrm>
            <a:off x="3047997" y="1018598"/>
            <a:ext cx="9144000" cy="714499"/>
          </a:xfrm>
        </p:spPr>
        <p:txBody>
          <a:bodyPr rIns="365760"/>
          <a:lstStyle>
            <a:lvl1pPr marL="0" indent="0" algn="r">
              <a:buNone/>
              <a:defRPr sz="2400" cap="all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206487"/>
            <a:ext cx="10515600" cy="3970476"/>
          </a:xfrm>
        </p:spPr>
        <p:txBody>
          <a:bodyPr>
            <a:normAutofit/>
          </a:bodyPr>
          <a:lstStyle>
            <a:lvl1pPr>
              <a:defRPr sz="3600"/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3FB3E6"/>
                </a:solidFill>
              </a:defRPr>
            </a:lvl1pPr>
          </a:lstStyle>
          <a:p>
            <a:fld id="{18D9E8F6-4D81-4B3A-BC45-BBA4A1C9BD0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3FB3E6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3FB3E6"/>
                </a:solidFill>
              </a:defRPr>
            </a:lvl1pPr>
          </a:lstStyle>
          <a:p>
            <a:fld id="{E505F7C3-4860-4DB0-A451-57EE24F2F70B}" type="slidenum">
              <a:rPr lang="en-US" smtClean="0"/>
            </a:fld>
            <a:endParaRPr lang="en-US"/>
          </a:p>
        </p:txBody>
      </p:sp>
      <p:sp>
        <p:nvSpPr>
          <p:cNvPr id="14" name="Freeform: Shape 13"/>
          <p:cNvSpPr/>
          <p:nvPr userDrawn="1"/>
        </p:nvSpPr>
        <p:spPr>
          <a:xfrm>
            <a:off x="45126" y="-241"/>
            <a:ext cx="12146874" cy="1796838"/>
          </a:xfrm>
          <a:custGeom>
            <a:avLst/>
            <a:gdLst>
              <a:gd name="connsiteX0" fmla="*/ 0 w 12146874"/>
              <a:gd name="connsiteY0" fmla="*/ 0 h 1796838"/>
              <a:gd name="connsiteX1" fmla="*/ 12146874 w 12146874"/>
              <a:gd name="connsiteY1" fmla="*/ 0 h 1796838"/>
              <a:gd name="connsiteX2" fmla="*/ 12146874 w 12146874"/>
              <a:gd name="connsiteY2" fmla="*/ 1649741 h 1796838"/>
              <a:gd name="connsiteX3" fmla="*/ 11831094 w 12146874"/>
              <a:gd name="connsiteY3" fmla="*/ 1685569 h 1796838"/>
              <a:gd name="connsiteX4" fmla="*/ 9339861 w 12146874"/>
              <a:gd name="connsiteY4" fmla="*/ 1796838 h 1796838"/>
              <a:gd name="connsiteX5" fmla="*/ 387845 w 12146874"/>
              <a:gd name="connsiteY5" fmla="*/ 170064 h 1796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46874" h="1796838">
                <a:moveTo>
                  <a:pt x="0" y="0"/>
                </a:moveTo>
                <a:lnTo>
                  <a:pt x="12146874" y="0"/>
                </a:lnTo>
                <a:lnTo>
                  <a:pt x="12146874" y="1649741"/>
                </a:lnTo>
                <a:lnTo>
                  <a:pt x="11831094" y="1685569"/>
                </a:lnTo>
                <a:cubicBezTo>
                  <a:pt x="11022500" y="1758683"/>
                  <a:pt x="10189983" y="1796838"/>
                  <a:pt x="9339861" y="1796838"/>
                </a:cubicBezTo>
                <a:cubicBezTo>
                  <a:pt x="5939378" y="1796838"/>
                  <a:pt x="2820568" y="1186345"/>
                  <a:pt x="387845" y="170064"/>
                </a:cubicBezTo>
                <a:close/>
              </a:path>
            </a:pathLst>
          </a:custGeom>
          <a:solidFill>
            <a:srgbClr val="3156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/>
          <p:cNvSpPr/>
          <p:nvPr userDrawn="1"/>
        </p:nvSpPr>
        <p:spPr>
          <a:xfrm>
            <a:off x="3" y="60425"/>
            <a:ext cx="4395933" cy="1439984"/>
          </a:xfrm>
          <a:custGeom>
            <a:avLst/>
            <a:gdLst>
              <a:gd name="connsiteX0" fmla="*/ 0 w 1467716"/>
              <a:gd name="connsiteY0" fmla="*/ 0 h 943303"/>
              <a:gd name="connsiteX1" fmla="*/ 167092 w 1467716"/>
              <a:gd name="connsiteY1" fmla="*/ 151863 h 943303"/>
              <a:gd name="connsiteX2" fmla="*/ 1402948 w 1467716"/>
              <a:gd name="connsiteY2" fmla="*/ 860884 h 943303"/>
              <a:gd name="connsiteX3" fmla="*/ 1467716 w 1467716"/>
              <a:gd name="connsiteY3" fmla="*/ 882799 h 943303"/>
              <a:gd name="connsiteX4" fmla="*/ 1426853 w 1467716"/>
              <a:gd name="connsiteY4" fmla="*/ 890097 h 943303"/>
              <a:gd name="connsiteX5" fmla="*/ 723619 w 1467716"/>
              <a:gd name="connsiteY5" fmla="*/ 943303 h 943303"/>
              <a:gd name="connsiteX6" fmla="*/ 20386 w 1467716"/>
              <a:gd name="connsiteY6" fmla="*/ 890097 h 943303"/>
              <a:gd name="connsiteX7" fmla="*/ 0 w 1467716"/>
              <a:gd name="connsiteY7" fmla="*/ 886456 h 943303"/>
              <a:gd name="connsiteX0-1" fmla="*/ 0 w 1467716"/>
              <a:gd name="connsiteY0-2" fmla="*/ 0 h 943303"/>
              <a:gd name="connsiteX1-3" fmla="*/ 167092 w 1467716"/>
              <a:gd name="connsiteY1-4" fmla="*/ 151863 h 943303"/>
              <a:gd name="connsiteX2-5" fmla="*/ 1402948 w 1467716"/>
              <a:gd name="connsiteY2-6" fmla="*/ 860884 h 943303"/>
              <a:gd name="connsiteX3-7" fmla="*/ 1467716 w 1467716"/>
              <a:gd name="connsiteY3-8" fmla="*/ 882799 h 943303"/>
              <a:gd name="connsiteX4-9" fmla="*/ 1426853 w 1467716"/>
              <a:gd name="connsiteY4-10" fmla="*/ 890097 h 943303"/>
              <a:gd name="connsiteX5-11" fmla="*/ 723619 w 1467716"/>
              <a:gd name="connsiteY5-12" fmla="*/ 943303 h 943303"/>
              <a:gd name="connsiteX6-13" fmla="*/ 20386 w 1467716"/>
              <a:gd name="connsiteY6-14" fmla="*/ 890097 h 943303"/>
              <a:gd name="connsiteX7-15" fmla="*/ 0 w 1467716"/>
              <a:gd name="connsiteY7-16" fmla="*/ 886456 h 943303"/>
              <a:gd name="connsiteX8" fmla="*/ 0 w 1467716"/>
              <a:gd name="connsiteY8" fmla="*/ 0 h 943303"/>
              <a:gd name="connsiteX0-17" fmla="*/ 0 w 1468512"/>
              <a:gd name="connsiteY0-18" fmla="*/ 0 h 943303"/>
              <a:gd name="connsiteX1-19" fmla="*/ 167092 w 1468512"/>
              <a:gd name="connsiteY1-20" fmla="*/ 151863 h 943303"/>
              <a:gd name="connsiteX2-21" fmla="*/ 1402948 w 1468512"/>
              <a:gd name="connsiteY2-22" fmla="*/ 860884 h 943303"/>
              <a:gd name="connsiteX3-23" fmla="*/ 1468512 w 1468512"/>
              <a:gd name="connsiteY3-24" fmla="*/ 884359 h 943303"/>
              <a:gd name="connsiteX4-25" fmla="*/ 1426853 w 1468512"/>
              <a:gd name="connsiteY4-26" fmla="*/ 890097 h 943303"/>
              <a:gd name="connsiteX5-27" fmla="*/ 723619 w 1468512"/>
              <a:gd name="connsiteY5-28" fmla="*/ 943303 h 943303"/>
              <a:gd name="connsiteX6-29" fmla="*/ 20386 w 1468512"/>
              <a:gd name="connsiteY6-30" fmla="*/ 890097 h 943303"/>
              <a:gd name="connsiteX7-31" fmla="*/ 0 w 1468512"/>
              <a:gd name="connsiteY7-32" fmla="*/ 886456 h 943303"/>
              <a:gd name="connsiteX8-33" fmla="*/ 0 w 1468512"/>
              <a:gd name="connsiteY8-34" fmla="*/ 0 h 94330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33" y="connsiteY8-34"/>
              </a:cxn>
            </a:cxnLst>
            <a:rect l="l" t="t" r="r" b="b"/>
            <a:pathLst>
              <a:path w="1468512" h="943303">
                <a:moveTo>
                  <a:pt x="0" y="0"/>
                </a:moveTo>
                <a:lnTo>
                  <a:pt x="167092" y="151863"/>
                </a:lnTo>
                <a:cubicBezTo>
                  <a:pt x="532570" y="453482"/>
                  <a:pt x="949585" y="694885"/>
                  <a:pt x="1402948" y="860884"/>
                </a:cubicBezTo>
                <a:lnTo>
                  <a:pt x="1468512" y="884359"/>
                </a:lnTo>
                <a:lnTo>
                  <a:pt x="1426853" y="890097"/>
                </a:lnTo>
                <a:cubicBezTo>
                  <a:pt x="1197556" y="925132"/>
                  <a:pt x="962710" y="943303"/>
                  <a:pt x="723619" y="943303"/>
                </a:cubicBezTo>
                <a:cubicBezTo>
                  <a:pt x="484529" y="943303"/>
                  <a:pt x="249683" y="925132"/>
                  <a:pt x="20386" y="890097"/>
                </a:cubicBezTo>
                <a:lnTo>
                  <a:pt x="0" y="8864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5958"/>
            <a:ext cx="11353800" cy="1325563"/>
          </a:xfrm>
        </p:spPr>
        <p:txBody>
          <a:bodyPr rIns="365760" anchor="ctr"/>
          <a:lstStyle>
            <a:lvl1pPr algn="r">
              <a:defRPr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" name="Subtitle 2"/>
          <p:cNvSpPr>
            <a:spLocks noGrp="1"/>
          </p:cNvSpPr>
          <p:nvPr>
            <p:ph type="subTitle" idx="13"/>
          </p:nvPr>
        </p:nvSpPr>
        <p:spPr>
          <a:xfrm>
            <a:off x="3047997" y="1018598"/>
            <a:ext cx="9144000" cy="714499"/>
          </a:xfrm>
        </p:spPr>
        <p:txBody>
          <a:bodyPr rIns="365760"/>
          <a:lstStyle>
            <a:lvl1pPr marL="0" indent="0" algn="r">
              <a:buNone/>
              <a:defRPr sz="2400" cap="all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Title of your presentation</a:t>
            </a:r>
            <a:endParaRPr lang="en-US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A Free PowerPoint </a:t>
            </a:r>
            <a:r>
              <a:rPr lang="en-US" dirty="0"/>
              <a:t>Template</a:t>
            </a:r>
            <a:endParaRPr lang="en-US" dirty="0"/>
          </a:p>
        </p:txBody>
      </p:sp>
      <p:sp>
        <p:nvSpPr>
          <p:cNvPr id="9" name="Freeform: Shape 8"/>
          <p:cNvSpPr/>
          <p:nvPr/>
        </p:nvSpPr>
        <p:spPr>
          <a:xfrm>
            <a:off x="3" y="4493206"/>
            <a:ext cx="4395933" cy="1439984"/>
          </a:xfrm>
          <a:custGeom>
            <a:avLst/>
            <a:gdLst>
              <a:gd name="connsiteX0" fmla="*/ 0 w 1467716"/>
              <a:gd name="connsiteY0" fmla="*/ 0 h 943303"/>
              <a:gd name="connsiteX1" fmla="*/ 167092 w 1467716"/>
              <a:gd name="connsiteY1" fmla="*/ 151863 h 943303"/>
              <a:gd name="connsiteX2" fmla="*/ 1402948 w 1467716"/>
              <a:gd name="connsiteY2" fmla="*/ 860884 h 943303"/>
              <a:gd name="connsiteX3" fmla="*/ 1467716 w 1467716"/>
              <a:gd name="connsiteY3" fmla="*/ 882799 h 943303"/>
              <a:gd name="connsiteX4" fmla="*/ 1426853 w 1467716"/>
              <a:gd name="connsiteY4" fmla="*/ 890097 h 943303"/>
              <a:gd name="connsiteX5" fmla="*/ 723619 w 1467716"/>
              <a:gd name="connsiteY5" fmla="*/ 943303 h 943303"/>
              <a:gd name="connsiteX6" fmla="*/ 20386 w 1467716"/>
              <a:gd name="connsiteY6" fmla="*/ 890097 h 943303"/>
              <a:gd name="connsiteX7" fmla="*/ 0 w 1467716"/>
              <a:gd name="connsiteY7" fmla="*/ 886456 h 943303"/>
              <a:gd name="connsiteX0-1" fmla="*/ 0 w 1467716"/>
              <a:gd name="connsiteY0-2" fmla="*/ 0 h 943303"/>
              <a:gd name="connsiteX1-3" fmla="*/ 167092 w 1467716"/>
              <a:gd name="connsiteY1-4" fmla="*/ 151863 h 943303"/>
              <a:gd name="connsiteX2-5" fmla="*/ 1402948 w 1467716"/>
              <a:gd name="connsiteY2-6" fmla="*/ 860884 h 943303"/>
              <a:gd name="connsiteX3-7" fmla="*/ 1467716 w 1467716"/>
              <a:gd name="connsiteY3-8" fmla="*/ 882799 h 943303"/>
              <a:gd name="connsiteX4-9" fmla="*/ 1426853 w 1467716"/>
              <a:gd name="connsiteY4-10" fmla="*/ 890097 h 943303"/>
              <a:gd name="connsiteX5-11" fmla="*/ 723619 w 1467716"/>
              <a:gd name="connsiteY5-12" fmla="*/ 943303 h 943303"/>
              <a:gd name="connsiteX6-13" fmla="*/ 20386 w 1467716"/>
              <a:gd name="connsiteY6-14" fmla="*/ 890097 h 943303"/>
              <a:gd name="connsiteX7-15" fmla="*/ 0 w 1467716"/>
              <a:gd name="connsiteY7-16" fmla="*/ 886456 h 943303"/>
              <a:gd name="connsiteX8" fmla="*/ 0 w 1467716"/>
              <a:gd name="connsiteY8" fmla="*/ 0 h 943303"/>
              <a:gd name="connsiteX0-17" fmla="*/ 0 w 1468512"/>
              <a:gd name="connsiteY0-18" fmla="*/ 0 h 943303"/>
              <a:gd name="connsiteX1-19" fmla="*/ 167092 w 1468512"/>
              <a:gd name="connsiteY1-20" fmla="*/ 151863 h 943303"/>
              <a:gd name="connsiteX2-21" fmla="*/ 1402948 w 1468512"/>
              <a:gd name="connsiteY2-22" fmla="*/ 860884 h 943303"/>
              <a:gd name="connsiteX3-23" fmla="*/ 1468512 w 1468512"/>
              <a:gd name="connsiteY3-24" fmla="*/ 884359 h 943303"/>
              <a:gd name="connsiteX4-25" fmla="*/ 1426853 w 1468512"/>
              <a:gd name="connsiteY4-26" fmla="*/ 890097 h 943303"/>
              <a:gd name="connsiteX5-27" fmla="*/ 723619 w 1468512"/>
              <a:gd name="connsiteY5-28" fmla="*/ 943303 h 943303"/>
              <a:gd name="connsiteX6-29" fmla="*/ 20386 w 1468512"/>
              <a:gd name="connsiteY6-30" fmla="*/ 890097 h 943303"/>
              <a:gd name="connsiteX7-31" fmla="*/ 0 w 1468512"/>
              <a:gd name="connsiteY7-32" fmla="*/ 886456 h 943303"/>
              <a:gd name="connsiteX8-33" fmla="*/ 0 w 1468512"/>
              <a:gd name="connsiteY8-34" fmla="*/ 0 h 94330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33" y="connsiteY8-34"/>
              </a:cxn>
            </a:cxnLst>
            <a:rect l="l" t="t" r="r" b="b"/>
            <a:pathLst>
              <a:path w="1468512" h="943303">
                <a:moveTo>
                  <a:pt x="0" y="0"/>
                </a:moveTo>
                <a:lnTo>
                  <a:pt x="167092" y="151863"/>
                </a:lnTo>
                <a:cubicBezTo>
                  <a:pt x="532570" y="453482"/>
                  <a:pt x="949585" y="694885"/>
                  <a:pt x="1402948" y="860884"/>
                </a:cubicBezTo>
                <a:lnTo>
                  <a:pt x="1468512" y="884359"/>
                </a:lnTo>
                <a:lnTo>
                  <a:pt x="1426853" y="890097"/>
                </a:lnTo>
                <a:cubicBezTo>
                  <a:pt x="1197556" y="925132"/>
                  <a:pt x="962710" y="943303"/>
                  <a:pt x="723619" y="943303"/>
                </a:cubicBezTo>
                <a:cubicBezTo>
                  <a:pt x="484529" y="943303"/>
                  <a:pt x="249683" y="925132"/>
                  <a:pt x="20386" y="890097"/>
                </a:cubicBezTo>
                <a:lnTo>
                  <a:pt x="0" y="886456"/>
                </a:lnTo>
                <a:lnTo>
                  <a:pt x="0" y="0"/>
                </a:lnTo>
                <a:close/>
              </a:path>
            </a:pathLst>
          </a:custGeom>
          <a:solidFill>
            <a:srgbClr val="3FB3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Placeholder 6"/>
          <p:cNvPicPr>
            <a:picLocks noGrp="1" noChangeAspect="1"/>
          </p:cNvPicPr>
          <p:nvPr>
            <p:ph type="pic" sz="quarter" idx="13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414" b="24414"/>
          <a:stretch>
            <a:fillRect/>
          </a:stretch>
        </p:blipFill>
        <p:spPr>
          <a:xfrm>
            <a:off x="0" y="-635"/>
            <a:ext cx="12192000" cy="4399915"/>
          </a:xfrm>
          <a:solidFill>
            <a:schemeClr val="bg2"/>
          </a:solidFill>
        </p:spPr>
      </p:pic>
      <p:sp>
        <p:nvSpPr>
          <p:cNvPr id="10" name="Freeform: Shape 9"/>
          <p:cNvSpPr/>
          <p:nvPr userDrawn="1"/>
        </p:nvSpPr>
        <p:spPr>
          <a:xfrm>
            <a:off x="-231140" y="2242185"/>
            <a:ext cx="12423140" cy="3860800"/>
          </a:xfrm>
          <a:custGeom>
            <a:avLst/>
            <a:gdLst>
              <a:gd name="connsiteX0" fmla="*/ 4072878 w 4072878"/>
              <a:gd name="connsiteY0" fmla="*/ 0 h 2548371"/>
              <a:gd name="connsiteX1" fmla="*/ 4072878 w 4072878"/>
              <a:gd name="connsiteY1" fmla="*/ 2451296 h 2548371"/>
              <a:gd name="connsiteX2" fmla="*/ 3967388 w 4072878"/>
              <a:gd name="connsiteY2" fmla="*/ 2474940 h 2548371"/>
              <a:gd name="connsiteX3" fmla="*/ 3135163 w 4072878"/>
              <a:gd name="connsiteY3" fmla="*/ 2548371 h 2548371"/>
              <a:gd name="connsiteX4" fmla="*/ 144639 w 4072878"/>
              <a:gd name="connsiteY4" fmla="*/ 1474801 h 2548371"/>
              <a:gd name="connsiteX5" fmla="*/ 0 w 4072878"/>
              <a:gd name="connsiteY5" fmla="*/ 1349511 h 2548371"/>
              <a:gd name="connsiteX6" fmla="*/ 7645 w 4072878"/>
              <a:gd name="connsiteY6" fmla="*/ 1350876 h 2548371"/>
              <a:gd name="connsiteX7" fmla="*/ 723622 w 4072878"/>
              <a:gd name="connsiteY7" fmla="*/ 1405047 h 2548371"/>
              <a:gd name="connsiteX8" fmla="*/ 3884734 w 4072878"/>
              <a:gd name="connsiteY8" fmla="*/ 183710 h 25483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072878" h="2548371">
                <a:moveTo>
                  <a:pt x="4072878" y="0"/>
                </a:moveTo>
                <a:lnTo>
                  <a:pt x="4072878" y="2451296"/>
                </a:lnTo>
                <a:lnTo>
                  <a:pt x="3967388" y="2474940"/>
                </a:lnTo>
                <a:cubicBezTo>
                  <a:pt x="3697268" y="2523191"/>
                  <a:pt x="3419156" y="2548371"/>
                  <a:pt x="3135163" y="2548371"/>
                </a:cubicBezTo>
                <a:cubicBezTo>
                  <a:pt x="1999192" y="2548371"/>
                  <a:pt x="957318" y="2145483"/>
                  <a:pt x="144639" y="1474801"/>
                </a:cubicBezTo>
                <a:lnTo>
                  <a:pt x="0" y="1349511"/>
                </a:lnTo>
                <a:lnTo>
                  <a:pt x="7645" y="1350876"/>
                </a:lnTo>
                <a:cubicBezTo>
                  <a:pt x="241098" y="1386547"/>
                  <a:pt x="480200" y="1405047"/>
                  <a:pt x="723622" y="1405047"/>
                </a:cubicBezTo>
                <a:cubicBezTo>
                  <a:pt x="1940736" y="1405047"/>
                  <a:pt x="3049826" y="942548"/>
                  <a:pt x="3884734" y="183710"/>
                </a:cubicBezTo>
                <a:close/>
              </a:path>
            </a:pathLst>
          </a:custGeom>
          <a:solidFill>
            <a:srgbClr val="3156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reeform: Shape 8"/>
          <p:cNvSpPr/>
          <p:nvPr userDrawn="1"/>
        </p:nvSpPr>
        <p:spPr>
          <a:xfrm>
            <a:off x="5987168" y="6021954"/>
            <a:ext cx="6204832" cy="836047"/>
          </a:xfrm>
          <a:custGeom>
            <a:avLst/>
            <a:gdLst>
              <a:gd name="connsiteX0" fmla="*/ 0 w 6204832"/>
              <a:gd name="connsiteY0" fmla="*/ 0 h 836047"/>
              <a:gd name="connsiteX1" fmla="*/ 304730 w 6204832"/>
              <a:gd name="connsiteY1" fmla="*/ 38149 h 836047"/>
              <a:gd name="connsiteX2" fmla="*/ 3397819 w 6204832"/>
              <a:gd name="connsiteY2" fmla="*/ 210757 h 836047"/>
              <a:gd name="connsiteX3" fmla="*/ 5889052 w 6204832"/>
              <a:gd name="connsiteY3" fmla="*/ 99488 h 836047"/>
              <a:gd name="connsiteX4" fmla="*/ 6204832 w 6204832"/>
              <a:gd name="connsiteY4" fmla="*/ 63660 h 836047"/>
              <a:gd name="connsiteX5" fmla="*/ 6204832 w 6204832"/>
              <a:gd name="connsiteY5" fmla="*/ 741992 h 836047"/>
              <a:gd name="connsiteX6" fmla="*/ 6204831 w 6204832"/>
              <a:gd name="connsiteY6" fmla="*/ 741992 h 836047"/>
              <a:gd name="connsiteX7" fmla="*/ 6204831 w 6204832"/>
              <a:gd name="connsiteY7" fmla="*/ 836047 h 836047"/>
              <a:gd name="connsiteX8" fmla="*/ 2954095 w 6204832"/>
              <a:gd name="connsiteY8" fmla="*/ 836047 h 836047"/>
              <a:gd name="connsiteX9" fmla="*/ 2930417 w 6204832"/>
              <a:gd name="connsiteY9" fmla="*/ 833175 h 836047"/>
              <a:gd name="connsiteX10" fmla="*/ 165022 w 6204832"/>
              <a:gd name="connsiteY10" fmla="*/ 73132 h 8360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204832" h="836047">
                <a:moveTo>
                  <a:pt x="0" y="0"/>
                </a:moveTo>
                <a:lnTo>
                  <a:pt x="304730" y="38149"/>
                </a:lnTo>
                <a:cubicBezTo>
                  <a:pt x="1300024" y="151139"/>
                  <a:pt x="2335168" y="210757"/>
                  <a:pt x="3397819" y="210757"/>
                </a:cubicBezTo>
                <a:cubicBezTo>
                  <a:pt x="4247941" y="210757"/>
                  <a:pt x="5080458" y="172602"/>
                  <a:pt x="5889052" y="99488"/>
                </a:cubicBezTo>
                <a:lnTo>
                  <a:pt x="6204832" y="63660"/>
                </a:lnTo>
                <a:lnTo>
                  <a:pt x="6204832" y="741992"/>
                </a:lnTo>
                <a:lnTo>
                  <a:pt x="6204831" y="741992"/>
                </a:lnTo>
                <a:lnTo>
                  <a:pt x="6204831" y="836047"/>
                </a:lnTo>
                <a:lnTo>
                  <a:pt x="2954095" y="836047"/>
                </a:lnTo>
                <a:lnTo>
                  <a:pt x="2930417" y="833175"/>
                </a:lnTo>
                <a:cubicBezTo>
                  <a:pt x="1933531" y="687458"/>
                  <a:pt x="1000874" y="426847"/>
                  <a:pt x="165022" y="73132"/>
                </a:cubicBezTo>
                <a:close/>
              </a:path>
            </a:pathLst>
          </a:custGeom>
          <a:solidFill>
            <a:srgbClr val="048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tollit</a:t>
            </a:r>
            <a:r>
              <a:rPr lang="en-US" dirty="0"/>
              <a:t> </a:t>
            </a:r>
            <a:r>
              <a:rPr lang="en-US" dirty="0" err="1"/>
              <a:t>epicuri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ex, </a:t>
            </a:r>
            <a:r>
              <a:rPr lang="en-US" dirty="0" err="1"/>
              <a:t>exerci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singulis</a:t>
            </a:r>
            <a:r>
              <a:rPr lang="en-US" dirty="0"/>
              <a:t> </a:t>
            </a:r>
            <a:r>
              <a:rPr lang="en-US" dirty="0" err="1"/>
              <a:t>ei</a:t>
            </a:r>
            <a:r>
              <a:rPr lang="en-US" dirty="0"/>
              <a:t> </a:t>
            </a:r>
            <a:r>
              <a:rPr lang="en-US" dirty="0" err="1"/>
              <a:t>mel</a:t>
            </a:r>
            <a:r>
              <a:rPr lang="en-US" dirty="0"/>
              <a:t>. </a:t>
            </a:r>
            <a:r>
              <a:rPr lang="en-US" dirty="0" err="1"/>
              <a:t>Agam</a:t>
            </a:r>
            <a:r>
              <a:rPr lang="en-US" dirty="0"/>
              <a:t> </a:t>
            </a:r>
            <a:r>
              <a:rPr lang="en-US" dirty="0" err="1"/>
              <a:t>aperiri</a:t>
            </a:r>
            <a:r>
              <a:rPr lang="en-US" dirty="0"/>
              <a:t> no has, id </a:t>
            </a:r>
            <a:r>
              <a:rPr lang="en-US" dirty="0" err="1"/>
              <a:t>mel</a:t>
            </a:r>
            <a:r>
              <a:rPr lang="en-US" dirty="0"/>
              <a:t> </a:t>
            </a:r>
            <a:r>
              <a:rPr lang="en-US" dirty="0" err="1"/>
              <a:t>delenit</a:t>
            </a:r>
            <a:r>
              <a:rPr lang="en-US" dirty="0"/>
              <a:t> </a:t>
            </a:r>
            <a:r>
              <a:rPr lang="en-US" err="1"/>
              <a:t>voluptatum</a:t>
            </a:r>
            <a:r>
              <a:rPr lang="en-US"/>
              <a:t>.</a:t>
            </a:r>
            <a:endParaRPr lang="en-US"/>
          </a:p>
          <a:p>
            <a:pPr algn="just"/>
            <a:r>
              <a:rPr lang="en-US"/>
              <a:t>Nisl </a:t>
            </a:r>
            <a:r>
              <a:rPr lang="en-US" dirty="0" err="1"/>
              <a:t>vocent</a:t>
            </a:r>
            <a:r>
              <a:rPr lang="en-US" dirty="0"/>
              <a:t> </a:t>
            </a:r>
            <a:r>
              <a:rPr lang="en-US" dirty="0" err="1"/>
              <a:t>aeterno</a:t>
            </a:r>
            <a:r>
              <a:rPr lang="en-US" dirty="0"/>
              <a:t> ad </a:t>
            </a:r>
            <a:r>
              <a:rPr lang="en-US" dirty="0" err="1"/>
              <a:t>ius</a:t>
            </a:r>
            <a:r>
              <a:rPr lang="en-US" dirty="0"/>
              <a:t>, mea cu </a:t>
            </a:r>
            <a:r>
              <a:rPr lang="en-US" dirty="0" err="1"/>
              <a:t>affert</a:t>
            </a:r>
            <a:r>
              <a:rPr lang="en-US" dirty="0"/>
              <a:t> </a:t>
            </a:r>
            <a:r>
              <a:rPr lang="en-US" dirty="0" err="1"/>
              <a:t>electram</a:t>
            </a:r>
            <a:r>
              <a:rPr lang="en-US" dirty="0"/>
              <a:t>. Cum </a:t>
            </a:r>
            <a:r>
              <a:rPr lang="en-US" dirty="0" err="1"/>
              <a:t>habemus</a:t>
            </a:r>
            <a:r>
              <a:rPr lang="en-US" dirty="0"/>
              <a:t> </a:t>
            </a:r>
            <a:r>
              <a:rPr lang="en-US" dirty="0" err="1"/>
              <a:t>adolescens</a:t>
            </a:r>
            <a:r>
              <a:rPr lang="en-US" dirty="0"/>
              <a:t> </a:t>
            </a:r>
            <a:r>
              <a:rPr lang="en-US" dirty="0" err="1"/>
              <a:t>complectitur</a:t>
            </a:r>
            <a:r>
              <a:rPr lang="en-US" dirty="0"/>
              <a:t> </a:t>
            </a:r>
            <a:r>
              <a:rPr lang="en-US" dirty="0" err="1"/>
              <a:t>ea</a:t>
            </a:r>
            <a:r>
              <a:rPr lang="en-US" dirty="0"/>
              <a:t>, cu </a:t>
            </a:r>
            <a:r>
              <a:rPr lang="en-US" dirty="0" err="1"/>
              <a:t>nominavi</a:t>
            </a:r>
            <a:r>
              <a:rPr lang="en-US" dirty="0"/>
              <a:t> </a:t>
            </a:r>
            <a:r>
              <a:rPr lang="en-US" dirty="0" err="1"/>
              <a:t>praesent</a:t>
            </a:r>
            <a:r>
              <a:rPr lang="en-US" dirty="0"/>
              <a:t> </a:t>
            </a:r>
            <a:r>
              <a:rPr lang="en-US" dirty="0" err="1"/>
              <a:t>honestatis</a:t>
            </a:r>
            <a:r>
              <a:rPr lang="en-US" dirty="0"/>
              <a:t> duo</a:t>
            </a:r>
            <a:r>
              <a:rPr lang="en-US"/>
              <a:t>. Virtute ista dela </a:t>
            </a:r>
            <a:r>
              <a:rPr lang="en-US" dirty="0" err="1"/>
              <a:t>maiestatis</a:t>
            </a:r>
            <a:r>
              <a:rPr lang="en-US" dirty="0"/>
              <a:t> </a:t>
            </a:r>
            <a:r>
              <a:rPr lang="en-US" dirty="0" err="1"/>
              <a:t>voluptatibus</a:t>
            </a:r>
            <a:r>
              <a:rPr lang="en-US" dirty="0"/>
              <a:t> in </a:t>
            </a:r>
            <a:r>
              <a:rPr lang="en-US" err="1"/>
              <a:t>ius</a:t>
            </a:r>
            <a:r>
              <a:rPr lang="en-US"/>
              <a:t>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Your Date Here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 Footer Here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69BB-9CF1-436E-9ADF-E46804694E4E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Your slide title goes here</a:t>
            </a:r>
            <a:endParaRPr lang="en-US" dirty="0"/>
          </a:p>
        </p:txBody>
      </p:sp>
      <p:sp>
        <p:nvSpPr>
          <p:cNvPr id="13" name="Subtitle 12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rPr lang="en-US"/>
              <a:t>Your SUBtitle goes here</a:t>
            </a:r>
            <a:endParaRPr lang="en-US"/>
          </a:p>
        </p:txBody>
      </p:sp>
      <p:sp>
        <p:nvSpPr>
          <p:cNvPr id="9" name="Freeform: Shape 8"/>
          <p:cNvSpPr/>
          <p:nvPr userDrawn="1"/>
        </p:nvSpPr>
        <p:spPr>
          <a:xfrm>
            <a:off x="3" y="60425"/>
            <a:ext cx="4395933" cy="1439984"/>
          </a:xfrm>
          <a:custGeom>
            <a:avLst/>
            <a:gdLst>
              <a:gd name="connsiteX0" fmla="*/ 0 w 1467716"/>
              <a:gd name="connsiteY0" fmla="*/ 0 h 943303"/>
              <a:gd name="connsiteX1" fmla="*/ 167092 w 1467716"/>
              <a:gd name="connsiteY1" fmla="*/ 151863 h 943303"/>
              <a:gd name="connsiteX2" fmla="*/ 1402948 w 1467716"/>
              <a:gd name="connsiteY2" fmla="*/ 860884 h 943303"/>
              <a:gd name="connsiteX3" fmla="*/ 1467716 w 1467716"/>
              <a:gd name="connsiteY3" fmla="*/ 882799 h 943303"/>
              <a:gd name="connsiteX4" fmla="*/ 1426853 w 1467716"/>
              <a:gd name="connsiteY4" fmla="*/ 890097 h 943303"/>
              <a:gd name="connsiteX5" fmla="*/ 723619 w 1467716"/>
              <a:gd name="connsiteY5" fmla="*/ 943303 h 943303"/>
              <a:gd name="connsiteX6" fmla="*/ 20386 w 1467716"/>
              <a:gd name="connsiteY6" fmla="*/ 890097 h 943303"/>
              <a:gd name="connsiteX7" fmla="*/ 0 w 1467716"/>
              <a:gd name="connsiteY7" fmla="*/ 886456 h 943303"/>
              <a:gd name="connsiteX0-1" fmla="*/ 0 w 1467716"/>
              <a:gd name="connsiteY0-2" fmla="*/ 0 h 943303"/>
              <a:gd name="connsiteX1-3" fmla="*/ 167092 w 1467716"/>
              <a:gd name="connsiteY1-4" fmla="*/ 151863 h 943303"/>
              <a:gd name="connsiteX2-5" fmla="*/ 1402948 w 1467716"/>
              <a:gd name="connsiteY2-6" fmla="*/ 860884 h 943303"/>
              <a:gd name="connsiteX3-7" fmla="*/ 1467716 w 1467716"/>
              <a:gd name="connsiteY3-8" fmla="*/ 882799 h 943303"/>
              <a:gd name="connsiteX4-9" fmla="*/ 1426853 w 1467716"/>
              <a:gd name="connsiteY4-10" fmla="*/ 890097 h 943303"/>
              <a:gd name="connsiteX5-11" fmla="*/ 723619 w 1467716"/>
              <a:gd name="connsiteY5-12" fmla="*/ 943303 h 943303"/>
              <a:gd name="connsiteX6-13" fmla="*/ 20386 w 1467716"/>
              <a:gd name="connsiteY6-14" fmla="*/ 890097 h 943303"/>
              <a:gd name="connsiteX7-15" fmla="*/ 0 w 1467716"/>
              <a:gd name="connsiteY7-16" fmla="*/ 886456 h 943303"/>
              <a:gd name="connsiteX8" fmla="*/ 0 w 1467716"/>
              <a:gd name="connsiteY8" fmla="*/ 0 h 943303"/>
              <a:gd name="connsiteX0-17" fmla="*/ 0 w 1468512"/>
              <a:gd name="connsiteY0-18" fmla="*/ 0 h 943303"/>
              <a:gd name="connsiteX1-19" fmla="*/ 167092 w 1468512"/>
              <a:gd name="connsiteY1-20" fmla="*/ 151863 h 943303"/>
              <a:gd name="connsiteX2-21" fmla="*/ 1402948 w 1468512"/>
              <a:gd name="connsiteY2-22" fmla="*/ 860884 h 943303"/>
              <a:gd name="connsiteX3-23" fmla="*/ 1468512 w 1468512"/>
              <a:gd name="connsiteY3-24" fmla="*/ 884359 h 943303"/>
              <a:gd name="connsiteX4-25" fmla="*/ 1426853 w 1468512"/>
              <a:gd name="connsiteY4-26" fmla="*/ 890097 h 943303"/>
              <a:gd name="connsiteX5-27" fmla="*/ 723619 w 1468512"/>
              <a:gd name="connsiteY5-28" fmla="*/ 943303 h 943303"/>
              <a:gd name="connsiteX6-29" fmla="*/ 20386 w 1468512"/>
              <a:gd name="connsiteY6-30" fmla="*/ 890097 h 943303"/>
              <a:gd name="connsiteX7-31" fmla="*/ 0 w 1468512"/>
              <a:gd name="connsiteY7-32" fmla="*/ 886456 h 943303"/>
              <a:gd name="connsiteX8-33" fmla="*/ 0 w 1468512"/>
              <a:gd name="connsiteY8-34" fmla="*/ 0 h 94330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33" y="connsiteY8-34"/>
              </a:cxn>
            </a:cxnLst>
            <a:rect l="l" t="t" r="r" b="b"/>
            <a:pathLst>
              <a:path w="1468512" h="943303">
                <a:moveTo>
                  <a:pt x="0" y="0"/>
                </a:moveTo>
                <a:lnTo>
                  <a:pt x="167092" y="151863"/>
                </a:lnTo>
                <a:cubicBezTo>
                  <a:pt x="532570" y="453482"/>
                  <a:pt x="949585" y="694885"/>
                  <a:pt x="1402948" y="860884"/>
                </a:cubicBezTo>
                <a:lnTo>
                  <a:pt x="1468512" y="884359"/>
                </a:lnTo>
                <a:lnTo>
                  <a:pt x="1426853" y="890097"/>
                </a:lnTo>
                <a:cubicBezTo>
                  <a:pt x="1197556" y="925132"/>
                  <a:pt x="962710" y="943303"/>
                  <a:pt x="723619" y="943303"/>
                </a:cubicBezTo>
                <a:cubicBezTo>
                  <a:pt x="484529" y="943303"/>
                  <a:pt x="249683" y="925132"/>
                  <a:pt x="20386" y="890097"/>
                </a:cubicBezTo>
                <a:lnTo>
                  <a:pt x="0" y="886456"/>
                </a:lnTo>
                <a:lnTo>
                  <a:pt x="0" y="0"/>
                </a:lnTo>
                <a:close/>
              </a:path>
            </a:pathLst>
          </a:custGeom>
          <a:solidFill>
            <a:srgbClr val="3FB3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tollit</a:t>
            </a:r>
            <a:r>
              <a:rPr lang="en-US" dirty="0"/>
              <a:t> </a:t>
            </a:r>
            <a:r>
              <a:rPr lang="en-US" dirty="0" err="1"/>
              <a:t>epicuri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ex, </a:t>
            </a:r>
            <a:r>
              <a:rPr lang="en-US" dirty="0" err="1"/>
              <a:t>exerci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singulis</a:t>
            </a:r>
            <a:r>
              <a:rPr lang="en-US" dirty="0"/>
              <a:t> </a:t>
            </a:r>
            <a:r>
              <a:rPr lang="en-US" dirty="0" err="1"/>
              <a:t>ei</a:t>
            </a:r>
            <a:r>
              <a:rPr lang="en-US" dirty="0"/>
              <a:t> </a:t>
            </a:r>
            <a:r>
              <a:rPr lang="en-US" dirty="0" err="1"/>
              <a:t>mel</a:t>
            </a:r>
            <a:r>
              <a:rPr lang="en-US" dirty="0"/>
              <a:t>. </a:t>
            </a:r>
            <a:r>
              <a:rPr lang="en-US" dirty="0" err="1"/>
              <a:t>Agam</a:t>
            </a:r>
            <a:r>
              <a:rPr lang="en-US" dirty="0"/>
              <a:t> </a:t>
            </a:r>
            <a:r>
              <a:rPr lang="en-US" dirty="0" err="1"/>
              <a:t>aperiri</a:t>
            </a:r>
            <a:r>
              <a:rPr lang="en-US" dirty="0"/>
              <a:t> no has, id </a:t>
            </a:r>
            <a:r>
              <a:rPr lang="en-US" dirty="0" err="1"/>
              <a:t>mel</a:t>
            </a:r>
            <a:r>
              <a:rPr lang="en-US" dirty="0"/>
              <a:t> </a:t>
            </a:r>
            <a:r>
              <a:rPr lang="en-US" dirty="0" err="1"/>
              <a:t>delenit</a:t>
            </a:r>
            <a:r>
              <a:rPr lang="en-US" dirty="0"/>
              <a:t> </a:t>
            </a:r>
            <a:r>
              <a:rPr lang="en-US" err="1"/>
              <a:t>voluptatum</a:t>
            </a:r>
            <a:r>
              <a:rPr lang="en-US"/>
              <a:t>.</a:t>
            </a:r>
            <a:endParaRPr lang="en-US"/>
          </a:p>
          <a:p>
            <a:pPr algn="just"/>
            <a:r>
              <a:rPr lang="en-US"/>
              <a:t>Nisl </a:t>
            </a:r>
            <a:r>
              <a:rPr lang="en-US" dirty="0" err="1"/>
              <a:t>vocent</a:t>
            </a:r>
            <a:r>
              <a:rPr lang="en-US" dirty="0"/>
              <a:t> </a:t>
            </a:r>
            <a:r>
              <a:rPr lang="en-US" dirty="0" err="1"/>
              <a:t>aeterno</a:t>
            </a:r>
            <a:r>
              <a:rPr lang="en-US" dirty="0"/>
              <a:t> ad </a:t>
            </a:r>
            <a:r>
              <a:rPr lang="en-US" dirty="0" err="1"/>
              <a:t>ius</a:t>
            </a:r>
            <a:r>
              <a:rPr lang="en-US" dirty="0"/>
              <a:t>, mea cu </a:t>
            </a:r>
            <a:r>
              <a:rPr lang="en-US" dirty="0" err="1"/>
              <a:t>affert</a:t>
            </a:r>
            <a:r>
              <a:rPr lang="en-US" dirty="0"/>
              <a:t> </a:t>
            </a:r>
            <a:r>
              <a:rPr lang="en-US" dirty="0" err="1"/>
              <a:t>electram</a:t>
            </a:r>
            <a:r>
              <a:rPr lang="en-US" dirty="0"/>
              <a:t>. Cum </a:t>
            </a:r>
            <a:r>
              <a:rPr lang="en-US" dirty="0" err="1"/>
              <a:t>habemus</a:t>
            </a:r>
            <a:r>
              <a:rPr lang="en-US" dirty="0"/>
              <a:t> </a:t>
            </a:r>
            <a:r>
              <a:rPr lang="en-US" dirty="0" err="1"/>
              <a:t>adolescens</a:t>
            </a:r>
            <a:r>
              <a:rPr lang="en-US" dirty="0"/>
              <a:t> </a:t>
            </a:r>
            <a:r>
              <a:rPr lang="en-US" dirty="0" err="1"/>
              <a:t>complectitur</a:t>
            </a:r>
            <a:r>
              <a:rPr lang="en-US" dirty="0"/>
              <a:t> </a:t>
            </a:r>
            <a:r>
              <a:rPr lang="en-US" dirty="0" err="1"/>
              <a:t>ea</a:t>
            </a:r>
            <a:r>
              <a:rPr lang="en-US" dirty="0"/>
              <a:t>, cu </a:t>
            </a:r>
            <a:r>
              <a:rPr lang="en-US" dirty="0" err="1"/>
              <a:t>nominavi</a:t>
            </a:r>
            <a:r>
              <a:rPr lang="en-US" dirty="0"/>
              <a:t> </a:t>
            </a:r>
            <a:r>
              <a:rPr lang="en-US" dirty="0" err="1"/>
              <a:t>praesent</a:t>
            </a:r>
            <a:r>
              <a:rPr lang="en-US" dirty="0"/>
              <a:t> </a:t>
            </a:r>
            <a:r>
              <a:rPr lang="en-US" dirty="0" err="1"/>
              <a:t>honestatis</a:t>
            </a:r>
            <a:r>
              <a:rPr lang="en-US" dirty="0"/>
              <a:t> duo</a:t>
            </a:r>
            <a:r>
              <a:rPr lang="en-US"/>
              <a:t>. Virtute ista dela </a:t>
            </a:r>
            <a:r>
              <a:rPr lang="en-US" dirty="0" err="1"/>
              <a:t>maiestatis</a:t>
            </a:r>
            <a:r>
              <a:rPr lang="en-US" dirty="0"/>
              <a:t> </a:t>
            </a:r>
            <a:r>
              <a:rPr lang="en-US" dirty="0" err="1"/>
              <a:t>voluptatibus</a:t>
            </a:r>
            <a:r>
              <a:rPr lang="en-US" dirty="0"/>
              <a:t> in </a:t>
            </a:r>
            <a:r>
              <a:rPr lang="en-US" err="1"/>
              <a:t>ius</a:t>
            </a:r>
            <a:r>
              <a:rPr lang="en-US"/>
              <a:t>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Your Date Here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 Footer Here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69BB-9CF1-436E-9ADF-E46804694E4E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Your slide title goes here</a:t>
            </a:r>
            <a:endParaRPr lang="en-US" dirty="0"/>
          </a:p>
        </p:txBody>
      </p:sp>
      <p:sp>
        <p:nvSpPr>
          <p:cNvPr id="13" name="Subtitle 12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rPr lang="en-US"/>
              <a:t>Your SUBtitle goes here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830</Words>
  <Application>WPS Presentation</Application>
  <PresentationFormat>Widescreen</PresentationFormat>
  <Paragraphs>30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Office Theme</vt:lpstr>
      <vt:lpstr>Title of your presentation</vt:lpstr>
      <vt:lpstr>Your slide title goes here</vt:lpstr>
      <vt:lpstr>Your slide title goes here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Admin</dc:creator>
  <cp:lastModifiedBy>Admin</cp:lastModifiedBy>
  <cp:revision>3</cp:revision>
  <dcterms:created xsi:type="dcterms:W3CDTF">2025-07-23T00:59:00Z</dcterms:created>
  <dcterms:modified xsi:type="dcterms:W3CDTF">2026-05-08T08:23:42Z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DEEB95B242514CE4A34F7F99DA88AE75_11</vt:lpwstr>
  </property>
  <property fmtid="{D5CDD505-2E9C-101B-9397-08002B2CF9AE}" pid="3" name="KSOProductBuildVer">
    <vt:lpwstr>1033-12.1.0.25862</vt:lpwstr>
  </property>
</Properties>
</file>