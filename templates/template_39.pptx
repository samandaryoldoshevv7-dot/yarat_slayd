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6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22.xml"/><Relationship Id="rId8" Type="http://schemas.openxmlformats.org/officeDocument/2006/relationships/tags" Target="../tags/tag21.xml"/><Relationship Id="rId7" Type="http://schemas.openxmlformats.org/officeDocument/2006/relationships/tags" Target="../tags/tag20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34.xml"/><Relationship Id="rId8" Type="http://schemas.openxmlformats.org/officeDocument/2006/relationships/tags" Target="../tags/tag33.xml"/><Relationship Id="rId7" Type="http://schemas.openxmlformats.org/officeDocument/2006/relationships/tags" Target="../tags/tag32.xml"/><Relationship Id="rId6" Type="http://schemas.openxmlformats.org/officeDocument/2006/relationships/tags" Target="../tags/tag31.xml"/><Relationship Id="rId5" Type="http://schemas.openxmlformats.org/officeDocument/2006/relationships/tags" Target="../tags/tag30.xml"/><Relationship Id="rId4" Type="http://schemas.openxmlformats.org/officeDocument/2006/relationships/tags" Target="../tags/tag29.xml"/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4" Type="http://schemas.openxmlformats.org/officeDocument/2006/relationships/tags" Target="../tags/tag39.xml"/><Relationship Id="rId13" Type="http://schemas.openxmlformats.org/officeDocument/2006/relationships/tags" Target="../tags/tag38.xml"/><Relationship Id="rId12" Type="http://schemas.openxmlformats.org/officeDocument/2006/relationships/tags" Target="../tags/tag37.xml"/><Relationship Id="rId11" Type="http://schemas.openxmlformats.org/officeDocument/2006/relationships/tags" Target="../tags/tag36.xml"/><Relationship Id="rId10" Type="http://schemas.openxmlformats.org/officeDocument/2006/relationships/tags" Target="../tags/tag35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47.xml"/><Relationship Id="rId8" Type="http://schemas.openxmlformats.org/officeDocument/2006/relationships/tags" Target="../tags/tag46.xml"/><Relationship Id="rId7" Type="http://schemas.openxmlformats.org/officeDocument/2006/relationships/tags" Target="../tags/tag45.xml"/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0" Type="http://schemas.openxmlformats.org/officeDocument/2006/relationships/tags" Target="../tags/tag48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56.xml"/><Relationship Id="rId8" Type="http://schemas.openxmlformats.org/officeDocument/2006/relationships/tags" Target="../tags/tag55.xml"/><Relationship Id="rId7" Type="http://schemas.openxmlformats.org/officeDocument/2006/relationships/tags" Target="../tags/tag54.xml"/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2" Type="http://schemas.openxmlformats.org/officeDocument/2006/relationships/tags" Target="../tags/tag59.xml"/><Relationship Id="rId11" Type="http://schemas.openxmlformats.org/officeDocument/2006/relationships/tags" Target="../tags/tag58.xml"/><Relationship Id="rId10" Type="http://schemas.openxmlformats.org/officeDocument/2006/relationships/tags" Target="../tags/tag57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tags" Target="../tags/tag66.xml"/><Relationship Id="rId7" Type="http://schemas.openxmlformats.org/officeDocument/2006/relationships/tags" Target="../tags/tag65.xml"/><Relationship Id="rId6" Type="http://schemas.openxmlformats.org/officeDocument/2006/relationships/tags" Target="../tags/tag64.xml"/><Relationship Id="rId5" Type="http://schemas.openxmlformats.org/officeDocument/2006/relationships/tags" Target="../tags/tag63.xml"/><Relationship Id="rId4" Type="http://schemas.openxmlformats.org/officeDocument/2006/relationships/tags" Target="../tags/tag62.xml"/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7" Type="http://schemas.openxmlformats.org/officeDocument/2006/relationships/tags" Target="../tags/tag72.xml"/><Relationship Id="rId6" Type="http://schemas.openxmlformats.org/officeDocument/2006/relationships/tags" Target="../tags/tag71.xml"/><Relationship Id="rId5" Type="http://schemas.openxmlformats.org/officeDocument/2006/relationships/tags" Target="../tags/tag70.xml"/><Relationship Id="rId4" Type="http://schemas.openxmlformats.org/officeDocument/2006/relationships/tags" Target="../tags/tag69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tags" Target="../tags/tag79.xml"/><Relationship Id="rId7" Type="http://schemas.openxmlformats.org/officeDocument/2006/relationships/tags" Target="../tags/tag78.xml"/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87.xml"/><Relationship Id="rId8" Type="http://schemas.openxmlformats.org/officeDocument/2006/relationships/tags" Target="../tags/tag86.xml"/><Relationship Id="rId7" Type="http://schemas.openxmlformats.org/officeDocument/2006/relationships/tags" Target="../tags/tag85.xml"/><Relationship Id="rId6" Type="http://schemas.openxmlformats.org/officeDocument/2006/relationships/tags" Target="../tags/tag84.xml"/><Relationship Id="rId5" Type="http://schemas.openxmlformats.org/officeDocument/2006/relationships/tags" Target="../tags/tag83.xml"/><Relationship Id="rId4" Type="http://schemas.openxmlformats.org/officeDocument/2006/relationships/tags" Target="../tags/tag82.xml"/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95.xml"/><Relationship Id="rId8" Type="http://schemas.openxmlformats.org/officeDocument/2006/relationships/tags" Target="../tags/tag94.xml"/><Relationship Id="rId7" Type="http://schemas.openxmlformats.org/officeDocument/2006/relationships/tags" Target="../tags/tag93.xml"/><Relationship Id="rId6" Type="http://schemas.openxmlformats.org/officeDocument/2006/relationships/tags" Target="../tags/tag92.xml"/><Relationship Id="rId5" Type="http://schemas.openxmlformats.org/officeDocument/2006/relationships/tags" Target="../tags/tag91.xml"/><Relationship Id="rId4" Type="http://schemas.openxmlformats.org/officeDocument/2006/relationships/tags" Target="../tags/tag90.xml"/><Relationship Id="rId3" Type="http://schemas.openxmlformats.org/officeDocument/2006/relationships/tags" Target="../tags/tag89.xml"/><Relationship Id="rId2" Type="http://schemas.openxmlformats.org/officeDocument/2006/relationships/tags" Target="../tags/tag88.xml"/><Relationship Id="rId14" Type="http://schemas.openxmlformats.org/officeDocument/2006/relationships/tags" Target="../tags/tag100.xml"/><Relationship Id="rId13" Type="http://schemas.openxmlformats.org/officeDocument/2006/relationships/tags" Target="../tags/tag99.xml"/><Relationship Id="rId12" Type="http://schemas.openxmlformats.org/officeDocument/2006/relationships/tags" Target="../tags/tag98.xml"/><Relationship Id="rId11" Type="http://schemas.openxmlformats.org/officeDocument/2006/relationships/tags" Target="../tags/tag97.xml"/><Relationship Id="rId10" Type="http://schemas.openxmlformats.org/officeDocument/2006/relationships/tags" Target="../tags/tag96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圆: 空心 11"/>
          <p:cNvSpPr/>
          <p:nvPr>
            <p:custDataLst>
              <p:tags r:id="rId2"/>
            </p:custDataLst>
          </p:nvPr>
        </p:nvSpPr>
        <p:spPr>
          <a:xfrm>
            <a:off x="1423035" y="1768475"/>
            <a:ext cx="915035" cy="915035"/>
          </a:xfrm>
          <a:prstGeom prst="donut">
            <a:avLst>
              <a:gd name="adj" fmla="val 7946"/>
            </a:avLst>
          </a:prstGeom>
          <a:gradFill flip="none" rotWithShape="1">
            <a:gsLst>
              <a:gs pos="0">
                <a:schemeClr val="accent1"/>
              </a:gs>
              <a:gs pos="52000">
                <a:schemeClr val="accent1">
                  <a:alpha val="0"/>
                </a:schemeClr>
              </a:gs>
            </a:gsLst>
            <a:lin ang="4200000" scaled="0"/>
            <a:tileRect/>
          </a:gra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圆: 空心 12"/>
          <p:cNvSpPr/>
          <p:nvPr>
            <p:custDataLst>
              <p:tags r:id="rId3"/>
            </p:custDataLst>
          </p:nvPr>
        </p:nvSpPr>
        <p:spPr>
          <a:xfrm>
            <a:off x="1395095" y="1731645"/>
            <a:ext cx="959485" cy="959485"/>
          </a:xfrm>
          <a:prstGeom prst="donut">
            <a:avLst>
              <a:gd name="adj" fmla="val 14539"/>
            </a:avLst>
          </a:prstGeom>
          <a:gradFill flip="none" rotWithShape="1">
            <a:gsLst>
              <a:gs pos="0">
                <a:schemeClr val="accent1">
                  <a:alpha val="40000"/>
                </a:schemeClr>
              </a:gs>
              <a:gs pos="100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圆: 空心 10"/>
          <p:cNvSpPr/>
          <p:nvPr>
            <p:custDataLst>
              <p:tags r:id="rId4"/>
            </p:custDataLst>
          </p:nvPr>
        </p:nvSpPr>
        <p:spPr>
          <a:xfrm>
            <a:off x="1033780" y="1355725"/>
            <a:ext cx="1645285" cy="1645285"/>
          </a:xfrm>
          <a:prstGeom prst="donut">
            <a:avLst>
              <a:gd name="adj" fmla="val 18117"/>
            </a:avLst>
          </a:prstGeom>
          <a:gradFill flip="none" rotWithShape="1">
            <a:gsLst>
              <a:gs pos="0">
                <a:schemeClr val="accent1"/>
              </a:gs>
              <a:gs pos="75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29" name="直接连接符 28"/>
          <p:cNvCxnSpPr/>
          <p:nvPr>
            <p:custDataLst>
              <p:tags r:id="rId5"/>
            </p:custDataLst>
          </p:nvPr>
        </p:nvCxnSpPr>
        <p:spPr>
          <a:xfrm>
            <a:off x="1572671" y="4289743"/>
            <a:ext cx="0" cy="67564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任意多边形 12"/>
          <p:cNvSpPr/>
          <p:nvPr>
            <p:custDataLst>
              <p:tags r:id="rId6"/>
            </p:custDataLst>
          </p:nvPr>
        </p:nvSpPr>
        <p:spPr>
          <a:xfrm rot="3180000">
            <a:off x="5642610" y="3151505"/>
            <a:ext cx="348615" cy="4824095"/>
          </a:xfrm>
          <a:custGeom>
            <a:avLst/>
            <a:gdLst>
              <a:gd name="connsiteX0" fmla="*/ 465 w 549"/>
              <a:gd name="connsiteY0" fmla="*/ 37 h 7846"/>
              <a:gd name="connsiteX1" fmla="*/ 496 w 549"/>
              <a:gd name="connsiteY1" fmla="*/ 0 h 7846"/>
              <a:gd name="connsiteX2" fmla="*/ 549 w 549"/>
              <a:gd name="connsiteY2" fmla="*/ 7116 h 7846"/>
              <a:gd name="connsiteX3" fmla="*/ 0 w 549"/>
              <a:gd name="connsiteY3" fmla="*/ 7846 h 7846"/>
              <a:gd name="connsiteX4" fmla="*/ 465 w 549"/>
              <a:gd name="connsiteY4" fmla="*/ 37 h 78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9" h="7846">
                <a:moveTo>
                  <a:pt x="465" y="37"/>
                </a:moveTo>
                <a:lnTo>
                  <a:pt x="496" y="0"/>
                </a:lnTo>
                <a:lnTo>
                  <a:pt x="549" y="7116"/>
                </a:lnTo>
                <a:lnTo>
                  <a:pt x="0" y="7846"/>
                </a:lnTo>
                <a:lnTo>
                  <a:pt x="465" y="37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">
                <a:schemeClr val="accent1"/>
              </a:gs>
              <a:gs pos="33000">
                <a:schemeClr val="accent1">
                  <a:alpha val="50000"/>
                </a:schemeClr>
              </a:gs>
              <a:gs pos="100000">
                <a:schemeClr val="accent1">
                  <a:alpha val="0"/>
                </a:schemeClr>
              </a:gs>
            </a:gsLst>
            <a:lin ang="10800000" scaled="0"/>
          </a:gradFill>
          <a:ln>
            <a:noFill/>
            <a:prstDash val="solid"/>
          </a:ln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任意多边形 11"/>
          <p:cNvSpPr/>
          <p:nvPr>
            <p:custDataLst>
              <p:tags r:id="rId7"/>
            </p:custDataLst>
          </p:nvPr>
        </p:nvSpPr>
        <p:spPr>
          <a:xfrm rot="15120000">
            <a:off x="5316220" y="-1681480"/>
            <a:ext cx="1153795" cy="13151486"/>
          </a:xfrm>
          <a:custGeom>
            <a:avLst/>
            <a:gdLst>
              <a:gd name="connsiteX0" fmla="*/ 20 w 215"/>
              <a:gd name="connsiteY0" fmla="*/ 90 h 20058"/>
              <a:gd name="connsiteX1" fmla="*/ 213 w 215"/>
              <a:gd name="connsiteY1" fmla="*/ 0 h 20058"/>
              <a:gd name="connsiteX2" fmla="*/ 63 w 215"/>
              <a:gd name="connsiteY2" fmla="*/ 20052 h 20058"/>
              <a:gd name="connsiteX3" fmla="*/ 0 w 215"/>
              <a:gd name="connsiteY3" fmla="*/ 20058 h 20058"/>
              <a:gd name="connsiteX4" fmla="*/ 20 w 215"/>
              <a:gd name="connsiteY4" fmla="*/ 90 h 20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5" h="20058">
                <a:moveTo>
                  <a:pt x="20" y="90"/>
                </a:moveTo>
                <a:lnTo>
                  <a:pt x="213" y="0"/>
                </a:lnTo>
                <a:cubicBezTo>
                  <a:pt x="235" y="6035"/>
                  <a:pt x="95" y="19645"/>
                  <a:pt x="63" y="20052"/>
                </a:cubicBezTo>
                <a:lnTo>
                  <a:pt x="0" y="20058"/>
                </a:lnTo>
                <a:lnTo>
                  <a:pt x="20" y="9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40000"/>
                </a:schemeClr>
              </a:gs>
              <a:gs pos="18000">
                <a:schemeClr val="accent1">
                  <a:alpha val="20000"/>
                </a:schemeClr>
              </a:gs>
              <a:gs pos="100000">
                <a:schemeClr val="accent1">
                  <a:alpha val="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  <a:prstDash val="solid"/>
          </a:ln>
          <a:effectLst>
            <a:softEdge rad="1778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任意多边形 10"/>
          <p:cNvSpPr/>
          <p:nvPr>
            <p:custDataLst>
              <p:tags r:id="rId8"/>
            </p:custDataLst>
          </p:nvPr>
        </p:nvSpPr>
        <p:spPr>
          <a:xfrm rot="17400000">
            <a:off x="9496425" y="2840355"/>
            <a:ext cx="384810" cy="5471795"/>
          </a:xfrm>
          <a:custGeom>
            <a:avLst/>
            <a:gdLst>
              <a:gd name="connsiteX0" fmla="*/ 432 w 497"/>
              <a:gd name="connsiteY0" fmla="*/ 0 h 8455"/>
              <a:gd name="connsiteX1" fmla="*/ 489 w 497"/>
              <a:gd name="connsiteY1" fmla="*/ 42 h 8455"/>
              <a:gd name="connsiteX2" fmla="*/ 497 w 497"/>
              <a:gd name="connsiteY2" fmla="*/ 8291 h 8455"/>
              <a:gd name="connsiteX3" fmla="*/ 0 w 497"/>
              <a:gd name="connsiteY3" fmla="*/ 8455 h 8455"/>
              <a:gd name="connsiteX4" fmla="*/ 432 w 497"/>
              <a:gd name="connsiteY4" fmla="*/ 0 h 8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" h="8455">
                <a:moveTo>
                  <a:pt x="432" y="0"/>
                </a:moveTo>
                <a:lnTo>
                  <a:pt x="489" y="42"/>
                </a:lnTo>
                <a:lnTo>
                  <a:pt x="497" y="8291"/>
                </a:lnTo>
                <a:lnTo>
                  <a:pt x="0" y="8455"/>
                </a:lnTo>
                <a:lnTo>
                  <a:pt x="432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">
                <a:schemeClr val="accent1"/>
              </a:gs>
              <a:gs pos="30000">
                <a:schemeClr val="accent1">
                  <a:alpha val="50000"/>
                </a:schemeClr>
              </a:gs>
              <a:gs pos="100000">
                <a:schemeClr val="accent1">
                  <a:alpha val="0"/>
                </a:schemeClr>
              </a:gs>
            </a:gsLst>
            <a:lin ang="10800000" scaled="0"/>
          </a:gradFill>
          <a:ln>
            <a:noFill/>
            <a:prstDash val="solid"/>
          </a:ln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>
              <a:sym typeface="+mn-lt"/>
            </a:endParaRPr>
          </a:p>
        </p:txBody>
      </p:sp>
      <p:sp>
        <p:nvSpPr>
          <p:cNvPr id="10" name="任意多边形 9"/>
          <p:cNvSpPr/>
          <p:nvPr>
            <p:custDataLst>
              <p:tags r:id="rId9"/>
            </p:custDataLst>
          </p:nvPr>
        </p:nvSpPr>
        <p:spPr>
          <a:xfrm rot="15240000">
            <a:off x="6005830" y="-1488440"/>
            <a:ext cx="136525" cy="12736830"/>
          </a:xfrm>
          <a:custGeom>
            <a:avLst/>
            <a:gdLst>
              <a:gd name="connsiteX0" fmla="*/ 20 w 215"/>
              <a:gd name="connsiteY0" fmla="*/ 90 h 20058"/>
              <a:gd name="connsiteX1" fmla="*/ 213 w 215"/>
              <a:gd name="connsiteY1" fmla="*/ 0 h 20058"/>
              <a:gd name="connsiteX2" fmla="*/ 63 w 215"/>
              <a:gd name="connsiteY2" fmla="*/ 20052 h 20058"/>
              <a:gd name="connsiteX3" fmla="*/ 0 w 215"/>
              <a:gd name="connsiteY3" fmla="*/ 20058 h 20058"/>
              <a:gd name="connsiteX4" fmla="*/ 20 w 215"/>
              <a:gd name="connsiteY4" fmla="*/ 90 h 20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5" h="20058">
                <a:moveTo>
                  <a:pt x="20" y="90"/>
                </a:moveTo>
                <a:lnTo>
                  <a:pt x="213" y="0"/>
                </a:lnTo>
                <a:cubicBezTo>
                  <a:pt x="235" y="6035"/>
                  <a:pt x="95" y="19645"/>
                  <a:pt x="63" y="20052"/>
                </a:cubicBezTo>
                <a:lnTo>
                  <a:pt x="0" y="20058"/>
                </a:lnTo>
                <a:lnTo>
                  <a:pt x="20" y="9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20000">
                <a:schemeClr val="accent1"/>
              </a:gs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  <a:prstDash val="solid"/>
          </a:ln>
          <a:effectLst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署名"/>
          <p:cNvSpPr txBox="1">
            <a:spLocks noGrp="1"/>
          </p:cNvSpPr>
          <p:nvPr>
            <p:ph type="body" idx="3" hasCustomPrompt="1"/>
            <p:custDataLst>
              <p:tags r:id="rId10"/>
            </p:custDataLst>
          </p:nvPr>
        </p:nvSpPr>
        <p:spPr>
          <a:xfrm>
            <a:off x="1774190" y="4555490"/>
            <a:ext cx="8373110" cy="41719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lvl1pPr marL="0" marR="0" algn="l" defTabSz="914400" rtl="0" eaLnBrk="1" fontAlgn="auto" latinLnBrk="0" hangingPunct="1">
              <a:lnSpc>
                <a:spcPct val="150000"/>
              </a:lnSpc>
              <a:buClrTx/>
              <a:buSzTx/>
              <a:buFontTx/>
              <a:buNone/>
              <a:defRPr kumimoji="0" lang="en-US" sz="2000" b="0" i="0" u="none" strike="noStrike" kern="1200" cap="none" spc="0" normalizeH="0" baseline="0" noProof="1" dirty="0">
                <a:solidFill>
                  <a:schemeClr val="tx1"/>
                </a:solidFill>
                <a:uFillTx/>
                <a:latin typeface="+mn-lt"/>
              </a:defRPr>
            </a:lvl1pPr>
          </a:lstStyle>
          <a:p>
            <a:pPr lvl="0" algn="l">
              <a:lnSpc>
                <a:spcPct val="150000"/>
              </a:lnSpc>
            </a:pPr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8" name="副标题"/>
          <p:cNvSpPr txBox="1">
            <a:spLocks noGrp="1"/>
          </p:cNvSpPr>
          <p:nvPr>
            <p:ph type="body" idx="2" hasCustomPrompt="1"/>
            <p:custDataLst>
              <p:tags r:id="rId11"/>
            </p:custDataLst>
          </p:nvPr>
        </p:nvSpPr>
        <p:spPr>
          <a:xfrm>
            <a:off x="1473835" y="3334385"/>
            <a:ext cx="8673465" cy="9398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800" b="0" i="0" u="none" strike="noStrike" kern="1200" cap="none" spc="0" normalizeH="0" baseline="0" noProof="1" dirty="0" err="1">
                <a:solidFill>
                  <a:schemeClr val="tx1"/>
                </a:solidFill>
                <a:uFillTx/>
                <a:latin typeface="+mj-lt"/>
              </a:defRPr>
            </a:lvl1pPr>
          </a:lstStyle>
          <a:p>
            <a:pPr lvl="0" algn="l">
              <a:lnSpc>
                <a:spcPct val="100000"/>
              </a:lnSpc>
            </a:pPr>
            <a:r>
              <a:rPr>
                <a:latin typeface="+mj-lt"/>
                <a:sym typeface="+mn-ea"/>
              </a:rPr>
              <a:t>Click to add text</a:t>
            </a:r>
            <a:endParaRPr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12"/>
            </p:custDataLst>
          </p:nvPr>
        </p:nvSpPr>
        <p:spPr>
          <a:xfrm>
            <a:off x="1473835" y="209550"/>
            <a:ext cx="9738995" cy="3034665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5800" b="0" i="0" u="none" strike="noStrike" kern="1200" cap="none" spc="0" normalizeH="0" baseline="0" noProof="1" dirty="0">
                <a:gradFill>
                  <a:gsLst>
                    <a:gs pos="14000">
                      <a:schemeClr val="accent1"/>
                    </a:gs>
                    <a:gs pos="92000">
                      <a:schemeClr val="accent1"/>
                    </a:gs>
                    <a:gs pos="54000">
                      <a:schemeClr val="tx1"/>
                    </a:gs>
                  </a:gsLst>
                  <a:lin ang="0" scaled="1"/>
                </a:gradFill>
                <a:latin typeface="+mj-lt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15A922F-1294-4387-9CB3-FCC8465D97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圆: 空心 3"/>
          <p:cNvSpPr/>
          <p:nvPr userDrawn="1">
            <p:custDataLst>
              <p:tags r:id="rId2"/>
            </p:custDataLst>
          </p:nvPr>
        </p:nvSpPr>
        <p:spPr>
          <a:xfrm>
            <a:off x="358140" y="361565"/>
            <a:ext cx="615950" cy="615950"/>
          </a:xfrm>
          <a:prstGeom prst="donut">
            <a:avLst>
              <a:gd name="adj" fmla="val 7946"/>
            </a:avLst>
          </a:prstGeom>
          <a:gradFill flip="none" rotWithShape="1">
            <a:gsLst>
              <a:gs pos="0">
                <a:schemeClr val="accent1"/>
              </a:gs>
              <a:gs pos="52000">
                <a:schemeClr val="accent1">
                  <a:alpha val="0"/>
                </a:schemeClr>
              </a:gs>
            </a:gsLst>
            <a:lin ang="4200000" scaled="0"/>
            <a:tileRect/>
          </a:gra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圆: 空心 4"/>
          <p:cNvSpPr/>
          <p:nvPr userDrawn="1">
            <p:custDataLst>
              <p:tags r:id="rId3"/>
            </p:custDataLst>
          </p:nvPr>
        </p:nvSpPr>
        <p:spPr>
          <a:xfrm>
            <a:off x="339090" y="336800"/>
            <a:ext cx="645795" cy="645795"/>
          </a:xfrm>
          <a:prstGeom prst="donut">
            <a:avLst>
              <a:gd name="adj" fmla="val 14539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圆: 空心 5"/>
          <p:cNvSpPr/>
          <p:nvPr userDrawn="1">
            <p:custDataLst>
              <p:tags r:id="rId4"/>
            </p:custDataLst>
          </p:nvPr>
        </p:nvSpPr>
        <p:spPr>
          <a:xfrm>
            <a:off x="95885" y="83435"/>
            <a:ext cx="1107440" cy="1107440"/>
          </a:xfrm>
          <a:prstGeom prst="donut">
            <a:avLst>
              <a:gd name="adj" fmla="val 18117"/>
            </a:avLst>
          </a:prstGeom>
          <a:gradFill flip="none" rotWithShape="1">
            <a:gsLst>
              <a:gs pos="0">
                <a:schemeClr val="accent1"/>
              </a:gs>
              <a:gs pos="75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正文"/>
          <p:cNvSpPr txBox="1">
            <a:spLocks noGrp="1"/>
          </p:cNvSpPr>
          <p:nvPr>
            <p:ph idx="6" hasCustomPrompt="1"/>
            <p:custDataLst>
              <p:tags r:id="rId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defPPr>
              <a:defRPr lang="en-US">
                <a:latin typeface="+mn-lt"/>
              </a:defRPr>
            </a:defPPr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1pPr>
            <a:lvl2pPr marL="449580" marR="0" lvl="1" indent="-23177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</a:defRPr>
            </a:lvl2pPr>
            <a:lvl3pPr marL="719455" marR="0" lvl="2" indent="-27622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</a:defRPr>
            </a:lvl3pPr>
            <a:lvl4pPr marL="987425" marR="0" lvl="3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tabLst>
                <a:tab pos="899795" algn="l"/>
              </a:tabLst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</a:defRPr>
            </a:lvl4pPr>
            <a:lvl5pPr marL="1256030" marR="0" lvl="4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>
              <a:spcBef>
                <a:spcPts val="1200"/>
              </a:spcBef>
              <a:spcAft>
                <a:spcPts val="0"/>
              </a:spcAft>
            </a:pPr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11" name="标题"/>
          <p:cNvSpPr txBox="1">
            <a:spLocks noGrp="1"/>
          </p:cNvSpPr>
          <p:nvPr>
            <p:ph type="title" idx="5" hasCustomPrompt="1"/>
            <p:custDataLst>
              <p:tags r:id="rId6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0" i="0" u="none" strike="noStrike" kern="1200" cap="none" spc="0" normalizeH="0" baseline="0" noProof="1" dirty="0">
                <a:ln>
                  <a:noFill/>
                  <a:prstDash val="sysDot"/>
                </a:ln>
                <a:gradFill>
                  <a:gsLst>
                    <a:gs pos="14000">
                      <a:schemeClr val="accent1"/>
                    </a:gs>
                    <a:gs pos="92000">
                      <a:schemeClr val="accent1"/>
                    </a:gs>
                    <a:gs pos="54000">
                      <a:schemeClr val="tx1"/>
                    </a:gs>
                  </a:gsLst>
                  <a:lin ang="0" scaled="1"/>
                </a:gradFill>
                <a:latin typeface="+mj-lt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2"/>
            </p:custDataLst>
          </p:nvPr>
        </p:nvSpPr>
        <p:spPr>
          <a:xfrm>
            <a:off x="461645" y="5461000"/>
            <a:ext cx="7330440" cy="12604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8000" b="0" i="0" u="none" strike="noStrike" kern="1200" cap="none" spc="0" normalizeH="0" baseline="0" noProof="1" dirty="0">
                <a:gradFill>
                  <a:gsLst>
                    <a:gs pos="14000">
                      <a:schemeClr val="accent1"/>
                    </a:gs>
                    <a:gs pos="92000">
                      <a:schemeClr val="accent1"/>
                    </a:gs>
                    <a:gs pos="54000">
                      <a:schemeClr val="tx1"/>
                    </a:gs>
                  </a:gsLst>
                  <a:lin ang="0" scaled="1"/>
                </a:gradFill>
                <a:latin typeface="+mj-lt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圆: 空心 4"/>
          <p:cNvSpPr/>
          <p:nvPr>
            <p:custDataLst>
              <p:tags r:id="rId2"/>
            </p:custDataLst>
          </p:nvPr>
        </p:nvSpPr>
        <p:spPr>
          <a:xfrm>
            <a:off x="4152265" y="1443355"/>
            <a:ext cx="735330" cy="735330"/>
          </a:xfrm>
          <a:prstGeom prst="donut">
            <a:avLst>
              <a:gd name="adj" fmla="val 7946"/>
            </a:avLst>
          </a:prstGeom>
          <a:gradFill flip="none" rotWithShape="1">
            <a:gsLst>
              <a:gs pos="0">
                <a:schemeClr val="accent1"/>
              </a:gs>
              <a:gs pos="52000">
                <a:schemeClr val="accent1">
                  <a:alpha val="0"/>
                </a:schemeClr>
              </a:gs>
            </a:gsLst>
            <a:lin ang="4200000" scaled="0"/>
            <a:tileRect/>
          </a:gra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圆: 空心 5"/>
          <p:cNvSpPr/>
          <p:nvPr>
            <p:custDataLst>
              <p:tags r:id="rId3"/>
            </p:custDataLst>
          </p:nvPr>
        </p:nvSpPr>
        <p:spPr>
          <a:xfrm>
            <a:off x="4129405" y="1414145"/>
            <a:ext cx="770890" cy="770890"/>
          </a:xfrm>
          <a:prstGeom prst="donut">
            <a:avLst>
              <a:gd name="adj" fmla="val 14539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圆: 空心 3"/>
          <p:cNvSpPr/>
          <p:nvPr>
            <p:custDataLst>
              <p:tags r:id="rId4"/>
            </p:custDataLst>
          </p:nvPr>
        </p:nvSpPr>
        <p:spPr>
          <a:xfrm>
            <a:off x="3839210" y="1111885"/>
            <a:ext cx="1322070" cy="1322070"/>
          </a:xfrm>
          <a:prstGeom prst="donut">
            <a:avLst>
              <a:gd name="adj" fmla="val 18117"/>
            </a:avLst>
          </a:prstGeom>
          <a:gradFill flip="none" rotWithShape="1">
            <a:gsLst>
              <a:gs pos="0">
                <a:schemeClr val="accent1"/>
              </a:gs>
              <a:gs pos="75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4" name="直接连接符 13"/>
          <p:cNvCxnSpPr/>
          <p:nvPr>
            <p:custDataLst>
              <p:tags r:id="rId5"/>
            </p:custDataLst>
          </p:nvPr>
        </p:nvCxnSpPr>
        <p:spPr>
          <a:xfrm flipH="1">
            <a:off x="4491878" y="2207906"/>
            <a:ext cx="8312" cy="2358369"/>
          </a:xfrm>
          <a:prstGeom prst="line">
            <a:avLst/>
          </a:prstGeom>
          <a:ln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任意多边形 21"/>
          <p:cNvSpPr/>
          <p:nvPr>
            <p:custDataLst>
              <p:tags r:id="rId6"/>
            </p:custDataLst>
          </p:nvPr>
        </p:nvSpPr>
        <p:spPr>
          <a:xfrm rot="7500000" flipV="1">
            <a:off x="5943600" y="3218815"/>
            <a:ext cx="348615" cy="4824095"/>
          </a:xfrm>
          <a:custGeom>
            <a:avLst/>
            <a:gdLst>
              <a:gd name="connsiteX0" fmla="*/ 465 w 549"/>
              <a:gd name="connsiteY0" fmla="*/ 37 h 7846"/>
              <a:gd name="connsiteX1" fmla="*/ 496 w 549"/>
              <a:gd name="connsiteY1" fmla="*/ 0 h 7846"/>
              <a:gd name="connsiteX2" fmla="*/ 549 w 549"/>
              <a:gd name="connsiteY2" fmla="*/ 7116 h 7846"/>
              <a:gd name="connsiteX3" fmla="*/ 0 w 549"/>
              <a:gd name="connsiteY3" fmla="*/ 7846 h 7846"/>
              <a:gd name="connsiteX4" fmla="*/ 465 w 549"/>
              <a:gd name="connsiteY4" fmla="*/ 37 h 78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9" h="7846">
                <a:moveTo>
                  <a:pt x="465" y="37"/>
                </a:moveTo>
                <a:lnTo>
                  <a:pt x="496" y="0"/>
                </a:lnTo>
                <a:lnTo>
                  <a:pt x="549" y="7116"/>
                </a:lnTo>
                <a:lnTo>
                  <a:pt x="0" y="7846"/>
                </a:lnTo>
                <a:lnTo>
                  <a:pt x="465" y="37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">
                <a:schemeClr val="accent1"/>
              </a:gs>
              <a:gs pos="33000">
                <a:schemeClr val="accent1">
                  <a:alpha val="50000"/>
                </a:schemeClr>
              </a:gs>
              <a:gs pos="100000">
                <a:schemeClr val="accent1">
                  <a:alpha val="0"/>
                </a:schemeClr>
              </a:gs>
            </a:gsLst>
            <a:lin ang="10800000" scaled="0"/>
          </a:gradFill>
          <a:ln>
            <a:noFill/>
            <a:prstDash val="solid"/>
          </a:ln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任意多边形 22"/>
          <p:cNvSpPr/>
          <p:nvPr>
            <p:custDataLst>
              <p:tags r:id="rId7"/>
            </p:custDataLst>
          </p:nvPr>
        </p:nvSpPr>
        <p:spPr>
          <a:xfrm rot="6300000">
            <a:off x="5315585" y="-1616710"/>
            <a:ext cx="1153795" cy="13151486"/>
          </a:xfrm>
          <a:custGeom>
            <a:avLst/>
            <a:gdLst>
              <a:gd name="connsiteX0" fmla="*/ 20 w 215"/>
              <a:gd name="connsiteY0" fmla="*/ 90 h 20058"/>
              <a:gd name="connsiteX1" fmla="*/ 213 w 215"/>
              <a:gd name="connsiteY1" fmla="*/ 0 h 20058"/>
              <a:gd name="connsiteX2" fmla="*/ 63 w 215"/>
              <a:gd name="connsiteY2" fmla="*/ 20052 h 20058"/>
              <a:gd name="connsiteX3" fmla="*/ 0 w 215"/>
              <a:gd name="connsiteY3" fmla="*/ 20058 h 20058"/>
              <a:gd name="connsiteX4" fmla="*/ 20 w 215"/>
              <a:gd name="connsiteY4" fmla="*/ 90 h 20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5" h="20058">
                <a:moveTo>
                  <a:pt x="20" y="90"/>
                </a:moveTo>
                <a:lnTo>
                  <a:pt x="213" y="0"/>
                </a:lnTo>
                <a:cubicBezTo>
                  <a:pt x="235" y="6035"/>
                  <a:pt x="95" y="19645"/>
                  <a:pt x="63" y="20052"/>
                </a:cubicBezTo>
                <a:lnTo>
                  <a:pt x="0" y="20058"/>
                </a:lnTo>
                <a:lnTo>
                  <a:pt x="20" y="9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40000"/>
                </a:schemeClr>
              </a:gs>
              <a:gs pos="18000">
                <a:schemeClr val="accent1">
                  <a:alpha val="20000"/>
                </a:schemeClr>
              </a:gs>
              <a:gs pos="100000">
                <a:schemeClr val="accent1">
                  <a:alpha val="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  <a:prstDash val="solid"/>
          </a:ln>
          <a:effectLst>
            <a:softEdge rad="1778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任意多边形 23"/>
          <p:cNvSpPr/>
          <p:nvPr>
            <p:custDataLst>
              <p:tags r:id="rId8"/>
            </p:custDataLst>
          </p:nvPr>
        </p:nvSpPr>
        <p:spPr>
          <a:xfrm rot="4080000" flipH="1">
            <a:off x="2178685" y="2969895"/>
            <a:ext cx="384810" cy="5331460"/>
          </a:xfrm>
          <a:custGeom>
            <a:avLst/>
            <a:gdLst>
              <a:gd name="connsiteX0" fmla="*/ 432 w 497"/>
              <a:gd name="connsiteY0" fmla="*/ 0 h 8455"/>
              <a:gd name="connsiteX1" fmla="*/ 489 w 497"/>
              <a:gd name="connsiteY1" fmla="*/ 42 h 8455"/>
              <a:gd name="connsiteX2" fmla="*/ 497 w 497"/>
              <a:gd name="connsiteY2" fmla="*/ 8291 h 8455"/>
              <a:gd name="connsiteX3" fmla="*/ 0 w 497"/>
              <a:gd name="connsiteY3" fmla="*/ 8455 h 8455"/>
              <a:gd name="connsiteX4" fmla="*/ 432 w 497"/>
              <a:gd name="connsiteY4" fmla="*/ 0 h 8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" h="8455">
                <a:moveTo>
                  <a:pt x="432" y="0"/>
                </a:moveTo>
                <a:lnTo>
                  <a:pt x="489" y="42"/>
                </a:lnTo>
                <a:lnTo>
                  <a:pt x="497" y="8291"/>
                </a:lnTo>
                <a:lnTo>
                  <a:pt x="0" y="8455"/>
                </a:lnTo>
                <a:lnTo>
                  <a:pt x="432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">
                <a:schemeClr val="accent1"/>
              </a:gs>
              <a:gs pos="30000">
                <a:schemeClr val="accent1">
                  <a:alpha val="50000"/>
                </a:schemeClr>
              </a:gs>
              <a:gs pos="100000">
                <a:schemeClr val="accent1">
                  <a:alpha val="0"/>
                </a:schemeClr>
              </a:gs>
            </a:gsLst>
            <a:lin ang="10800000" scaled="0"/>
          </a:gradFill>
          <a:ln>
            <a:noFill/>
            <a:prstDash val="solid"/>
          </a:ln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>
              <a:sym typeface="+mn-lt"/>
            </a:endParaRPr>
          </a:p>
        </p:txBody>
      </p:sp>
      <p:sp>
        <p:nvSpPr>
          <p:cNvPr id="25" name="任意多边形 24"/>
          <p:cNvSpPr/>
          <p:nvPr>
            <p:custDataLst>
              <p:tags r:id="rId9"/>
            </p:custDataLst>
          </p:nvPr>
        </p:nvSpPr>
        <p:spPr>
          <a:xfrm rot="6360000">
            <a:off x="5643245" y="-1477645"/>
            <a:ext cx="136525" cy="12736830"/>
          </a:xfrm>
          <a:custGeom>
            <a:avLst/>
            <a:gdLst>
              <a:gd name="connsiteX0" fmla="*/ 20 w 215"/>
              <a:gd name="connsiteY0" fmla="*/ 90 h 20058"/>
              <a:gd name="connsiteX1" fmla="*/ 213 w 215"/>
              <a:gd name="connsiteY1" fmla="*/ 0 h 20058"/>
              <a:gd name="connsiteX2" fmla="*/ 63 w 215"/>
              <a:gd name="connsiteY2" fmla="*/ 20052 h 20058"/>
              <a:gd name="connsiteX3" fmla="*/ 0 w 215"/>
              <a:gd name="connsiteY3" fmla="*/ 20058 h 20058"/>
              <a:gd name="connsiteX4" fmla="*/ 20 w 215"/>
              <a:gd name="connsiteY4" fmla="*/ 90 h 20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5" h="20058">
                <a:moveTo>
                  <a:pt x="20" y="90"/>
                </a:moveTo>
                <a:lnTo>
                  <a:pt x="213" y="0"/>
                </a:lnTo>
                <a:cubicBezTo>
                  <a:pt x="235" y="6035"/>
                  <a:pt x="95" y="19645"/>
                  <a:pt x="63" y="20052"/>
                </a:cubicBezTo>
                <a:lnTo>
                  <a:pt x="0" y="20058"/>
                </a:lnTo>
                <a:lnTo>
                  <a:pt x="20" y="9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20000">
                <a:schemeClr val="accent1"/>
              </a:gs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  <a:prstDash val="solid"/>
          </a:ln>
          <a:effectLst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节编号"/>
          <p:cNvSpPr txBox="1">
            <a:spLocks noGrp="1"/>
          </p:cNvSpPr>
          <p:nvPr>
            <p:ph type="body" idx="2" hasCustomPrompt="1"/>
            <p:custDataLst>
              <p:tags r:id="rId10"/>
            </p:custDataLst>
          </p:nvPr>
        </p:nvSpPr>
        <p:spPr>
          <a:xfrm>
            <a:off x="4823624" y="1972572"/>
            <a:ext cx="5628640" cy="622697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2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>
                <a:latin typeface="+mn-lt"/>
                <a:sym typeface="+mn-ea"/>
              </a:rPr>
              <a:t>Click to add text</a:t>
            </a:r>
            <a:endParaRPr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11"/>
            </p:custDataLst>
          </p:nvPr>
        </p:nvSpPr>
        <p:spPr>
          <a:xfrm>
            <a:off x="4823460" y="2704465"/>
            <a:ext cx="6529705" cy="299974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5400" b="0" i="0" u="none" strike="noStrike" kern="1200" cap="none" spc="0" normalizeH="0" baseline="0" noProof="1" dirty="0">
                <a:gradFill flip="none" rotWithShape="1">
                  <a:gsLst>
                    <a:gs pos="14000">
                      <a:schemeClr val="accent1"/>
                    </a:gs>
                    <a:gs pos="92000">
                      <a:schemeClr val="accent1"/>
                    </a:gs>
                    <a:gs pos="54000">
                      <a:schemeClr val="tx1"/>
                    </a:gs>
                  </a:gsLst>
                  <a:lin ang="0" scaled="1"/>
                  <a:tileRect/>
                </a:gradFill>
                <a:latin typeface="+mj-lt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圆: 空心 3"/>
          <p:cNvSpPr/>
          <p:nvPr userDrawn="1">
            <p:custDataLst>
              <p:tags r:id="rId2"/>
            </p:custDataLst>
          </p:nvPr>
        </p:nvSpPr>
        <p:spPr>
          <a:xfrm>
            <a:off x="358140" y="361565"/>
            <a:ext cx="615950" cy="615950"/>
          </a:xfrm>
          <a:prstGeom prst="donut">
            <a:avLst>
              <a:gd name="adj" fmla="val 7946"/>
            </a:avLst>
          </a:prstGeom>
          <a:gradFill flip="none" rotWithShape="1">
            <a:gsLst>
              <a:gs pos="0">
                <a:schemeClr val="accent1"/>
              </a:gs>
              <a:gs pos="52000">
                <a:schemeClr val="accent1">
                  <a:alpha val="0"/>
                </a:schemeClr>
              </a:gs>
            </a:gsLst>
            <a:lin ang="4200000" scaled="0"/>
            <a:tileRect/>
          </a:gra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圆: 空心 4"/>
          <p:cNvSpPr/>
          <p:nvPr userDrawn="1">
            <p:custDataLst>
              <p:tags r:id="rId3"/>
            </p:custDataLst>
          </p:nvPr>
        </p:nvSpPr>
        <p:spPr>
          <a:xfrm>
            <a:off x="339090" y="336800"/>
            <a:ext cx="645795" cy="645795"/>
          </a:xfrm>
          <a:prstGeom prst="donut">
            <a:avLst>
              <a:gd name="adj" fmla="val 14539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圆: 空心 5"/>
          <p:cNvSpPr/>
          <p:nvPr userDrawn="1">
            <p:custDataLst>
              <p:tags r:id="rId4"/>
            </p:custDataLst>
          </p:nvPr>
        </p:nvSpPr>
        <p:spPr>
          <a:xfrm>
            <a:off x="95885" y="83435"/>
            <a:ext cx="1107440" cy="1107440"/>
          </a:xfrm>
          <a:prstGeom prst="donut">
            <a:avLst>
              <a:gd name="adj" fmla="val 18117"/>
            </a:avLst>
          </a:prstGeom>
          <a:gradFill flip="none" rotWithShape="1">
            <a:gsLst>
              <a:gs pos="0">
                <a:schemeClr val="accent1"/>
              </a:gs>
              <a:gs pos="75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正文"/>
          <p:cNvSpPr txBox="1">
            <a:spLocks noGrp="1"/>
          </p:cNvSpPr>
          <p:nvPr>
            <p:ph idx="7" hasCustomPrompt="1"/>
            <p:custDataLst>
              <p:tags r:id="rId5"/>
            </p:custDataLst>
          </p:nvPr>
        </p:nvSpPr>
        <p:spPr>
          <a:xfrm>
            <a:off x="6400805" y="1490357"/>
            <a:ext cx="5176800" cy="4759236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>
                <a:latin typeface="+mn-lt"/>
                <a:sym typeface="+mn-ea"/>
              </a:rPr>
              <a:t>Click to add text</a:t>
            </a:r>
            <a:endParaRPr>
              <a:sym typeface="+mn-ea"/>
            </a:endParaRPr>
          </a:p>
        </p:txBody>
      </p:sp>
      <p:sp>
        <p:nvSpPr>
          <p:cNvPr id="13" name="正文"/>
          <p:cNvSpPr txBox="1">
            <a:spLocks noGrp="1"/>
          </p:cNvSpPr>
          <p:nvPr>
            <p:ph idx="6" hasCustomPrompt="1"/>
            <p:custDataLst>
              <p:tags r:id="rId6"/>
            </p:custDataLst>
          </p:nvPr>
        </p:nvSpPr>
        <p:spPr>
          <a:xfrm>
            <a:off x="608400" y="1490357"/>
            <a:ext cx="5176800" cy="4759236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10" name="标题"/>
          <p:cNvSpPr txBox="1">
            <a:spLocks noGrp="1"/>
          </p:cNvSpPr>
          <p:nvPr>
            <p:ph type="title" idx="5" hasCustomPrompt="1"/>
            <p:custDataLst>
              <p:tags r:id="rId7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0" i="0" u="none" strike="noStrike" kern="1200" cap="none" spc="0" normalizeH="0" baseline="0" noProof="1" dirty="0">
                <a:ln>
                  <a:noFill/>
                  <a:prstDash val="sysDot"/>
                </a:ln>
                <a:gradFill>
                  <a:gsLst>
                    <a:gs pos="14000">
                      <a:schemeClr val="accent1"/>
                    </a:gs>
                    <a:gs pos="92000">
                      <a:schemeClr val="accent1"/>
                    </a:gs>
                    <a:gs pos="54000">
                      <a:schemeClr val="tx1"/>
                    </a:gs>
                  </a:gsLst>
                  <a:lin ang="0" scaled="1"/>
                </a:gradFill>
                <a:latin typeface="+mj-lt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圆: 空心 3"/>
          <p:cNvSpPr/>
          <p:nvPr userDrawn="1">
            <p:custDataLst>
              <p:tags r:id="rId2"/>
            </p:custDataLst>
          </p:nvPr>
        </p:nvSpPr>
        <p:spPr>
          <a:xfrm>
            <a:off x="358140" y="361565"/>
            <a:ext cx="615950" cy="615950"/>
          </a:xfrm>
          <a:prstGeom prst="donut">
            <a:avLst>
              <a:gd name="adj" fmla="val 7946"/>
            </a:avLst>
          </a:prstGeom>
          <a:gradFill flip="none" rotWithShape="1">
            <a:gsLst>
              <a:gs pos="0">
                <a:schemeClr val="accent1"/>
              </a:gs>
              <a:gs pos="52000">
                <a:schemeClr val="accent1">
                  <a:alpha val="0"/>
                </a:schemeClr>
              </a:gs>
            </a:gsLst>
            <a:lin ang="4200000" scaled="0"/>
            <a:tileRect/>
          </a:gra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圆: 空心 4"/>
          <p:cNvSpPr/>
          <p:nvPr userDrawn="1">
            <p:custDataLst>
              <p:tags r:id="rId3"/>
            </p:custDataLst>
          </p:nvPr>
        </p:nvSpPr>
        <p:spPr>
          <a:xfrm>
            <a:off x="339090" y="336800"/>
            <a:ext cx="645795" cy="645795"/>
          </a:xfrm>
          <a:prstGeom prst="donut">
            <a:avLst>
              <a:gd name="adj" fmla="val 14539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圆: 空心 5"/>
          <p:cNvSpPr/>
          <p:nvPr userDrawn="1">
            <p:custDataLst>
              <p:tags r:id="rId4"/>
            </p:custDataLst>
          </p:nvPr>
        </p:nvSpPr>
        <p:spPr>
          <a:xfrm>
            <a:off x="95885" y="83435"/>
            <a:ext cx="1107440" cy="1107440"/>
          </a:xfrm>
          <a:prstGeom prst="donut">
            <a:avLst>
              <a:gd name="adj" fmla="val 18117"/>
            </a:avLst>
          </a:prstGeom>
          <a:gradFill flip="none" rotWithShape="1">
            <a:gsLst>
              <a:gs pos="0">
                <a:schemeClr val="accent1"/>
              </a:gs>
              <a:gs pos="75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正文"/>
          <p:cNvSpPr txBox="1">
            <a:spLocks noGrp="1"/>
          </p:cNvSpPr>
          <p:nvPr>
            <p:ph idx="9" hasCustomPrompt="1"/>
            <p:custDataLst>
              <p:tags r:id="rId5"/>
            </p:custDataLst>
          </p:nvPr>
        </p:nvSpPr>
        <p:spPr>
          <a:xfrm>
            <a:off x="6235200" y="1854000"/>
            <a:ext cx="5342400" cy="43956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>
                <a:latin typeface="+mn-lt"/>
                <a:sym typeface="+mn-ea"/>
              </a:rPr>
              <a:t>Click to add text</a:t>
            </a:r>
            <a:endParaRPr>
              <a:sym typeface="+mn-ea"/>
            </a:endParaRPr>
          </a:p>
        </p:txBody>
      </p:sp>
      <p:sp>
        <p:nvSpPr>
          <p:cNvPr id="17" name="标题"/>
          <p:cNvSpPr txBox="1">
            <a:spLocks noGrp="1"/>
          </p:cNvSpPr>
          <p:nvPr>
            <p:ph type="title" idx="8" hasCustomPrompt="1"/>
            <p:custDataLst>
              <p:tags r:id="rId6"/>
            </p:custDataLst>
          </p:nvPr>
        </p:nvSpPr>
        <p:spPr>
          <a:xfrm>
            <a:off x="6235200" y="1429200"/>
            <a:ext cx="5342400" cy="40011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000" b="1" i="0" u="none" strike="noStrike" kern="1200" cap="none" spc="0" normalizeH="0" baseline="0" noProof="1" dirty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>
                <a:latin typeface="+mj-lt"/>
                <a:sym typeface="+mn-ea"/>
              </a:rPr>
              <a:t>Click to add title</a:t>
            </a:r>
            <a:endParaRPr>
              <a:sym typeface="+mn-ea"/>
            </a:endParaRPr>
          </a:p>
        </p:txBody>
      </p:sp>
      <p:sp>
        <p:nvSpPr>
          <p:cNvPr id="16" name="正文"/>
          <p:cNvSpPr txBox="1">
            <a:spLocks noGrp="1"/>
          </p:cNvSpPr>
          <p:nvPr>
            <p:ph idx="7" hasCustomPrompt="1"/>
            <p:custDataLst>
              <p:tags r:id="rId7"/>
            </p:custDataLst>
          </p:nvPr>
        </p:nvSpPr>
        <p:spPr>
          <a:xfrm>
            <a:off x="608400" y="1854000"/>
            <a:ext cx="5342400" cy="43956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>
                <a:latin typeface="+mn-lt"/>
                <a:sym typeface="+mn-ea"/>
              </a:rPr>
              <a:t>Click to add text</a:t>
            </a:r>
            <a:endParaRPr>
              <a:sym typeface="+mn-ea"/>
            </a:endParaRPr>
          </a:p>
        </p:txBody>
      </p:sp>
      <p:sp>
        <p:nvSpPr>
          <p:cNvPr id="15" name="标题"/>
          <p:cNvSpPr txBox="1">
            <a:spLocks noGrp="1"/>
          </p:cNvSpPr>
          <p:nvPr>
            <p:ph type="title" idx="6" hasCustomPrompt="1"/>
            <p:custDataLst>
              <p:tags r:id="rId8"/>
            </p:custDataLst>
          </p:nvPr>
        </p:nvSpPr>
        <p:spPr>
          <a:xfrm>
            <a:off x="608400" y="1429200"/>
            <a:ext cx="5342400" cy="40011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000" b="1" i="0" u="none" strike="noStrike" kern="1200" cap="none" spc="0" normalizeH="0" baseline="0" noProof="1" dirty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>
                <a:latin typeface="+mj-lt"/>
                <a:sym typeface="+mn-ea"/>
              </a:rPr>
              <a:t>Click to add title</a:t>
            </a:r>
            <a:endParaRPr>
              <a:sym typeface="+mn-ea"/>
            </a:endParaRPr>
          </a:p>
        </p:txBody>
      </p:sp>
      <p:sp>
        <p:nvSpPr>
          <p:cNvPr id="13" name="标题"/>
          <p:cNvSpPr txBox="1">
            <a:spLocks noGrp="1"/>
          </p:cNvSpPr>
          <p:nvPr>
            <p:ph type="title" idx="5" hasCustomPrompt="1"/>
            <p:custDataLst>
              <p:tags r:id="rId9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0" i="0" u="none" strike="noStrike" kern="1200" cap="none" spc="0" normalizeH="0" baseline="0" noProof="1" dirty="0">
                <a:ln>
                  <a:noFill/>
                  <a:prstDash val="sysDot"/>
                </a:ln>
                <a:gradFill>
                  <a:gsLst>
                    <a:gs pos="14000">
                      <a:schemeClr val="accent1"/>
                    </a:gs>
                    <a:gs pos="92000">
                      <a:schemeClr val="accent1"/>
                    </a:gs>
                    <a:gs pos="54000">
                      <a:schemeClr val="tx1"/>
                    </a:gs>
                  </a:gsLst>
                  <a:lin ang="0" scaled="1"/>
                </a:gradFill>
                <a:latin typeface="+mj-lt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圆: 空心 3"/>
          <p:cNvSpPr/>
          <p:nvPr userDrawn="1">
            <p:custDataLst>
              <p:tags r:id="rId2"/>
            </p:custDataLst>
          </p:nvPr>
        </p:nvSpPr>
        <p:spPr>
          <a:xfrm>
            <a:off x="358140" y="361565"/>
            <a:ext cx="615950" cy="615950"/>
          </a:xfrm>
          <a:prstGeom prst="donut">
            <a:avLst>
              <a:gd name="adj" fmla="val 7946"/>
            </a:avLst>
          </a:prstGeom>
          <a:gradFill flip="none" rotWithShape="1">
            <a:gsLst>
              <a:gs pos="0">
                <a:schemeClr val="accent1"/>
              </a:gs>
              <a:gs pos="52000">
                <a:schemeClr val="accent1">
                  <a:alpha val="0"/>
                </a:schemeClr>
              </a:gs>
            </a:gsLst>
            <a:lin ang="4200000" scaled="0"/>
            <a:tileRect/>
          </a:gra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圆: 空心 4"/>
          <p:cNvSpPr/>
          <p:nvPr userDrawn="1">
            <p:custDataLst>
              <p:tags r:id="rId3"/>
            </p:custDataLst>
          </p:nvPr>
        </p:nvSpPr>
        <p:spPr>
          <a:xfrm>
            <a:off x="339090" y="336800"/>
            <a:ext cx="645795" cy="645795"/>
          </a:xfrm>
          <a:prstGeom prst="donut">
            <a:avLst>
              <a:gd name="adj" fmla="val 14539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圆: 空心 5"/>
          <p:cNvSpPr/>
          <p:nvPr userDrawn="1">
            <p:custDataLst>
              <p:tags r:id="rId4"/>
            </p:custDataLst>
          </p:nvPr>
        </p:nvSpPr>
        <p:spPr>
          <a:xfrm>
            <a:off x="95885" y="83435"/>
            <a:ext cx="1107440" cy="1107440"/>
          </a:xfrm>
          <a:prstGeom prst="donut">
            <a:avLst>
              <a:gd name="adj" fmla="val 18117"/>
            </a:avLst>
          </a:prstGeom>
          <a:gradFill flip="none" rotWithShape="1">
            <a:gsLst>
              <a:gs pos="0">
                <a:schemeClr val="accent1"/>
              </a:gs>
              <a:gs pos="75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标题"/>
          <p:cNvSpPr txBox="1">
            <a:spLocks noGrp="1"/>
          </p:cNvSpPr>
          <p:nvPr>
            <p:ph type="title" idx="5" hasCustomPrompt="1"/>
            <p:custDataLst>
              <p:tags r:id="rId5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0" i="0" u="none" strike="noStrike" kern="1200" cap="none" spc="0" normalizeH="0" baseline="0" noProof="1" dirty="0">
                <a:ln>
                  <a:noFill/>
                  <a:prstDash val="sysDot"/>
                </a:ln>
                <a:gradFill>
                  <a:gsLst>
                    <a:gs pos="14000">
                      <a:schemeClr val="accent1"/>
                    </a:gs>
                    <a:gs pos="92000">
                      <a:schemeClr val="accent1"/>
                    </a:gs>
                    <a:gs pos="54000">
                      <a:schemeClr val="tx1"/>
                    </a:gs>
                  </a:gsLst>
                  <a:lin ang="0" scaled="1"/>
                </a:gradFill>
                <a:latin typeface="+mj-lt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圆: 空心 3"/>
          <p:cNvSpPr/>
          <p:nvPr userDrawn="1">
            <p:custDataLst>
              <p:tags r:id="rId2"/>
            </p:custDataLst>
          </p:nvPr>
        </p:nvSpPr>
        <p:spPr>
          <a:xfrm>
            <a:off x="358140" y="361565"/>
            <a:ext cx="615950" cy="615950"/>
          </a:xfrm>
          <a:prstGeom prst="donut">
            <a:avLst>
              <a:gd name="adj" fmla="val 7946"/>
            </a:avLst>
          </a:prstGeom>
          <a:gradFill flip="none" rotWithShape="1">
            <a:gsLst>
              <a:gs pos="0">
                <a:schemeClr val="accent1"/>
              </a:gs>
              <a:gs pos="52000">
                <a:schemeClr val="accent1">
                  <a:alpha val="0"/>
                </a:schemeClr>
              </a:gs>
            </a:gsLst>
            <a:lin ang="4200000" scaled="0"/>
            <a:tileRect/>
          </a:gra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圆: 空心 4"/>
          <p:cNvSpPr/>
          <p:nvPr userDrawn="1">
            <p:custDataLst>
              <p:tags r:id="rId3"/>
            </p:custDataLst>
          </p:nvPr>
        </p:nvSpPr>
        <p:spPr>
          <a:xfrm>
            <a:off x="339090" y="336800"/>
            <a:ext cx="645795" cy="645795"/>
          </a:xfrm>
          <a:prstGeom prst="donut">
            <a:avLst>
              <a:gd name="adj" fmla="val 14539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圆: 空心 5"/>
          <p:cNvSpPr/>
          <p:nvPr userDrawn="1">
            <p:custDataLst>
              <p:tags r:id="rId4"/>
            </p:custDataLst>
          </p:nvPr>
        </p:nvSpPr>
        <p:spPr>
          <a:xfrm>
            <a:off x="95885" y="83435"/>
            <a:ext cx="1107440" cy="1107440"/>
          </a:xfrm>
          <a:prstGeom prst="donut">
            <a:avLst>
              <a:gd name="adj" fmla="val 18117"/>
            </a:avLst>
          </a:prstGeom>
          <a:gradFill flip="none" rotWithShape="1">
            <a:gsLst>
              <a:gs pos="0">
                <a:schemeClr val="accent1"/>
              </a:gs>
              <a:gs pos="75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515A922F-1294-4387-9CB3-FCC8465D97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圆: 空心 3"/>
          <p:cNvSpPr/>
          <p:nvPr userDrawn="1">
            <p:custDataLst>
              <p:tags r:id="rId2"/>
            </p:custDataLst>
          </p:nvPr>
        </p:nvSpPr>
        <p:spPr>
          <a:xfrm>
            <a:off x="358140" y="361565"/>
            <a:ext cx="615950" cy="615950"/>
          </a:xfrm>
          <a:prstGeom prst="donut">
            <a:avLst>
              <a:gd name="adj" fmla="val 7946"/>
            </a:avLst>
          </a:prstGeom>
          <a:gradFill flip="none" rotWithShape="1">
            <a:gsLst>
              <a:gs pos="0">
                <a:schemeClr val="accent1"/>
              </a:gs>
              <a:gs pos="52000">
                <a:schemeClr val="accent1">
                  <a:alpha val="0"/>
                </a:schemeClr>
              </a:gs>
            </a:gsLst>
            <a:lin ang="4200000" scaled="0"/>
            <a:tileRect/>
          </a:gra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圆: 空心 4"/>
          <p:cNvSpPr/>
          <p:nvPr userDrawn="1">
            <p:custDataLst>
              <p:tags r:id="rId3"/>
            </p:custDataLst>
          </p:nvPr>
        </p:nvSpPr>
        <p:spPr>
          <a:xfrm>
            <a:off x="339090" y="336800"/>
            <a:ext cx="645795" cy="645795"/>
          </a:xfrm>
          <a:prstGeom prst="donut">
            <a:avLst>
              <a:gd name="adj" fmla="val 14539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圆: 空心 5"/>
          <p:cNvSpPr/>
          <p:nvPr userDrawn="1">
            <p:custDataLst>
              <p:tags r:id="rId4"/>
            </p:custDataLst>
          </p:nvPr>
        </p:nvSpPr>
        <p:spPr>
          <a:xfrm>
            <a:off x="95885" y="83435"/>
            <a:ext cx="1107440" cy="1107440"/>
          </a:xfrm>
          <a:prstGeom prst="donut">
            <a:avLst>
              <a:gd name="adj" fmla="val 18117"/>
            </a:avLst>
          </a:prstGeom>
          <a:gradFill flip="none" rotWithShape="1">
            <a:gsLst>
              <a:gs pos="0">
                <a:schemeClr val="accent1"/>
              </a:gs>
              <a:gs pos="75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正文"/>
          <p:cNvSpPr txBox="1">
            <a:spLocks noGrp="1"/>
          </p:cNvSpPr>
          <p:nvPr>
            <p:ph idx="1" hasCustomPrompt="1"/>
            <p:custDataLst>
              <p:tags r:id="rId5"/>
            </p:custDataLst>
          </p:nvPr>
        </p:nvSpPr>
        <p:spPr>
          <a:xfrm>
            <a:off x="695960" y="360045"/>
            <a:ext cx="10801985" cy="581787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圆: 空心 3"/>
          <p:cNvSpPr/>
          <p:nvPr userDrawn="1">
            <p:custDataLst>
              <p:tags r:id="rId2"/>
            </p:custDataLst>
          </p:nvPr>
        </p:nvSpPr>
        <p:spPr>
          <a:xfrm>
            <a:off x="358140" y="361565"/>
            <a:ext cx="615950" cy="615950"/>
          </a:xfrm>
          <a:prstGeom prst="donut">
            <a:avLst>
              <a:gd name="adj" fmla="val 7946"/>
            </a:avLst>
          </a:prstGeom>
          <a:gradFill flip="none" rotWithShape="1">
            <a:gsLst>
              <a:gs pos="0">
                <a:schemeClr val="accent1"/>
              </a:gs>
              <a:gs pos="52000">
                <a:schemeClr val="accent1">
                  <a:alpha val="0"/>
                </a:schemeClr>
              </a:gs>
            </a:gsLst>
            <a:lin ang="4200000" scaled="0"/>
            <a:tileRect/>
          </a:gra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圆: 空心 4"/>
          <p:cNvSpPr/>
          <p:nvPr userDrawn="1">
            <p:custDataLst>
              <p:tags r:id="rId3"/>
            </p:custDataLst>
          </p:nvPr>
        </p:nvSpPr>
        <p:spPr>
          <a:xfrm>
            <a:off x="339090" y="336800"/>
            <a:ext cx="645795" cy="645795"/>
          </a:xfrm>
          <a:prstGeom prst="donut">
            <a:avLst>
              <a:gd name="adj" fmla="val 14539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圆: 空心 5"/>
          <p:cNvSpPr/>
          <p:nvPr userDrawn="1">
            <p:custDataLst>
              <p:tags r:id="rId4"/>
            </p:custDataLst>
          </p:nvPr>
        </p:nvSpPr>
        <p:spPr>
          <a:xfrm>
            <a:off x="95885" y="83435"/>
            <a:ext cx="1107440" cy="1107440"/>
          </a:xfrm>
          <a:prstGeom prst="donut">
            <a:avLst>
              <a:gd name="adj" fmla="val 18117"/>
            </a:avLst>
          </a:prstGeom>
          <a:gradFill flip="none" rotWithShape="1">
            <a:gsLst>
              <a:gs pos="0">
                <a:schemeClr val="accent1"/>
              </a:gs>
              <a:gs pos="75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副标题"/>
          <p:cNvSpPr txBox="1">
            <a:spLocks noGrp="1"/>
          </p:cNvSpPr>
          <p:nvPr>
            <p:ph type="body" idx="2" hasCustomPrompt="1"/>
            <p:custDataLst>
              <p:tags r:id="rId5"/>
            </p:custDataLst>
          </p:nvPr>
        </p:nvSpPr>
        <p:spPr>
          <a:xfrm>
            <a:off x="695960" y="1301750"/>
            <a:ext cx="10799088" cy="405553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000" b="0" i="0" u="none" strike="noStrike" kern="1200" cap="none" spc="0" normalizeH="0" baseline="0" noProof="1" dirty="0">
                <a:solidFill>
                  <a:schemeClr val="tx1"/>
                </a:solidFill>
                <a:uFillTx/>
                <a:latin typeface="+mj-lt"/>
              </a:defRPr>
            </a:lvl1pPr>
          </a:lstStyle>
          <a:p>
            <a:pPr lvl="0" algn="l"/>
            <a:r>
              <a:rPr dirty="0">
                <a:latin typeface="+mj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6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0" i="0" u="none" strike="noStrike" kern="1200" cap="none" spc="0" normalizeH="0" baseline="0" noProof="1" dirty="0">
                <a:ln>
                  <a:noFill/>
                  <a:prstDash val="sysDot"/>
                </a:ln>
                <a:gradFill>
                  <a:gsLst>
                    <a:gs pos="14000">
                      <a:schemeClr val="accent1"/>
                    </a:gs>
                    <a:gs pos="92000">
                      <a:schemeClr val="accent1"/>
                    </a:gs>
                    <a:gs pos="54000">
                      <a:schemeClr val="tx1"/>
                    </a:gs>
                  </a:gsLst>
                  <a:lin ang="0" scaled="1"/>
                </a:gradFill>
                <a:latin typeface="+mj-lt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圆: 空心 11"/>
          <p:cNvSpPr/>
          <p:nvPr>
            <p:custDataLst>
              <p:tags r:id="rId2"/>
            </p:custDataLst>
          </p:nvPr>
        </p:nvSpPr>
        <p:spPr>
          <a:xfrm>
            <a:off x="1423035" y="1768475"/>
            <a:ext cx="915035" cy="915035"/>
          </a:xfrm>
          <a:prstGeom prst="donut">
            <a:avLst>
              <a:gd name="adj" fmla="val 7946"/>
            </a:avLst>
          </a:prstGeom>
          <a:gradFill flip="none" rotWithShape="1">
            <a:gsLst>
              <a:gs pos="0">
                <a:schemeClr val="accent1"/>
              </a:gs>
              <a:gs pos="52000">
                <a:schemeClr val="accent1">
                  <a:alpha val="0"/>
                </a:schemeClr>
              </a:gs>
            </a:gsLst>
            <a:lin ang="4200000" scaled="0"/>
            <a:tileRect/>
          </a:gra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圆: 空心 12"/>
          <p:cNvSpPr/>
          <p:nvPr>
            <p:custDataLst>
              <p:tags r:id="rId3"/>
            </p:custDataLst>
          </p:nvPr>
        </p:nvSpPr>
        <p:spPr>
          <a:xfrm>
            <a:off x="1395095" y="1731645"/>
            <a:ext cx="959485" cy="959485"/>
          </a:xfrm>
          <a:prstGeom prst="donut">
            <a:avLst>
              <a:gd name="adj" fmla="val 14539"/>
            </a:avLst>
          </a:prstGeom>
          <a:gradFill flip="none" rotWithShape="1">
            <a:gsLst>
              <a:gs pos="0">
                <a:schemeClr val="accent1">
                  <a:alpha val="40000"/>
                </a:schemeClr>
              </a:gs>
              <a:gs pos="100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圆: 空心 10"/>
          <p:cNvSpPr/>
          <p:nvPr>
            <p:custDataLst>
              <p:tags r:id="rId4"/>
            </p:custDataLst>
          </p:nvPr>
        </p:nvSpPr>
        <p:spPr>
          <a:xfrm>
            <a:off x="1033780" y="1355725"/>
            <a:ext cx="1645285" cy="1645285"/>
          </a:xfrm>
          <a:prstGeom prst="donut">
            <a:avLst>
              <a:gd name="adj" fmla="val 18117"/>
            </a:avLst>
          </a:prstGeom>
          <a:gradFill flip="none" rotWithShape="1">
            <a:gsLst>
              <a:gs pos="0">
                <a:schemeClr val="accent1"/>
              </a:gs>
              <a:gs pos="75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0" name="直接连接符 9"/>
          <p:cNvCxnSpPr/>
          <p:nvPr>
            <p:custDataLst>
              <p:tags r:id="rId5"/>
            </p:custDataLst>
          </p:nvPr>
        </p:nvCxnSpPr>
        <p:spPr>
          <a:xfrm flipH="1">
            <a:off x="1573306" y="3979863"/>
            <a:ext cx="0" cy="68400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任意多边形 8"/>
          <p:cNvSpPr/>
          <p:nvPr>
            <p:custDataLst>
              <p:tags r:id="rId6"/>
            </p:custDataLst>
          </p:nvPr>
        </p:nvSpPr>
        <p:spPr>
          <a:xfrm rot="3180000">
            <a:off x="5642610" y="3151505"/>
            <a:ext cx="348615" cy="4824095"/>
          </a:xfrm>
          <a:custGeom>
            <a:avLst/>
            <a:gdLst>
              <a:gd name="connsiteX0" fmla="*/ 465 w 549"/>
              <a:gd name="connsiteY0" fmla="*/ 37 h 7846"/>
              <a:gd name="connsiteX1" fmla="*/ 496 w 549"/>
              <a:gd name="connsiteY1" fmla="*/ 0 h 7846"/>
              <a:gd name="connsiteX2" fmla="*/ 549 w 549"/>
              <a:gd name="connsiteY2" fmla="*/ 7116 h 7846"/>
              <a:gd name="connsiteX3" fmla="*/ 0 w 549"/>
              <a:gd name="connsiteY3" fmla="*/ 7846 h 7846"/>
              <a:gd name="connsiteX4" fmla="*/ 465 w 549"/>
              <a:gd name="connsiteY4" fmla="*/ 37 h 78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9" h="7846">
                <a:moveTo>
                  <a:pt x="465" y="37"/>
                </a:moveTo>
                <a:lnTo>
                  <a:pt x="496" y="0"/>
                </a:lnTo>
                <a:lnTo>
                  <a:pt x="549" y="7116"/>
                </a:lnTo>
                <a:lnTo>
                  <a:pt x="0" y="7846"/>
                </a:lnTo>
                <a:lnTo>
                  <a:pt x="465" y="37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">
                <a:schemeClr val="accent1"/>
              </a:gs>
              <a:gs pos="33000">
                <a:schemeClr val="accent1">
                  <a:alpha val="50000"/>
                </a:schemeClr>
              </a:gs>
              <a:gs pos="100000">
                <a:schemeClr val="accent1">
                  <a:alpha val="0"/>
                </a:schemeClr>
              </a:gs>
            </a:gsLst>
            <a:lin ang="10800000" scaled="0"/>
          </a:gradFill>
          <a:ln>
            <a:noFill/>
            <a:prstDash val="solid"/>
          </a:ln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任意多边形 13"/>
          <p:cNvSpPr/>
          <p:nvPr>
            <p:custDataLst>
              <p:tags r:id="rId7"/>
            </p:custDataLst>
          </p:nvPr>
        </p:nvSpPr>
        <p:spPr>
          <a:xfrm rot="15120000">
            <a:off x="5316220" y="-1681480"/>
            <a:ext cx="1153795" cy="13151486"/>
          </a:xfrm>
          <a:custGeom>
            <a:avLst/>
            <a:gdLst>
              <a:gd name="connsiteX0" fmla="*/ 20 w 215"/>
              <a:gd name="connsiteY0" fmla="*/ 90 h 20058"/>
              <a:gd name="connsiteX1" fmla="*/ 213 w 215"/>
              <a:gd name="connsiteY1" fmla="*/ 0 h 20058"/>
              <a:gd name="connsiteX2" fmla="*/ 63 w 215"/>
              <a:gd name="connsiteY2" fmla="*/ 20052 h 20058"/>
              <a:gd name="connsiteX3" fmla="*/ 0 w 215"/>
              <a:gd name="connsiteY3" fmla="*/ 20058 h 20058"/>
              <a:gd name="connsiteX4" fmla="*/ 20 w 215"/>
              <a:gd name="connsiteY4" fmla="*/ 90 h 20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5" h="20058">
                <a:moveTo>
                  <a:pt x="20" y="90"/>
                </a:moveTo>
                <a:lnTo>
                  <a:pt x="213" y="0"/>
                </a:lnTo>
                <a:cubicBezTo>
                  <a:pt x="235" y="6035"/>
                  <a:pt x="95" y="19645"/>
                  <a:pt x="63" y="20052"/>
                </a:cubicBezTo>
                <a:lnTo>
                  <a:pt x="0" y="20058"/>
                </a:lnTo>
                <a:lnTo>
                  <a:pt x="20" y="9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40000"/>
                </a:schemeClr>
              </a:gs>
              <a:gs pos="18000">
                <a:schemeClr val="accent1">
                  <a:alpha val="20000"/>
                </a:schemeClr>
              </a:gs>
              <a:gs pos="100000">
                <a:schemeClr val="accent1">
                  <a:alpha val="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  <a:prstDash val="solid"/>
          </a:ln>
          <a:effectLst>
            <a:softEdge rad="1778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任意多边形 14"/>
          <p:cNvSpPr/>
          <p:nvPr>
            <p:custDataLst>
              <p:tags r:id="rId8"/>
            </p:custDataLst>
          </p:nvPr>
        </p:nvSpPr>
        <p:spPr>
          <a:xfrm rot="17400000">
            <a:off x="9496425" y="2840355"/>
            <a:ext cx="384810" cy="5471795"/>
          </a:xfrm>
          <a:custGeom>
            <a:avLst/>
            <a:gdLst>
              <a:gd name="connsiteX0" fmla="*/ 432 w 497"/>
              <a:gd name="connsiteY0" fmla="*/ 0 h 8455"/>
              <a:gd name="connsiteX1" fmla="*/ 489 w 497"/>
              <a:gd name="connsiteY1" fmla="*/ 42 h 8455"/>
              <a:gd name="connsiteX2" fmla="*/ 497 w 497"/>
              <a:gd name="connsiteY2" fmla="*/ 8291 h 8455"/>
              <a:gd name="connsiteX3" fmla="*/ 0 w 497"/>
              <a:gd name="connsiteY3" fmla="*/ 8455 h 8455"/>
              <a:gd name="connsiteX4" fmla="*/ 432 w 497"/>
              <a:gd name="connsiteY4" fmla="*/ 0 h 8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" h="8455">
                <a:moveTo>
                  <a:pt x="432" y="0"/>
                </a:moveTo>
                <a:lnTo>
                  <a:pt x="489" y="42"/>
                </a:lnTo>
                <a:lnTo>
                  <a:pt x="497" y="8291"/>
                </a:lnTo>
                <a:lnTo>
                  <a:pt x="0" y="8455"/>
                </a:lnTo>
                <a:lnTo>
                  <a:pt x="432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">
                <a:schemeClr val="accent1"/>
              </a:gs>
              <a:gs pos="30000">
                <a:schemeClr val="accent1">
                  <a:alpha val="50000"/>
                </a:schemeClr>
              </a:gs>
              <a:gs pos="100000">
                <a:schemeClr val="accent1">
                  <a:alpha val="0"/>
                </a:schemeClr>
              </a:gs>
            </a:gsLst>
            <a:lin ang="10800000" scaled="0"/>
          </a:gradFill>
          <a:ln>
            <a:noFill/>
            <a:prstDash val="solid"/>
          </a:ln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>
              <a:sym typeface="+mn-lt"/>
            </a:endParaRPr>
          </a:p>
        </p:txBody>
      </p:sp>
      <p:sp>
        <p:nvSpPr>
          <p:cNvPr id="16" name="任意多边形 15"/>
          <p:cNvSpPr/>
          <p:nvPr>
            <p:custDataLst>
              <p:tags r:id="rId9"/>
            </p:custDataLst>
          </p:nvPr>
        </p:nvSpPr>
        <p:spPr>
          <a:xfrm rot="15240000">
            <a:off x="6005830" y="-1488440"/>
            <a:ext cx="136525" cy="12736830"/>
          </a:xfrm>
          <a:custGeom>
            <a:avLst/>
            <a:gdLst>
              <a:gd name="connsiteX0" fmla="*/ 20 w 215"/>
              <a:gd name="connsiteY0" fmla="*/ 90 h 20058"/>
              <a:gd name="connsiteX1" fmla="*/ 213 w 215"/>
              <a:gd name="connsiteY1" fmla="*/ 0 h 20058"/>
              <a:gd name="connsiteX2" fmla="*/ 63 w 215"/>
              <a:gd name="connsiteY2" fmla="*/ 20052 h 20058"/>
              <a:gd name="connsiteX3" fmla="*/ 0 w 215"/>
              <a:gd name="connsiteY3" fmla="*/ 20058 h 20058"/>
              <a:gd name="connsiteX4" fmla="*/ 20 w 215"/>
              <a:gd name="connsiteY4" fmla="*/ 90 h 20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5" h="20058">
                <a:moveTo>
                  <a:pt x="20" y="90"/>
                </a:moveTo>
                <a:lnTo>
                  <a:pt x="213" y="0"/>
                </a:lnTo>
                <a:cubicBezTo>
                  <a:pt x="235" y="6035"/>
                  <a:pt x="95" y="19645"/>
                  <a:pt x="63" y="20052"/>
                </a:cubicBezTo>
                <a:lnTo>
                  <a:pt x="0" y="20058"/>
                </a:lnTo>
                <a:lnTo>
                  <a:pt x="20" y="9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20000">
                <a:schemeClr val="accent1"/>
              </a:gs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  <a:prstDash val="solid"/>
          </a:ln>
          <a:effectLst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署名"/>
          <p:cNvSpPr txBox="1">
            <a:spLocks noGrp="1"/>
          </p:cNvSpPr>
          <p:nvPr>
            <p:ph type="body" idx="2" hasCustomPrompt="1"/>
            <p:custDataLst>
              <p:tags r:id="rId10"/>
            </p:custDataLst>
          </p:nvPr>
        </p:nvSpPr>
        <p:spPr>
          <a:xfrm>
            <a:off x="1843371" y="4248898"/>
            <a:ext cx="8310146" cy="421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lvl1pPr marL="0" marR="0" algn="l" defTabSz="914400" rtl="0" eaLnBrk="1" fontAlgn="auto" latinLnBrk="0" hangingPunct="1">
              <a:lnSpc>
                <a:spcPct val="150000"/>
              </a:lnSpc>
              <a:buClrTx/>
              <a:buSzTx/>
              <a:buFontTx/>
              <a:buNone/>
              <a:defRPr kumimoji="0" lang="en-US" sz="2000" b="0" i="0" u="none" strike="noStrike" kern="1200" cap="none" spc="0" normalizeH="0" baseline="0" noProof="1" dirty="0">
                <a:solidFill>
                  <a:schemeClr val="tx1"/>
                </a:solidFill>
                <a:uFillTx/>
                <a:latin typeface="+mn-lt"/>
              </a:defRPr>
            </a:lvl1pPr>
          </a:lstStyle>
          <a:p>
            <a:pPr lvl="0" algn="l">
              <a:lnSpc>
                <a:spcPct val="150000"/>
              </a:lnSpc>
            </a:pPr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11"/>
            </p:custDataLst>
          </p:nvPr>
        </p:nvSpPr>
        <p:spPr>
          <a:xfrm>
            <a:off x="1480185" y="2044065"/>
            <a:ext cx="8673465" cy="170434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8000" b="0" i="0" u="none" strike="noStrike" kern="1200" cap="none" spc="0" normalizeH="0" baseline="0" noProof="1" dirty="0">
                <a:gradFill>
                  <a:gsLst>
                    <a:gs pos="14000">
                      <a:schemeClr val="accent1"/>
                    </a:gs>
                    <a:gs pos="92000">
                      <a:schemeClr val="accent1"/>
                    </a:gs>
                    <a:gs pos="54000">
                      <a:schemeClr val="tx1"/>
                    </a:gs>
                  </a:gsLst>
                  <a:lin ang="0" scaled="1"/>
                </a:gradFill>
                <a:latin typeface="+mj-lt"/>
              </a:defRPr>
            </a:lvl1pPr>
          </a:lstStyle>
          <a:p>
            <a:pPr lvl="0"/>
            <a:r>
              <a:rPr dirty="0" err="1">
                <a:latin typeface="+mj-lt"/>
                <a:sym typeface="+mn-ea"/>
              </a:rPr>
              <a:t>Click to add title</a:t>
            </a:r>
            <a:endParaRPr dirty="0" err="1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1" Type="http://schemas.openxmlformats.org/officeDocument/2006/relationships/theme" Target="../theme/theme2.xml"/><Relationship Id="rId20" Type="http://schemas.openxmlformats.org/officeDocument/2006/relationships/tags" Target="../tags/tag109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108.xml"/><Relationship Id="rId18" Type="http://schemas.openxmlformats.org/officeDocument/2006/relationships/tags" Target="../tags/tag107.xml"/><Relationship Id="rId17" Type="http://schemas.openxmlformats.org/officeDocument/2006/relationships/tags" Target="../tags/tag106.xml"/><Relationship Id="rId16" Type="http://schemas.openxmlformats.org/officeDocument/2006/relationships/tags" Target="../tags/tag105.xml"/><Relationship Id="rId15" Type="http://schemas.openxmlformats.org/officeDocument/2006/relationships/tags" Target="../tags/tag104.xml"/><Relationship Id="rId14" Type="http://schemas.openxmlformats.org/officeDocument/2006/relationships/tags" Target="../tags/tag103.xml"/><Relationship Id="rId13" Type="http://schemas.openxmlformats.org/officeDocument/2006/relationships/tags" Target="../tags/tag102.xml"/><Relationship Id="rId12" Type="http://schemas.openxmlformats.org/officeDocument/2006/relationships/tags" Target="../tags/tag101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: 空心 3"/>
          <p:cNvSpPr/>
          <p:nvPr userDrawn="1">
            <p:custDataLst>
              <p:tags r:id="rId12"/>
            </p:custDataLst>
          </p:nvPr>
        </p:nvSpPr>
        <p:spPr>
          <a:xfrm>
            <a:off x="358140" y="361565"/>
            <a:ext cx="615950" cy="615950"/>
          </a:xfrm>
          <a:prstGeom prst="donut">
            <a:avLst>
              <a:gd name="adj" fmla="val 7946"/>
            </a:avLst>
          </a:prstGeom>
          <a:gradFill flip="none" rotWithShape="1">
            <a:gsLst>
              <a:gs pos="0">
                <a:schemeClr val="accent1"/>
              </a:gs>
              <a:gs pos="52000">
                <a:schemeClr val="accent1">
                  <a:alpha val="0"/>
                </a:schemeClr>
              </a:gs>
            </a:gsLst>
            <a:lin ang="4200000" scaled="0"/>
            <a:tileRect/>
          </a:gra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0" name="圆: 空心 4"/>
          <p:cNvSpPr/>
          <p:nvPr userDrawn="1">
            <p:custDataLst>
              <p:tags r:id="rId13"/>
            </p:custDataLst>
          </p:nvPr>
        </p:nvSpPr>
        <p:spPr>
          <a:xfrm>
            <a:off x="339090" y="336800"/>
            <a:ext cx="645795" cy="645795"/>
          </a:xfrm>
          <a:prstGeom prst="donut">
            <a:avLst>
              <a:gd name="adj" fmla="val 14539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1" name="圆: 空心 5"/>
          <p:cNvSpPr/>
          <p:nvPr userDrawn="1">
            <p:custDataLst>
              <p:tags r:id="rId14"/>
            </p:custDataLst>
          </p:nvPr>
        </p:nvSpPr>
        <p:spPr>
          <a:xfrm>
            <a:off x="95885" y="83435"/>
            <a:ext cx="1107440" cy="1107440"/>
          </a:xfrm>
          <a:prstGeom prst="donut">
            <a:avLst>
              <a:gd name="adj" fmla="val 18117"/>
            </a:avLst>
          </a:prstGeom>
          <a:gradFill flip="none" rotWithShape="1">
            <a:gsLst>
              <a:gs pos="0">
                <a:schemeClr val="accent1"/>
              </a:gs>
              <a:gs pos="75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2" name="日期占位符 11"/>
          <p:cNvSpPr>
            <a:spLocks noGrp="1"/>
          </p:cNvSpPr>
          <p:nvPr>
            <p:ph type="dt" sz="half" idx="10"/>
            <p:custDataLst>
              <p:tags r:id="rId15"/>
            </p:custDataLst>
          </p:nvPr>
        </p:nvSpPr>
        <p:spPr>
          <a:xfrm>
            <a:off x="69596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13" name="页脚占位符 12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>
          <a:xfrm>
            <a:off x="8753983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fld id="{515A922F-1294-4387-9CB3-FCC8465D972A}" type="slidenum">
              <a:rPr lang="en-US" smtClean="0"/>
            </a:fld>
            <a:endParaRPr lang="en-US"/>
          </a:p>
        </p:txBody>
      </p:sp>
      <p:sp>
        <p:nvSpPr>
          <p:cNvPr id="3" name="标题占位符 2"/>
          <p:cNvSpPr>
            <a:spLocks noGrp="1"/>
          </p:cNvSpPr>
          <p:nvPr>
            <p:ph type="title"/>
            <p:custDataLst>
              <p:tags r:id="rId18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marR="0" lvl="0" fontAlgn="auto">
              <a:lnSpc>
                <a:spcPct val="100000"/>
              </a:lnSpc>
              <a:buClrTx/>
              <a:buSzTx/>
              <a:buFontTx/>
            </a:pPr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idx="1"/>
            <p:custDataLst>
              <p:tags r:id="rId19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/>
          <a:p>
            <a:pPr marR="0" lvl="0" fontAlgn="auto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Char char="●"/>
            </a:pPr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2" name="KSO_TEMPLATE" hidden="1"/>
          <p:cNvSpPr/>
          <p:nvPr userDrawn="1">
            <p:custDataLst>
              <p:tags r:id="rId2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bg1"/>
          </a:solidFill>
          <a:ln>
            <a:solidFill>
              <a:srgbClr val="DCD6CA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0" lang="en-US" sz="3200" b="0" i="0" u="none" strike="noStrike" kern="1200" cap="none" spc="0" normalizeH="0" baseline="0" smtClean="0">
          <a:ln>
            <a:noFill/>
            <a:prstDash val="sysDot"/>
          </a:ln>
          <a:gradFill>
            <a:gsLst>
              <a:gs pos="14000">
                <a:schemeClr val="accent1"/>
              </a:gs>
              <a:gs pos="92000">
                <a:schemeClr val="accent1"/>
              </a:gs>
              <a:gs pos="54000">
                <a:schemeClr val="tx1"/>
              </a:gs>
            </a:gsLst>
            <a:lin ang="0" scaled="1"/>
          </a:gradFill>
          <a:latin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0" lang="en-US" sz="1800" b="0" i="0" u="none" strike="noStrike" kern="1200" cap="none" spc="0" normalizeH="0" baseline="0" dirty="0" smtClean="0">
          <a:ln>
            <a:noFill/>
            <a:prstDash val="sysDot"/>
          </a:ln>
          <a:solidFill>
            <a:schemeClr val="tx1"/>
          </a:solidFill>
          <a:uFillTx/>
          <a:latin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0" lang="en-US" sz="1600" b="0" i="0" u="none" strike="noStrike" kern="1200" cap="none" spc="150" normalizeH="0" baseline="0" dirty="0" smtClean="0">
          <a:ln>
            <a:noFill/>
            <a:prstDash val="sysDot"/>
          </a:ln>
          <a:solidFill>
            <a:schemeClr val="tx1"/>
          </a:solidFill>
          <a:uFillTx/>
          <a:latin typeface="+mn-ea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0" lang="en-US" sz="1600" b="0" i="0" u="none" strike="noStrike" kern="1200" cap="none" spc="150" normalizeH="0" baseline="0" dirty="0" smtClean="0">
          <a:ln>
            <a:noFill/>
            <a:prstDash val="sysDot"/>
          </a:ln>
          <a:solidFill>
            <a:schemeClr val="tx1"/>
          </a:solidFill>
          <a:uFillTx/>
          <a:latin typeface="+mn-ea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0" lang="en-US" sz="1400" b="0" i="0" u="none" strike="noStrike" kern="1200" cap="none" spc="150" normalizeH="0" baseline="0" dirty="0" smtClean="0">
          <a:ln>
            <a:noFill/>
            <a:prstDash val="sysDot"/>
          </a:ln>
          <a:solidFill>
            <a:schemeClr val="tx1"/>
          </a:solidFill>
          <a:uFillTx/>
          <a:latin typeface="+mn-ea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0" lang="en-US" sz="1400" b="0" i="0" u="none" strike="noStrike" kern="1200" cap="none" spc="150" normalizeH="0" baseline="0" dirty="0" smtClean="0">
          <a:ln>
            <a:noFill/>
            <a:prstDash val="sysDot"/>
          </a:ln>
          <a:solidFill>
            <a:schemeClr val="tx1"/>
          </a:solidFill>
          <a:uFillTx/>
          <a:latin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tags" Target="../tags/tag113.xml"/><Relationship Id="rId3" Type="http://schemas.openxmlformats.org/officeDocument/2006/relationships/tags" Target="../tags/tag112.xml"/><Relationship Id="rId2" Type="http://schemas.openxmlformats.org/officeDocument/2006/relationships/tags" Target="../tags/tag111.xml"/><Relationship Id="rId1" Type="http://schemas.openxmlformats.org/officeDocument/2006/relationships/tags" Target="../tags/tag1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2"/>
          <p:cNvSpPr>
            <a:spLocks noGrp="1"/>
          </p:cNvSpPr>
          <p:nvPr>
            <p:ph type="body" idx="3"/>
            <p:custDataLst>
              <p:tags r:id="rId1"/>
            </p:custDataLst>
          </p:nvPr>
        </p:nvSpPr>
        <p:spPr>
          <a:xfrm>
            <a:off x="1774190" y="4555490"/>
            <a:ext cx="8373110" cy="417195"/>
          </a:xfrm>
        </p:spPr>
        <p:txBody>
          <a:bodyPr>
            <a:normAutofit lnSpcReduction="20000"/>
          </a:bodyPr>
          <a:lstStyle/>
          <a:p>
            <a:r>
              <a:rPr lang="en-US">
                <a:ea typeface="+mn-ea"/>
              </a:rPr>
              <a:t>Name</a:t>
            </a:r>
            <a:endParaRPr lang="en-US">
              <a:ea typeface="+mn-ea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2"/>
            <p:custDataLst>
              <p:tags r:id="rId2"/>
            </p:custDataLst>
          </p:nvPr>
        </p:nvSpPr>
        <p:spPr>
          <a:prstGeom prst="rect">
            <a:avLst/>
          </a:prstGeom>
          <a:noFill/>
          <a:ln>
            <a:noFill/>
            <a:prstDash val="sysDash"/>
          </a:ln>
        </p:spPr>
        <p:txBody>
          <a:bodyPr/>
          <a:p>
            <a:endParaRPr lang="en-US">
              <a:ea typeface="+mn-ea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title" idx="1"/>
            <p:custDataLst>
              <p:tags r:id="rId3"/>
            </p:custDataLst>
          </p:nvPr>
        </p:nvSpPr>
        <p:spPr>
          <a:xfrm>
            <a:off x="1473835" y="209550"/>
            <a:ext cx="9738995" cy="3034665"/>
          </a:xfrm>
        </p:spPr>
        <p:txBody>
          <a:bodyPr/>
          <a:lstStyle/>
          <a:p>
            <a:r>
              <a:rPr lang="en-US" dirty="0">
                <a:ea typeface="+mj-ea"/>
              </a:rPr>
              <a:t>Your title here</a:t>
            </a:r>
            <a:endParaRPr lang="en-US" dirty="0">
              <a:ea typeface="+mj-ea"/>
            </a:endParaRPr>
          </a:p>
        </p:txBody>
      </p:sp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*i*8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ISCONTENTSTITLE" val="0"/>
  <p:tag name="KSO_WM_UNIT_ISNUMDGMTITLE" val="0"/>
  <p:tag name="KSO_WM_UNIT_PRESET_TEXT" val="Click to add subtitle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i"/>
  <p:tag name="KSO_WM_UNIT_INDEX" val="2"/>
  <p:tag name="KSO_WM_UNIT_ID" val="_2*i*2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i"/>
  <p:tag name="KSO_WM_UNIT_INDEX" val="3"/>
  <p:tag name="KSO_WM_UNIT_ID" val="_2*i*3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i"/>
  <p:tag name="KSO_WM_UNIT_INDEX" val="4"/>
  <p:tag name="KSO_WM_UNIT_ID" val="_2*i*4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2"/>
  <p:tag name="KSO_WM_UNIT_ID" val="_4*i*2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4"/>
  <p:tag name="KSO_WM_UNIT_ID" val="_4*i*4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4*i*5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4*i*6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4*i*7"/>
  <p:tag name="KSO_WM_UNIT_LAYERLEVEL" val="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4*i*8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PRESET_TEXT" val="PART ONE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CONTENT_GROUP_TYPE" val="contentchip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i"/>
  <p:tag name="KSO_WM_UNIT_INDEX" val="2"/>
  <p:tag name="KSO_WM_UNIT_ID" val="_5*i*2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i"/>
  <p:tag name="KSO_WM_UNIT_INDEX" val="3"/>
  <p:tag name="KSO_WM_UNIT_ID" val="_5*i*3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i"/>
  <p:tag name="KSO_WM_UNIT_INDEX" val="4"/>
  <p:tag name="KSO_WM_UNIT_ID" val="_5*i*4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i"/>
  <p:tag name="KSO_WM_UNIT_INDEX" val="2"/>
  <p:tag name="KSO_WM_UNIT_ID" val="_6*i*2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i"/>
  <p:tag name="KSO_WM_UNIT_INDEX" val="3"/>
  <p:tag name="KSO_WM_UNIT_ID" val="_6*i*3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i"/>
  <p:tag name="KSO_WM_UNIT_INDEX" val="4"/>
  <p:tag name="KSO_WM_UNIT_ID" val="_6*i*4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i"/>
  <p:tag name="KSO_WM_UNIT_INDEX" val="2"/>
  <p:tag name="KSO_WM_UNIT_ID" val="_7*i*2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i"/>
  <p:tag name="KSO_WM_UNIT_INDEX" val="3"/>
  <p:tag name="KSO_WM_UNIT_ID" val="_7*i*3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i"/>
  <p:tag name="KSO_WM_UNIT_INDEX" val="4"/>
  <p:tag name="KSO_WM_UNIT_ID" val="_7*i*4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i"/>
  <p:tag name="KSO_WM_UNIT_INDEX" val="2"/>
  <p:tag name="KSO_WM_UNIT_ID" val="_8*i*2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i"/>
  <p:tag name="KSO_WM_UNIT_INDEX" val="3"/>
  <p:tag name="KSO_WM_UNIT_ID" val="_8*i*3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i"/>
  <p:tag name="KSO_WM_UNIT_INDEX" val="4"/>
  <p:tag name="KSO_WM_UNIT_ID" val="_8*i*4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i"/>
  <p:tag name="KSO_WM_UNIT_INDEX" val="2"/>
  <p:tag name="KSO_WM_UNIT_ID" val="_9*i*2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i"/>
  <p:tag name="KSO_WM_UNIT_INDEX" val="3"/>
  <p:tag name="KSO_WM_UNIT_ID" val="_9*i*3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i"/>
  <p:tag name="KSO_WM_UNIT_INDEX" val="4"/>
  <p:tag name="KSO_WM_UNIT_ID" val="_9*i*4"/>
  <p:tag name="KSO_WM_UNIT_LAYERLEVEL" val="1"/>
  <p:tag name="KSO_WM_TAG_VERSION" val="3.0"/>
  <p:tag name="KSO_WM_BEAUTIFY_FLAG" val="#wm#"/>
</p:tagLst>
</file>

<file path=ppt/tags/tag76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i"/>
  <p:tag name="KSO_WM_UNIT_INDEX" val="2"/>
  <p:tag name="KSO_WM_UNIT_ID" val="_10*i*2"/>
  <p:tag name="KSO_WM_UNIT_LAYERLEVEL" val="1"/>
  <p:tag name="KSO_WM_TAG_VERSION" val="3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i"/>
  <p:tag name="KSO_WM_UNIT_INDEX" val="3"/>
  <p:tag name="KSO_WM_UNIT_ID" val="_10*i*3"/>
  <p:tag name="KSO_WM_UNIT_LAYERLEVEL" val="1"/>
  <p:tag name="KSO_WM_TAG_VERSION" val="3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i"/>
  <p:tag name="KSO_WM_UNIT_INDEX" val="4"/>
  <p:tag name="KSO_WM_UNIT_ID" val="_10*i*4"/>
  <p:tag name="KSO_WM_UNIT_LAYERLEVEL" val="1"/>
  <p:tag name="KSO_WM_TAG_VERSION" val="3.0"/>
  <p:tag name="KSO_WM_BEAUTIFY_FLAG" val="#wm#"/>
</p:tagLst>
</file>

<file path=ppt/tags/tag8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选择预设副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8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4"/>
  <p:tag name="KSO_WM_UNIT_ID" val="_11*i*4"/>
  <p:tag name="KSO_WM_UNIT_LAYERLEVEL" val="1"/>
  <p:tag name="KSO_WM_TAG_VERSION" val="3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1*i*5"/>
  <p:tag name="KSO_WM_UNIT_LAYERLEVEL" val="1"/>
  <p:tag name="KSO_WM_TAG_VERSION" val="3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1*i*6"/>
  <p:tag name="KSO_WM_UNIT_LAYERLEVEL" val="1"/>
  <p:tag name="KSO_WM_TAG_VERSION" val="3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1*i*7"/>
  <p:tag name="KSO_WM_UNIT_LAYERLEVEL" val="1"/>
  <p:tag name="KSO_WM_TAG_VERSION" val="3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1*i*8"/>
  <p:tag name="KSO_WM_UNIT_LAYERLEVEL" val="1"/>
  <p:tag name="KSO_WM_TAG_VERSION" val="3.0"/>
  <p:tag name="KSO_WM_BEAUTIFY_FLAG" val="#wm#"/>
</p:tagLst>
</file>

<file path=ppt/tags/tag96.xml><?xml version="1.0" encoding="utf-8"?>
<p:tagLst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</p:tagLst>
</file>

<file path=ppt/tags/tag97.xml><?xml version="1.0" encoding="utf-8"?>
<p:tagLst xmlns:p="http://schemas.openxmlformats.org/presentationml/2006/main">
  <p:tag name="KSO_WM_UNIT_ISCONTENTSTITLE" val="0"/>
  <p:tag name="KSO_WM_UNIT_ISNUMDGMTITLE" val="0"/>
  <p:tag name="KSO_WM_UNIT_PRESET_TEXT" val="THANKS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i"/>
  <p:tag name="KSO_WM_UNIT_INDEX" val="3"/>
  <p:tag name="KSO_WM_UNIT_ID" val="_0*i*3"/>
  <p:tag name="KSO_WM_UNIT_LAYERLEVEL" val="1"/>
  <p:tag name="KSO_WM_TAG_VERSION" val="3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0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3430"/>
</p:tagLst>
</file>

<file path=ppt/tags/tag108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3430"/>
</p:tagLst>
</file>

<file path=ppt/tags/tag109.xml><?xml version="1.0" encoding="utf-8"?>
<p:tagLst xmlns:p="http://schemas.openxmlformats.org/presentationml/2006/main">
  <p:tag name="KSO_WM_TEMPLATE_THUMBS_INDEX" val="1、9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430"/>
</p:tagLst>
</file>

<file path=ppt/tags/tag110.xml><?xml version="1.0" encoding="utf-8"?>
<p:tagLst xmlns:p="http://schemas.openxmlformats.org/presentationml/2006/main">
  <p:tag name="KSO_WM_UNIT_SUBTYPE" val="b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f"/>
  <p:tag name="KSO_WM_UNIT_INDEX" val="1"/>
  <p:tag name="KSO_WM_UNIT_ID" val="custom20233430_1*f*1"/>
  <p:tag name="KSO_WM_TEMPLATE_CATEGORY" val="custom"/>
  <p:tag name="KSO_WM_TEMPLATE_INDEX" val="20233430"/>
  <p:tag name="KSO_WM_UNIT_LAYERLEVEL" val="1"/>
  <p:tag name="KSO_WM_TAG_VERSION" val="3.0"/>
  <p:tag name="KSO_WM_BEAUTIFY_FLAG" val="#wm#"/>
  <p:tag name="KSO_WM_UNIT_PRESET_TEXT" val="Name"/>
</p:tagLst>
</file>

<file path=ppt/tags/tag11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b"/>
  <p:tag name="KSO_WM_UNIT_INDEX" val="1"/>
  <p:tag name="KSO_WM_UNIT_ID" val="_1*b*1"/>
  <p:tag name="KSO_WM_TEMPLATE_CATEGORY" val="custom"/>
  <p:tag name="KSO_WM_TEMPLATE_INDEX" val="20233430"/>
  <p:tag name="KSO_WM_UNIT_LAYERLEVEL" val="1"/>
  <p:tag name="KSO_WM_TAG_VERSION" val="3.0"/>
  <p:tag name="KSO_WM_BEAUTIFY_FLAG" val="#wm#"/>
  <p:tag name="KSO_WM_UNIT_PRESET_TEXT" val="Click to add subtitle"/>
</p:tagLst>
</file>

<file path=ppt/tags/tag11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custom20233430_1*a*1"/>
  <p:tag name="KSO_WM_TEMPLATE_CATEGORY" val="custom"/>
  <p:tag name="KSO_WM_TEMPLATE_INDEX" val="20233430"/>
  <p:tag name="KSO_WM_UNIT_LAYERLEVEL" val="1"/>
  <p:tag name="KSO_WM_TAG_VERSION" val="3.0"/>
  <p:tag name="KSO_WM_BEAUTIFY_FLAG" val="#wm#"/>
  <p:tag name="KSO_WM_UNIT_PRESET_TEXT" val="Your title here"/>
</p:tagLst>
</file>

<file path=ppt/tags/tag113.xml><?xml version="1.0" encoding="utf-8"?>
<p:tagLst xmlns:p="http://schemas.openxmlformats.org/presentationml/2006/main">
  <p:tag name="KSO_WM_TEMPLATE_THUMBS_INDEX" val="1、9"/>
  <p:tag name="KSO_WM_SLIDE_CONTENT_AREA" val="{&quot;left&quot;:&quot;81.45&quot;,&quot;top&quot;:&quot;106.8&quot;,&quot;width&quot;:&quot;739.1&quot;,&quot;height&quot;:&quot;290.25&quot;}"/>
  <p:tag name="KSO_WM_SPECIAL_SOURCE" val="bdnull"/>
  <p:tag name="KSO_WM_SLIDE_ID" val="custom20233430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30"/>
  <p:tag name="KSO_WM_SLIDE_LAYOUT" val="a_b_f"/>
  <p:tag name="KSO_WM_SLIDE_LAYOUT_CNT" val="1_1_1"/>
  <p:tag name="KSO_WM_SLIDE_THEME_ID" val="3303277"/>
  <p:tag name="KSO_WM_SLIDE_THEME_NAME" val="Green Tech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自定义 86">
      <a:dk1>
        <a:srgbClr val="000000"/>
      </a:dk1>
      <a:lt1>
        <a:srgbClr val="FFFFFF"/>
      </a:lt1>
      <a:dk2>
        <a:srgbClr val="003E29"/>
      </a:dk2>
      <a:lt2>
        <a:srgbClr val="E6E6E6"/>
      </a:lt2>
      <a:accent1>
        <a:srgbClr val="1FFFB5"/>
      </a:accent1>
      <a:accent2>
        <a:srgbClr val="2EE8C3"/>
      </a:accent2>
      <a:accent3>
        <a:srgbClr val="3DD2D1"/>
      </a:accent3>
      <a:accent4>
        <a:srgbClr val="4BBBE0"/>
      </a:accent4>
      <a:accent5>
        <a:srgbClr val="5AA5EE"/>
      </a:accent5>
      <a:accent6>
        <a:srgbClr val="698EFC"/>
      </a:accent6>
      <a:hlink>
        <a:srgbClr val="4472C4"/>
      </a:hlink>
      <a:folHlink>
        <a:srgbClr val="EEEEEE"/>
      </a:folHlink>
    </a:clrScheme>
    <a:fontScheme name="字体-简约">
      <a:majorFont>
        <a:latin typeface="Manrope ExtraBold"/>
        <a:ea typeface="Manrope ExtraBold"/>
        <a:cs typeface=""/>
      </a:majorFont>
      <a:minorFont>
        <a:latin typeface="Lato"/>
        <a:ea typeface="Lat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rgbClr val="DCD6CA"/>
          </a:solidFill>
          <a:prstDash val="solid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</Words>
  <Application>WPS Presentation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14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Lato</vt:lpstr>
      <vt:lpstr>Alex Brush</vt:lpstr>
      <vt:lpstr>Manrope ExtraBold</vt:lpstr>
      <vt:lpstr>Wingdings</vt:lpstr>
      <vt:lpstr>Office Theme</vt:lpstr>
      <vt:lpstr>1_Office Theme</vt:lpstr>
      <vt:lpstr>Your title here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Admin</dc:creator>
  <cp:lastModifiedBy>Muhammad Poyonov</cp:lastModifiedBy>
  <cp:revision>3</cp:revision>
  <dcterms:created xsi:type="dcterms:W3CDTF">2025-07-23T00:59:00Z</dcterms:created>
  <dcterms:modified xsi:type="dcterms:W3CDTF">2026-05-11T07:33:31Z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1F9C9C2431AF4C55805B23FA95B5D58D_11</vt:lpwstr>
  </property>
  <property fmtid="{D5CDD505-2E9C-101B-9397-08002B2CF9AE}" pid="3" name="KSOProductBuildVer">
    <vt:lpwstr>1033-12.1.0.25862</vt:lpwstr>
  </property>
</Properties>
</file>