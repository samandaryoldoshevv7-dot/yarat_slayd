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2" Type="http://schemas.openxmlformats.org/officeDocument/2006/relationships/tags" Target="../tags/tag28.xml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3" Type="http://schemas.openxmlformats.org/officeDocument/2006/relationships/tags" Target="../tags/tag40.xml"/><Relationship Id="rId12" Type="http://schemas.openxmlformats.org/officeDocument/2006/relationships/tags" Target="../tags/tag39.xml"/><Relationship Id="rId11" Type="http://schemas.openxmlformats.org/officeDocument/2006/relationships/tags" Target="../tags/tag38.xml"/><Relationship Id="rId10" Type="http://schemas.openxmlformats.org/officeDocument/2006/relationships/tags" Target="../tags/tag37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48.xml"/><Relationship Id="rId8" Type="http://schemas.openxmlformats.org/officeDocument/2006/relationships/tags" Target="../tags/tag47.xml"/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2" Type="http://schemas.openxmlformats.org/officeDocument/2006/relationships/tags" Target="../tags/tag51.xml"/><Relationship Id="rId11" Type="http://schemas.openxmlformats.org/officeDocument/2006/relationships/tags" Target="../tags/tag50.xml"/><Relationship Id="rId10" Type="http://schemas.openxmlformats.org/officeDocument/2006/relationships/tags" Target="../tags/tag49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59.xml"/><Relationship Id="rId8" Type="http://schemas.openxmlformats.org/officeDocument/2006/relationships/tags" Target="../tags/tag58.xml"/><Relationship Id="rId7" Type="http://schemas.openxmlformats.org/officeDocument/2006/relationships/tags" Target="../tags/tag57.xml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3" Type="http://schemas.openxmlformats.org/officeDocument/2006/relationships/tags" Target="../tags/tag63.xml"/><Relationship Id="rId12" Type="http://schemas.openxmlformats.org/officeDocument/2006/relationships/tags" Target="../tags/tag62.xml"/><Relationship Id="rId11" Type="http://schemas.openxmlformats.org/officeDocument/2006/relationships/tags" Target="../tags/tag61.xml"/><Relationship Id="rId10" Type="http://schemas.openxmlformats.org/officeDocument/2006/relationships/tags" Target="../tags/tag6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5" Type="http://schemas.openxmlformats.org/officeDocument/2006/relationships/tags" Target="../tags/tag77.xml"/><Relationship Id="rId14" Type="http://schemas.openxmlformats.org/officeDocument/2006/relationships/tags" Target="../tags/tag76.xml"/><Relationship Id="rId13" Type="http://schemas.openxmlformats.org/officeDocument/2006/relationships/tags" Target="../tags/tag75.xml"/><Relationship Id="rId12" Type="http://schemas.openxmlformats.org/officeDocument/2006/relationships/tags" Target="../tags/tag74.xml"/><Relationship Id="rId11" Type="http://schemas.openxmlformats.org/officeDocument/2006/relationships/tags" Target="../tags/tag73.xml"/><Relationship Id="rId10" Type="http://schemas.openxmlformats.org/officeDocument/2006/relationships/tags" Target="../tags/tag7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85.xml"/><Relationship Id="rId8" Type="http://schemas.openxmlformats.org/officeDocument/2006/relationships/tags" Target="../tags/tag84.xml"/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1" Type="http://schemas.openxmlformats.org/officeDocument/2006/relationships/tags" Target="../tags/tag87.xml"/><Relationship Id="rId10" Type="http://schemas.openxmlformats.org/officeDocument/2006/relationships/tags" Target="../tags/tag8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95.xml"/><Relationship Id="rId8" Type="http://schemas.openxmlformats.org/officeDocument/2006/relationships/tags" Target="../tags/tag94.xml"/><Relationship Id="rId7" Type="http://schemas.openxmlformats.org/officeDocument/2006/relationships/tags" Target="../tags/tag93.xml"/><Relationship Id="rId6" Type="http://schemas.openxmlformats.org/officeDocument/2006/relationships/tags" Target="../tags/tag92.xml"/><Relationship Id="rId5" Type="http://schemas.openxmlformats.org/officeDocument/2006/relationships/tags" Target="../tags/tag91.xml"/><Relationship Id="rId4" Type="http://schemas.openxmlformats.org/officeDocument/2006/relationships/tags" Target="../tags/tag90.xml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0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104.xml"/><Relationship Id="rId8" Type="http://schemas.openxmlformats.org/officeDocument/2006/relationships/tags" Target="../tags/tag103.xml"/><Relationship Id="rId7" Type="http://schemas.openxmlformats.org/officeDocument/2006/relationships/tags" Target="../tags/tag102.xml"/><Relationship Id="rId6" Type="http://schemas.openxmlformats.org/officeDocument/2006/relationships/tags" Target="../tags/tag101.xml"/><Relationship Id="rId5" Type="http://schemas.openxmlformats.org/officeDocument/2006/relationships/tags" Target="../tags/tag100.xml"/><Relationship Id="rId4" Type="http://schemas.openxmlformats.org/officeDocument/2006/relationships/tags" Target="../tags/tag99.xml"/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1" Type="http://schemas.openxmlformats.org/officeDocument/2006/relationships/tags" Target="../tags/tag106.xml"/><Relationship Id="rId10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114.xml"/><Relationship Id="rId8" Type="http://schemas.openxmlformats.org/officeDocument/2006/relationships/tags" Target="../tags/tag113.xml"/><Relationship Id="rId7" Type="http://schemas.openxmlformats.org/officeDocument/2006/relationships/tags" Target="../tags/tag112.xml"/><Relationship Id="rId6" Type="http://schemas.openxmlformats.org/officeDocument/2006/relationships/tags" Target="../tags/tag111.xml"/><Relationship Id="rId5" Type="http://schemas.openxmlformats.org/officeDocument/2006/relationships/tags" Target="../tags/tag110.xml"/><Relationship Id="rId4" Type="http://schemas.openxmlformats.org/officeDocument/2006/relationships/tags" Target="../tags/tag109.xml"/><Relationship Id="rId3" Type="http://schemas.openxmlformats.org/officeDocument/2006/relationships/tags" Target="../tags/tag108.xml"/><Relationship Id="rId2" Type="http://schemas.openxmlformats.org/officeDocument/2006/relationships/tags" Target="../tags/tag107.xml"/><Relationship Id="rId12" Type="http://schemas.openxmlformats.org/officeDocument/2006/relationships/tags" Target="../tags/tag117.xml"/><Relationship Id="rId11" Type="http://schemas.openxmlformats.org/officeDocument/2006/relationships/tags" Target="../tags/tag116.xml"/><Relationship Id="rId10" Type="http://schemas.openxmlformats.org/officeDocument/2006/relationships/tags" Target="../tags/tag115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125.xml"/><Relationship Id="rId8" Type="http://schemas.openxmlformats.org/officeDocument/2006/relationships/tags" Target="../tags/tag124.xml"/><Relationship Id="rId7" Type="http://schemas.openxmlformats.org/officeDocument/2006/relationships/tags" Target="../tags/tag123.xml"/><Relationship Id="rId6" Type="http://schemas.openxmlformats.org/officeDocument/2006/relationships/tags" Target="../tags/tag122.xml"/><Relationship Id="rId5" Type="http://schemas.openxmlformats.org/officeDocument/2006/relationships/tags" Target="../tags/tag121.xml"/><Relationship Id="rId4" Type="http://schemas.openxmlformats.org/officeDocument/2006/relationships/tags" Target="../tags/tag120.xml"/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8" Type="http://schemas.openxmlformats.org/officeDocument/2006/relationships/tags" Target="../tags/tag134.xml"/><Relationship Id="rId17" Type="http://schemas.openxmlformats.org/officeDocument/2006/relationships/tags" Target="../tags/tag133.xml"/><Relationship Id="rId16" Type="http://schemas.openxmlformats.org/officeDocument/2006/relationships/tags" Target="../tags/tag132.xml"/><Relationship Id="rId15" Type="http://schemas.openxmlformats.org/officeDocument/2006/relationships/tags" Target="../tags/tag131.xml"/><Relationship Id="rId14" Type="http://schemas.openxmlformats.org/officeDocument/2006/relationships/tags" Target="../tags/tag130.xml"/><Relationship Id="rId13" Type="http://schemas.openxmlformats.org/officeDocument/2006/relationships/tags" Target="../tags/tag129.xml"/><Relationship Id="rId12" Type="http://schemas.openxmlformats.org/officeDocument/2006/relationships/tags" Target="../tags/tag128.xml"/><Relationship Id="rId11" Type="http://schemas.openxmlformats.org/officeDocument/2006/relationships/tags" Target="../tags/tag127.xml"/><Relationship Id="rId10" Type="http://schemas.openxmlformats.org/officeDocument/2006/relationships/tags" Target="../tags/tag126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署名"/>
          <p:cNvSpPr txBox="1">
            <a:spLocks noGrp="1"/>
          </p:cNvSpPr>
          <p:nvPr>
            <p:ph type="body" idx="18" hasCustomPrompt="1"/>
            <p:custDataLst>
              <p:tags r:id="rId2"/>
            </p:custDataLst>
          </p:nvPr>
        </p:nvSpPr>
        <p:spPr>
          <a:xfrm>
            <a:off x="1144905" y="4086225"/>
            <a:ext cx="2369820" cy="342900"/>
          </a:xfrm>
          <a:prstGeom prst="parallelogram">
            <a:avLst>
              <a:gd name="adj" fmla="val 104814"/>
            </a:avLst>
          </a:prstGeom>
          <a:gradFill>
            <a:gsLst>
              <a:gs pos="34000">
                <a:schemeClr val="accent1"/>
              </a:gs>
              <a:gs pos="100000">
                <a:schemeClr val="accent2"/>
              </a:gs>
            </a:gsLst>
            <a:lin ang="0" scaled="0"/>
          </a:gradFill>
        </p:spPr>
        <p:txBody>
          <a:bodyPr wrap="square" lIns="0" tIns="0" rIns="0" bIns="0" rtlCol="0" anchor="ctr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400" b="0" i="0" u="none" strike="noStrike" kern="1200" cap="none" spc="0" normalizeH="0" baseline="0" noProof="1" dirty="0">
                <a:solidFill>
                  <a:srgbClr val="FFFFFF"/>
                </a:solidFill>
                <a:latin typeface="+mn-lt"/>
                <a:sym typeface="+mn-ea"/>
              </a:defRPr>
            </a:lvl1pPr>
          </a:lstStyle>
          <a:p>
            <a:pPr lvl="0" algn="ctr">
              <a:lnSpc>
                <a:spcPct val="100000"/>
              </a:lnSpc>
              <a:buClrTx/>
              <a:buSzTx/>
              <a:buFontTx/>
            </a:pPr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1" name="副标题"/>
          <p:cNvSpPr>
            <a:spLocks noGrp="1"/>
          </p:cNvSpPr>
          <p:nvPr>
            <p:ph type="title" idx="16" hasCustomPrompt="1"/>
            <p:custDataLst>
              <p:tags r:id="rId3"/>
            </p:custDataLst>
          </p:nvPr>
        </p:nvSpPr>
        <p:spPr>
          <a:xfrm>
            <a:off x="1144905" y="1204595"/>
            <a:ext cx="7926070" cy="2223770"/>
          </a:xfrm>
          <a:prstGeom prst="rect">
            <a:avLst/>
          </a:prstGeom>
          <a:noFill/>
        </p:spPr>
        <p:txBody>
          <a:bodyPr wrap="square" lIns="91440" tIns="0" rIns="91440" bIns="0" rtlCol="0" anchor="b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800" b="0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4"/>
            </p:custDataLst>
          </p:nvPr>
        </p:nvSpPr>
        <p:spPr>
          <a:xfrm>
            <a:off x="9629140" y="-635"/>
            <a:ext cx="1785620" cy="6864350"/>
          </a:xfrm>
          <a:prstGeom prst="rect">
            <a:avLst/>
          </a:prstGeom>
          <a:gradFill>
            <a:gsLst>
              <a:gs pos="42000">
                <a:schemeClr val="accent5">
                  <a:alpha val="0"/>
                </a:schemeClr>
              </a:gs>
              <a:gs pos="100000">
                <a:schemeClr val="accent5">
                  <a:alpha val="82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7" name="矩形 6"/>
          <p:cNvSpPr/>
          <p:nvPr>
            <p:custDataLst>
              <p:tags r:id="rId5"/>
            </p:custDataLst>
          </p:nvPr>
        </p:nvSpPr>
        <p:spPr>
          <a:xfrm>
            <a:off x="9607550" y="-635"/>
            <a:ext cx="1785620" cy="6864350"/>
          </a:xfrm>
          <a:prstGeom prst="rect">
            <a:avLst/>
          </a:prstGeom>
          <a:noFill/>
          <a:ln w="19050">
            <a:gradFill>
              <a:gsLst>
                <a:gs pos="100000">
                  <a:schemeClr val="accent5">
                    <a:alpha val="0"/>
                  </a:schemeClr>
                </a:gs>
                <a:gs pos="0">
                  <a:schemeClr val="accent2">
                    <a:alpha val="70000"/>
                  </a:schemeClr>
                </a:gs>
              </a:gsLst>
              <a:lin ang="108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9" name="流程图: 过程 7"/>
          <p:cNvSpPr/>
          <p:nvPr>
            <p:custDataLst>
              <p:tags r:id="rId6"/>
            </p:custDataLst>
          </p:nvPr>
        </p:nvSpPr>
        <p:spPr>
          <a:xfrm>
            <a:off x="6664960" y="981710"/>
            <a:ext cx="3535045" cy="5888355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-1" fmla="*/ 0 w 10039"/>
              <a:gd name="connsiteY0-2" fmla="*/ 5589 h 10000"/>
              <a:gd name="connsiteX1-3" fmla="*/ 10039 w 10039"/>
              <a:gd name="connsiteY1-4" fmla="*/ 0 h 10000"/>
              <a:gd name="connsiteX2-5" fmla="*/ 10039 w 10039"/>
              <a:gd name="connsiteY2-6" fmla="*/ 10000 h 10000"/>
              <a:gd name="connsiteX3-7" fmla="*/ 39 w 10039"/>
              <a:gd name="connsiteY3-8" fmla="*/ 10000 h 10000"/>
              <a:gd name="connsiteX4-9" fmla="*/ 0 w 10039"/>
              <a:gd name="connsiteY4-10" fmla="*/ 5589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39" h="10000">
                <a:moveTo>
                  <a:pt x="0" y="5589"/>
                </a:moveTo>
                <a:lnTo>
                  <a:pt x="10039" y="0"/>
                </a:lnTo>
                <a:lnTo>
                  <a:pt x="10039" y="10000"/>
                </a:lnTo>
                <a:lnTo>
                  <a:pt x="39" y="10000"/>
                </a:lnTo>
                <a:cubicBezTo>
                  <a:pt x="26" y="8530"/>
                  <a:pt x="13" y="7059"/>
                  <a:pt x="0" y="5589"/>
                </a:cubicBezTo>
                <a:close/>
              </a:path>
            </a:pathLst>
          </a:custGeom>
          <a:gradFill flip="none" rotWithShape="1">
            <a:gsLst>
              <a:gs pos="59000">
                <a:schemeClr val="accent5">
                  <a:alpha val="0"/>
                </a:schemeClr>
              </a:gs>
              <a:gs pos="66000">
                <a:schemeClr val="accent2">
                  <a:alpha val="0"/>
                </a:schemeClr>
              </a:gs>
              <a:gs pos="10000">
                <a:schemeClr val="accent5">
                  <a:alpha val="60000"/>
                </a:schemeClr>
              </a:gs>
              <a:gs pos="0">
                <a:schemeClr val="accent5">
                  <a:alpha val="80000"/>
                </a:schemeClr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10" name="流程图: 过程 7"/>
          <p:cNvSpPr/>
          <p:nvPr>
            <p:custDataLst>
              <p:tags r:id="rId7"/>
            </p:custDataLst>
          </p:nvPr>
        </p:nvSpPr>
        <p:spPr>
          <a:xfrm>
            <a:off x="6722110" y="1073150"/>
            <a:ext cx="3448050" cy="5795645"/>
          </a:xfrm>
          <a:custGeom>
            <a:avLst/>
            <a:gdLst>
              <a:gd name="connsiteX0" fmla="*/ 0 w 5430"/>
              <a:gd name="connsiteY0" fmla="*/ 5046 h 9088"/>
              <a:gd name="connsiteX1" fmla="*/ 5430 w 5430"/>
              <a:gd name="connsiteY1" fmla="*/ 0 h 9088"/>
              <a:gd name="connsiteX2" fmla="*/ 5430 w 5430"/>
              <a:gd name="connsiteY2" fmla="*/ 9088 h 9088"/>
              <a:gd name="connsiteX3" fmla="*/ 21 w 5430"/>
              <a:gd name="connsiteY3" fmla="*/ 9088 h 9088"/>
              <a:gd name="connsiteX4" fmla="*/ 0 w 5430"/>
              <a:gd name="connsiteY4" fmla="*/ 5046 h 9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30" h="9088">
                <a:moveTo>
                  <a:pt x="0" y="5046"/>
                </a:moveTo>
                <a:lnTo>
                  <a:pt x="5430" y="0"/>
                </a:lnTo>
                <a:lnTo>
                  <a:pt x="5430" y="9088"/>
                </a:lnTo>
                <a:lnTo>
                  <a:pt x="21" y="9088"/>
                </a:lnTo>
                <a:lnTo>
                  <a:pt x="0" y="5046"/>
                </a:lnTo>
                <a:close/>
              </a:path>
            </a:pathLst>
          </a:custGeom>
          <a:noFill/>
          <a:ln w="19050">
            <a:gradFill flip="none" rotWithShape="1">
              <a:gsLst>
                <a:gs pos="67000">
                  <a:schemeClr val="accent5">
                    <a:alpha val="0"/>
                  </a:schemeClr>
                </a:gs>
                <a:gs pos="0">
                  <a:schemeClr val="accent2">
                    <a:alpha val="70000"/>
                  </a:schemeClr>
                </a:gs>
                <a:gs pos="8000">
                  <a:schemeClr val="accent2">
                    <a:alpha val="52000"/>
                  </a:schemeClr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accent1">
                    <a:shade val="50000"/>
                  </a:schemeClr>
                </a:solidFill>
              </a:ln>
              <a:noFill/>
              <a:cs typeface="Arial" panose="020B0604020202020204" pitchFamily="34" charset="0"/>
            </a:endParaRPr>
          </a:p>
        </p:txBody>
      </p:sp>
      <p:sp>
        <p:nvSpPr>
          <p:cNvPr id="13" name="流程图: 过程 7"/>
          <p:cNvSpPr/>
          <p:nvPr>
            <p:custDataLst>
              <p:tags r:id="rId8"/>
            </p:custDataLst>
          </p:nvPr>
        </p:nvSpPr>
        <p:spPr>
          <a:xfrm>
            <a:off x="7140575" y="4029710"/>
            <a:ext cx="1697990" cy="2828290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-1" fmla="*/ 0 w 10039"/>
              <a:gd name="connsiteY0-2" fmla="*/ 5589 h 10000"/>
              <a:gd name="connsiteX1-3" fmla="*/ 10039 w 10039"/>
              <a:gd name="connsiteY1-4" fmla="*/ 0 h 10000"/>
              <a:gd name="connsiteX2-5" fmla="*/ 10039 w 10039"/>
              <a:gd name="connsiteY2-6" fmla="*/ 10000 h 10000"/>
              <a:gd name="connsiteX3-7" fmla="*/ 39 w 10039"/>
              <a:gd name="connsiteY3-8" fmla="*/ 10000 h 10000"/>
              <a:gd name="connsiteX4-9" fmla="*/ 0 w 10039"/>
              <a:gd name="connsiteY4-10" fmla="*/ 5589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39" h="10000">
                <a:moveTo>
                  <a:pt x="0" y="5589"/>
                </a:moveTo>
                <a:lnTo>
                  <a:pt x="10039" y="0"/>
                </a:lnTo>
                <a:lnTo>
                  <a:pt x="10039" y="10000"/>
                </a:lnTo>
                <a:lnTo>
                  <a:pt x="39" y="10000"/>
                </a:lnTo>
                <a:cubicBezTo>
                  <a:pt x="26" y="8530"/>
                  <a:pt x="13" y="7059"/>
                  <a:pt x="0" y="5589"/>
                </a:cubicBezTo>
                <a:close/>
              </a:path>
            </a:pathLst>
          </a:custGeom>
          <a:gradFill flip="none" rotWithShape="1">
            <a:gsLst>
              <a:gs pos="55000">
                <a:schemeClr val="accent5">
                  <a:alpha val="0"/>
                </a:schemeClr>
              </a:gs>
              <a:gs pos="82000">
                <a:schemeClr val="accent2">
                  <a:alpha val="0"/>
                </a:schemeClr>
              </a:gs>
              <a:gs pos="10000">
                <a:schemeClr val="accent5">
                  <a:alpha val="60000"/>
                </a:schemeClr>
              </a:gs>
              <a:gs pos="0">
                <a:schemeClr val="accent5">
                  <a:alpha val="80000"/>
                </a:schemeClr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14" name="流程图: 过程 7"/>
          <p:cNvSpPr/>
          <p:nvPr>
            <p:custDataLst>
              <p:tags r:id="rId9"/>
            </p:custDataLst>
          </p:nvPr>
        </p:nvSpPr>
        <p:spPr>
          <a:xfrm>
            <a:off x="7161530" y="4086225"/>
            <a:ext cx="1656080" cy="2771775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-1" fmla="*/ 0 w 10039"/>
              <a:gd name="connsiteY0-2" fmla="*/ 5589 h 10000"/>
              <a:gd name="connsiteX1-3" fmla="*/ 10039 w 10039"/>
              <a:gd name="connsiteY1-4" fmla="*/ 0 h 10000"/>
              <a:gd name="connsiteX2-5" fmla="*/ 10039 w 10039"/>
              <a:gd name="connsiteY2-6" fmla="*/ 10000 h 10000"/>
              <a:gd name="connsiteX3-7" fmla="*/ 39 w 10039"/>
              <a:gd name="connsiteY3-8" fmla="*/ 10000 h 10000"/>
              <a:gd name="connsiteX4-9" fmla="*/ 0 w 10039"/>
              <a:gd name="connsiteY4-10" fmla="*/ 5589 h 10000"/>
              <a:gd name="connsiteX0-11" fmla="*/ 0 w 10039"/>
              <a:gd name="connsiteY0-12" fmla="*/ 5518 h 9929"/>
              <a:gd name="connsiteX1-13" fmla="*/ 10039 w 10039"/>
              <a:gd name="connsiteY1-14" fmla="*/ 0 h 9929"/>
              <a:gd name="connsiteX2-15" fmla="*/ 10039 w 10039"/>
              <a:gd name="connsiteY2-16" fmla="*/ 9929 h 9929"/>
              <a:gd name="connsiteX3-17" fmla="*/ 39 w 10039"/>
              <a:gd name="connsiteY3-18" fmla="*/ 9929 h 9929"/>
              <a:gd name="connsiteX4-19" fmla="*/ 0 w 10039"/>
              <a:gd name="connsiteY4-20" fmla="*/ 5518 h 9929"/>
              <a:gd name="connsiteX0-21" fmla="*/ 0 w 10000"/>
              <a:gd name="connsiteY0-22" fmla="*/ 5486 h 9929"/>
              <a:gd name="connsiteX1-23" fmla="*/ 10000 w 10000"/>
              <a:gd name="connsiteY1-24" fmla="*/ 0 h 9929"/>
              <a:gd name="connsiteX2-25" fmla="*/ 10000 w 10000"/>
              <a:gd name="connsiteY2-26" fmla="*/ 9929 h 9929"/>
              <a:gd name="connsiteX3-27" fmla="*/ 39 w 10000"/>
              <a:gd name="connsiteY3-28" fmla="*/ 9929 h 9929"/>
              <a:gd name="connsiteX4-29" fmla="*/ 0 w 10000"/>
              <a:gd name="connsiteY4-30" fmla="*/ 5486 h 992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00" h="9929">
                <a:moveTo>
                  <a:pt x="0" y="5486"/>
                </a:moveTo>
                <a:lnTo>
                  <a:pt x="10000" y="0"/>
                </a:lnTo>
                <a:lnTo>
                  <a:pt x="10000" y="9929"/>
                </a:lnTo>
                <a:lnTo>
                  <a:pt x="39" y="9929"/>
                </a:lnTo>
                <a:lnTo>
                  <a:pt x="0" y="5486"/>
                </a:lnTo>
                <a:close/>
              </a:path>
            </a:pathLst>
          </a:custGeom>
          <a:noFill/>
          <a:ln w="19050">
            <a:gradFill flip="none" rotWithShape="1">
              <a:gsLst>
                <a:gs pos="67000">
                  <a:schemeClr val="accent5">
                    <a:alpha val="0"/>
                  </a:schemeClr>
                </a:gs>
                <a:gs pos="0">
                  <a:schemeClr val="accent2">
                    <a:alpha val="70000"/>
                  </a:schemeClr>
                </a:gs>
                <a:gs pos="8000">
                  <a:schemeClr val="accent2">
                    <a:alpha val="52000"/>
                  </a:schemeClr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accent1">
                    <a:shade val="50000"/>
                  </a:schemeClr>
                </a:solidFill>
              </a:ln>
              <a:noFill/>
              <a:cs typeface="Arial" panose="020B0604020202020204" pitchFamily="34" charset="0"/>
            </a:endParaRPr>
          </a:p>
        </p:txBody>
      </p:sp>
      <p:sp>
        <p:nvSpPr>
          <p:cNvPr id="16" name="流程图: 过程 7"/>
          <p:cNvSpPr/>
          <p:nvPr>
            <p:custDataLst>
              <p:tags r:id="rId10"/>
            </p:custDataLst>
          </p:nvPr>
        </p:nvSpPr>
        <p:spPr>
          <a:xfrm>
            <a:off x="10494010" y="2611755"/>
            <a:ext cx="1697990" cy="4257040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-1" fmla="*/ 0 w 10039"/>
              <a:gd name="connsiteY0-2" fmla="*/ 5589 h 10000"/>
              <a:gd name="connsiteX1-3" fmla="*/ 10039 w 10039"/>
              <a:gd name="connsiteY1-4" fmla="*/ 0 h 10000"/>
              <a:gd name="connsiteX2-5" fmla="*/ 10039 w 10039"/>
              <a:gd name="connsiteY2-6" fmla="*/ 10000 h 10000"/>
              <a:gd name="connsiteX3-7" fmla="*/ 39 w 10039"/>
              <a:gd name="connsiteY3-8" fmla="*/ 10000 h 10000"/>
              <a:gd name="connsiteX4-9" fmla="*/ 0 w 10039"/>
              <a:gd name="connsiteY4-10" fmla="*/ 5589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674" h="6704">
                <a:moveTo>
                  <a:pt x="2674" y="0"/>
                </a:moveTo>
                <a:lnTo>
                  <a:pt x="2674" y="2250"/>
                </a:lnTo>
                <a:lnTo>
                  <a:pt x="2674" y="4454"/>
                </a:lnTo>
                <a:lnTo>
                  <a:pt x="2674" y="6704"/>
                </a:lnTo>
                <a:lnTo>
                  <a:pt x="10" y="6704"/>
                </a:lnTo>
                <a:cubicBezTo>
                  <a:pt x="7" y="6049"/>
                  <a:pt x="3" y="5394"/>
                  <a:pt x="0" y="4739"/>
                </a:cubicBezTo>
                <a:lnTo>
                  <a:pt x="307" y="4454"/>
                </a:lnTo>
                <a:lnTo>
                  <a:pt x="10" y="4454"/>
                </a:lnTo>
                <a:cubicBezTo>
                  <a:pt x="7" y="3799"/>
                  <a:pt x="3" y="3144"/>
                  <a:pt x="0" y="2489"/>
                </a:cubicBezTo>
                <a:lnTo>
                  <a:pt x="2674" y="0"/>
                </a:lnTo>
                <a:close/>
              </a:path>
            </a:pathLst>
          </a:custGeom>
          <a:gradFill flip="none" rotWithShape="1">
            <a:gsLst>
              <a:gs pos="43000">
                <a:schemeClr val="accent2">
                  <a:alpha val="0"/>
                </a:schemeClr>
              </a:gs>
              <a:gs pos="10000">
                <a:schemeClr val="accent5">
                  <a:alpha val="60000"/>
                </a:schemeClr>
              </a:gs>
              <a:gs pos="0">
                <a:schemeClr val="accent5">
                  <a:alpha val="80000"/>
                </a:schemeClr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17" name="流程图: 过程 7"/>
          <p:cNvSpPr/>
          <p:nvPr>
            <p:custDataLst>
              <p:tags r:id="rId11"/>
            </p:custDataLst>
          </p:nvPr>
        </p:nvSpPr>
        <p:spPr>
          <a:xfrm>
            <a:off x="10535920" y="2661285"/>
            <a:ext cx="1656080" cy="4189730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-1" fmla="*/ 0 w 10039"/>
              <a:gd name="connsiteY0-2" fmla="*/ 5589 h 10000"/>
              <a:gd name="connsiteX1-3" fmla="*/ 10039 w 10039"/>
              <a:gd name="connsiteY1-4" fmla="*/ 0 h 10000"/>
              <a:gd name="connsiteX2-5" fmla="*/ 10039 w 10039"/>
              <a:gd name="connsiteY2-6" fmla="*/ 10000 h 10000"/>
              <a:gd name="connsiteX3-7" fmla="*/ 39 w 10039"/>
              <a:gd name="connsiteY3-8" fmla="*/ 10000 h 10000"/>
              <a:gd name="connsiteX4-9" fmla="*/ 0 w 10039"/>
              <a:gd name="connsiteY4-10" fmla="*/ 5589 h 10000"/>
              <a:gd name="connsiteX0-11" fmla="*/ 0 w 10039"/>
              <a:gd name="connsiteY0-12" fmla="*/ 5518 h 9929"/>
              <a:gd name="connsiteX1-13" fmla="*/ 10039 w 10039"/>
              <a:gd name="connsiteY1-14" fmla="*/ 0 h 9929"/>
              <a:gd name="connsiteX2-15" fmla="*/ 10039 w 10039"/>
              <a:gd name="connsiteY2-16" fmla="*/ 9929 h 9929"/>
              <a:gd name="connsiteX3-17" fmla="*/ 39 w 10039"/>
              <a:gd name="connsiteY3-18" fmla="*/ 9929 h 9929"/>
              <a:gd name="connsiteX4-19" fmla="*/ 0 w 10039"/>
              <a:gd name="connsiteY4-20" fmla="*/ 5518 h 9929"/>
              <a:gd name="connsiteX0-21" fmla="*/ 0 w 10000"/>
              <a:gd name="connsiteY0-22" fmla="*/ 5486 h 9929"/>
              <a:gd name="connsiteX1-23" fmla="*/ 10000 w 10000"/>
              <a:gd name="connsiteY1-24" fmla="*/ 0 h 9929"/>
              <a:gd name="connsiteX2-25" fmla="*/ 10000 w 10000"/>
              <a:gd name="connsiteY2-26" fmla="*/ 9929 h 9929"/>
              <a:gd name="connsiteX3-27" fmla="*/ 39 w 10000"/>
              <a:gd name="connsiteY3-28" fmla="*/ 9929 h 9929"/>
              <a:gd name="connsiteX4-29" fmla="*/ 0 w 10000"/>
              <a:gd name="connsiteY4-30" fmla="*/ 5486 h 992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608" h="6598">
                <a:moveTo>
                  <a:pt x="2608" y="0"/>
                </a:moveTo>
                <a:lnTo>
                  <a:pt x="2608" y="2233"/>
                </a:lnTo>
                <a:lnTo>
                  <a:pt x="2608" y="4365"/>
                </a:lnTo>
                <a:lnTo>
                  <a:pt x="2608" y="6598"/>
                </a:lnTo>
                <a:lnTo>
                  <a:pt x="10" y="6598"/>
                </a:lnTo>
                <a:lnTo>
                  <a:pt x="0" y="4645"/>
                </a:lnTo>
                <a:lnTo>
                  <a:pt x="303" y="4365"/>
                </a:lnTo>
                <a:lnTo>
                  <a:pt x="10" y="4365"/>
                </a:lnTo>
                <a:lnTo>
                  <a:pt x="0" y="2412"/>
                </a:lnTo>
                <a:lnTo>
                  <a:pt x="2608" y="0"/>
                </a:lnTo>
                <a:close/>
              </a:path>
            </a:pathLst>
          </a:custGeom>
          <a:noFill/>
          <a:ln w="19050">
            <a:gradFill flip="none" rotWithShape="1">
              <a:gsLst>
                <a:gs pos="36000">
                  <a:schemeClr val="accent5">
                    <a:alpha val="0"/>
                  </a:schemeClr>
                </a:gs>
                <a:gs pos="0">
                  <a:schemeClr val="accent2">
                    <a:alpha val="70000"/>
                  </a:schemeClr>
                </a:gs>
                <a:gs pos="8000">
                  <a:schemeClr val="accent2">
                    <a:alpha val="52000"/>
                  </a:schemeClr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n>
                <a:solidFill>
                  <a:schemeClr val="accent1">
                    <a:shade val="50000"/>
                  </a:schemeClr>
                </a:solidFill>
              </a:ln>
              <a:noFill/>
              <a:cs typeface="Arial" panose="020B0604020202020204" pitchFamily="34" charset="0"/>
            </a:endParaRPr>
          </a:p>
        </p:txBody>
      </p:sp>
      <p:sp>
        <p:nvSpPr>
          <p:cNvPr id="19" name="流程图: 过程 7"/>
          <p:cNvSpPr/>
          <p:nvPr>
            <p:custDataLst>
              <p:tags r:id="rId12"/>
            </p:custDataLst>
          </p:nvPr>
        </p:nvSpPr>
        <p:spPr>
          <a:xfrm>
            <a:off x="10494010" y="3860165"/>
            <a:ext cx="1697990" cy="2997835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-1" fmla="*/ 0 w 10039"/>
              <a:gd name="connsiteY0-2" fmla="*/ 5589 h 10000"/>
              <a:gd name="connsiteX1-3" fmla="*/ 10039 w 10039"/>
              <a:gd name="connsiteY1-4" fmla="*/ 0 h 10000"/>
              <a:gd name="connsiteX2-5" fmla="*/ 10039 w 10039"/>
              <a:gd name="connsiteY2-6" fmla="*/ 10000 h 10000"/>
              <a:gd name="connsiteX3-7" fmla="*/ 39 w 10039"/>
              <a:gd name="connsiteY3-8" fmla="*/ 10000 h 10000"/>
              <a:gd name="connsiteX4-9" fmla="*/ 0 w 10039"/>
              <a:gd name="connsiteY4-10" fmla="*/ 5589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674" h="4721">
                <a:moveTo>
                  <a:pt x="2674" y="0"/>
                </a:moveTo>
                <a:lnTo>
                  <a:pt x="2674" y="267"/>
                </a:lnTo>
                <a:lnTo>
                  <a:pt x="2674" y="4454"/>
                </a:lnTo>
                <a:lnTo>
                  <a:pt x="2674" y="4721"/>
                </a:lnTo>
                <a:lnTo>
                  <a:pt x="10" y="4721"/>
                </a:lnTo>
                <a:cubicBezTo>
                  <a:pt x="7" y="4066"/>
                  <a:pt x="3" y="3411"/>
                  <a:pt x="0" y="2756"/>
                </a:cubicBezTo>
                <a:lnTo>
                  <a:pt x="1" y="2755"/>
                </a:lnTo>
                <a:lnTo>
                  <a:pt x="0" y="2489"/>
                </a:lnTo>
                <a:lnTo>
                  <a:pt x="2674" y="0"/>
                </a:lnTo>
                <a:close/>
              </a:path>
            </a:pathLst>
          </a:custGeom>
          <a:gradFill flip="none" rotWithShape="1">
            <a:gsLst>
              <a:gs pos="54000">
                <a:schemeClr val="accent5">
                  <a:alpha val="0"/>
                </a:schemeClr>
              </a:gs>
              <a:gs pos="0">
                <a:schemeClr val="accent2">
                  <a:alpha val="73000"/>
                </a:schemeClr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0" name="流程图: 过程 7"/>
          <p:cNvSpPr/>
          <p:nvPr>
            <p:custDataLst>
              <p:tags r:id="rId13"/>
            </p:custDataLst>
          </p:nvPr>
        </p:nvSpPr>
        <p:spPr>
          <a:xfrm>
            <a:off x="10528935" y="3916680"/>
            <a:ext cx="1656080" cy="2941320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-1" fmla="*/ 0 w 10039"/>
              <a:gd name="connsiteY0-2" fmla="*/ 5589 h 10000"/>
              <a:gd name="connsiteX1-3" fmla="*/ 10039 w 10039"/>
              <a:gd name="connsiteY1-4" fmla="*/ 0 h 10000"/>
              <a:gd name="connsiteX2-5" fmla="*/ 10039 w 10039"/>
              <a:gd name="connsiteY2-6" fmla="*/ 10000 h 10000"/>
              <a:gd name="connsiteX3-7" fmla="*/ 39 w 10039"/>
              <a:gd name="connsiteY3-8" fmla="*/ 10000 h 10000"/>
              <a:gd name="connsiteX4-9" fmla="*/ 0 w 10039"/>
              <a:gd name="connsiteY4-10" fmla="*/ 5589 h 10000"/>
              <a:gd name="connsiteX0-11" fmla="*/ 0 w 10039"/>
              <a:gd name="connsiteY0-12" fmla="*/ 5518 h 9929"/>
              <a:gd name="connsiteX1-13" fmla="*/ 10039 w 10039"/>
              <a:gd name="connsiteY1-14" fmla="*/ 0 h 9929"/>
              <a:gd name="connsiteX2-15" fmla="*/ 10039 w 10039"/>
              <a:gd name="connsiteY2-16" fmla="*/ 9929 h 9929"/>
              <a:gd name="connsiteX3-17" fmla="*/ 39 w 10039"/>
              <a:gd name="connsiteY3-18" fmla="*/ 9929 h 9929"/>
              <a:gd name="connsiteX4-19" fmla="*/ 0 w 10039"/>
              <a:gd name="connsiteY4-20" fmla="*/ 5518 h 9929"/>
              <a:gd name="connsiteX0-21" fmla="*/ 0 w 10000"/>
              <a:gd name="connsiteY0-22" fmla="*/ 5486 h 9929"/>
              <a:gd name="connsiteX1-23" fmla="*/ 10000 w 10000"/>
              <a:gd name="connsiteY1-24" fmla="*/ 0 h 9929"/>
              <a:gd name="connsiteX2-25" fmla="*/ 10000 w 10000"/>
              <a:gd name="connsiteY2-26" fmla="*/ 9929 h 9929"/>
              <a:gd name="connsiteX3-27" fmla="*/ 39 w 10000"/>
              <a:gd name="connsiteY3-28" fmla="*/ 9929 h 9929"/>
              <a:gd name="connsiteX4-29" fmla="*/ 0 w 10000"/>
              <a:gd name="connsiteY4-30" fmla="*/ 5486 h 992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608" h="4632">
                <a:moveTo>
                  <a:pt x="2608" y="0"/>
                </a:moveTo>
                <a:lnTo>
                  <a:pt x="2608" y="267"/>
                </a:lnTo>
                <a:lnTo>
                  <a:pt x="2608" y="4365"/>
                </a:lnTo>
                <a:lnTo>
                  <a:pt x="2608" y="4632"/>
                </a:lnTo>
                <a:lnTo>
                  <a:pt x="10" y="4632"/>
                </a:lnTo>
                <a:lnTo>
                  <a:pt x="0" y="2679"/>
                </a:lnTo>
                <a:lnTo>
                  <a:pt x="1" y="2677"/>
                </a:lnTo>
                <a:lnTo>
                  <a:pt x="0" y="2412"/>
                </a:lnTo>
                <a:lnTo>
                  <a:pt x="2608" y="0"/>
                </a:lnTo>
                <a:close/>
              </a:path>
            </a:pathLst>
          </a:custGeom>
          <a:noFill/>
          <a:ln w="19050">
            <a:gradFill flip="none" rotWithShape="1">
              <a:gsLst>
                <a:gs pos="39000">
                  <a:schemeClr val="accent5">
                    <a:alpha val="0"/>
                  </a:schemeClr>
                </a:gs>
                <a:gs pos="0">
                  <a:schemeClr val="accent3"/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n>
                <a:solidFill>
                  <a:schemeClr val="accent1">
                    <a:shade val="50000"/>
                  </a:schemeClr>
                </a:solidFill>
              </a:ln>
              <a:noFill/>
              <a:cs typeface="Arial" panose="020B0604020202020204" pitchFamily="34" charset="0"/>
            </a:endParaRPr>
          </a:p>
        </p:txBody>
      </p:sp>
      <p:sp>
        <p:nvSpPr>
          <p:cNvPr id="22" name="任意多边形 29"/>
          <p:cNvSpPr/>
          <p:nvPr>
            <p:custDataLst>
              <p:tags r:id="rId14"/>
            </p:custDataLst>
          </p:nvPr>
        </p:nvSpPr>
        <p:spPr>
          <a:xfrm>
            <a:off x="9716135" y="5172710"/>
            <a:ext cx="1697990" cy="168529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674" h="2654">
                <a:moveTo>
                  <a:pt x="2674" y="0"/>
                </a:moveTo>
                <a:lnTo>
                  <a:pt x="2674" y="2654"/>
                </a:lnTo>
                <a:lnTo>
                  <a:pt x="1" y="2654"/>
                </a:lnTo>
                <a:lnTo>
                  <a:pt x="0" y="2489"/>
                </a:lnTo>
                <a:lnTo>
                  <a:pt x="2674" y="0"/>
                </a:lnTo>
                <a:close/>
              </a:path>
            </a:pathLst>
          </a:custGeom>
          <a:gradFill>
            <a:gsLst>
              <a:gs pos="59000">
                <a:schemeClr val="accent2">
                  <a:alpha val="34000"/>
                </a:schemeClr>
              </a:gs>
              <a:gs pos="100000">
                <a:schemeClr val="accent2">
                  <a:alpha val="0"/>
                </a:schemeClr>
              </a:gs>
              <a:gs pos="0">
                <a:schemeClr val="accent2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3" name="任意多边形 32"/>
          <p:cNvSpPr/>
          <p:nvPr>
            <p:custDataLst>
              <p:tags r:id="rId15"/>
            </p:custDataLst>
          </p:nvPr>
        </p:nvSpPr>
        <p:spPr>
          <a:xfrm>
            <a:off x="9737090" y="5229225"/>
            <a:ext cx="1656080" cy="162877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608" h="2565">
                <a:moveTo>
                  <a:pt x="2608" y="0"/>
                </a:moveTo>
                <a:lnTo>
                  <a:pt x="2608" y="2565"/>
                </a:lnTo>
                <a:lnTo>
                  <a:pt x="1" y="2565"/>
                </a:lnTo>
                <a:lnTo>
                  <a:pt x="0" y="2412"/>
                </a:lnTo>
                <a:lnTo>
                  <a:pt x="2608" y="0"/>
                </a:lnTo>
                <a:close/>
              </a:path>
            </a:pathLst>
          </a:custGeom>
          <a:noFill/>
          <a:ln w="19050">
            <a:gradFill>
              <a:gsLst>
                <a:gs pos="69000">
                  <a:schemeClr val="accent3">
                    <a:alpha val="0"/>
                  </a:schemeClr>
                </a:gs>
                <a:gs pos="0">
                  <a:schemeClr val="accent2">
                    <a:lumMod val="20000"/>
                    <a:lumOff val="80000"/>
                    <a:alpha val="55000"/>
                  </a:schemeClr>
                </a:gs>
              </a:gsLst>
              <a:lin ang="81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"/>
          <p:cNvSpPr>
            <a:spLocks noGrp="1"/>
          </p:cNvSpPr>
          <p:nvPr>
            <p:ph type="title" idx="8" hasCustomPrompt="1"/>
            <p:custDataLst>
              <p:tags r:id="rId2"/>
            </p:custDataLst>
          </p:nvPr>
        </p:nvSpPr>
        <p:spPr>
          <a:xfrm>
            <a:off x="694800" y="359999"/>
            <a:ext cx="10800000" cy="720000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marR="0" lvl="0" algn="l" defTabSz="914400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800" b="0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3" name="正文"/>
          <p:cNvSpPr txBox="1">
            <a:spLocks noGrp="1"/>
          </p:cNvSpPr>
          <p:nvPr>
            <p:ph idx="7" hasCustomPrompt="1"/>
            <p:custDataLst>
              <p:tags r:id="rId3"/>
            </p:custDataLst>
          </p:nvPr>
        </p:nvSpPr>
        <p:spPr>
          <a:xfrm>
            <a:off x="694800" y="1309966"/>
            <a:ext cx="10800000" cy="4939704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</a:pPr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0" name="流程图: 过程 7"/>
          <p:cNvSpPr/>
          <p:nvPr>
            <p:custDataLst>
              <p:tags r:id="rId4"/>
            </p:custDataLst>
          </p:nvPr>
        </p:nvSpPr>
        <p:spPr>
          <a:xfrm>
            <a:off x="9607550" y="2600325"/>
            <a:ext cx="2584450" cy="4267835"/>
          </a:xfrm>
          <a:custGeom>
            <a:avLst/>
            <a:gdLst>
              <a:gd name="connsiteX0" fmla="*/ 0 w 4070"/>
              <a:gd name="connsiteY0" fmla="*/ 3787 h 6721"/>
              <a:gd name="connsiteX1" fmla="*/ 4066 w 4070"/>
              <a:gd name="connsiteY1" fmla="*/ 0 h 6721"/>
              <a:gd name="connsiteX2" fmla="*/ 4070 w 4070"/>
              <a:gd name="connsiteY2" fmla="*/ 6707 h 6721"/>
              <a:gd name="connsiteX3" fmla="*/ 20 w 4070"/>
              <a:gd name="connsiteY3" fmla="*/ 6721 h 6721"/>
              <a:gd name="connsiteX4" fmla="*/ 0 w 4070"/>
              <a:gd name="connsiteY4" fmla="*/ 3787 h 6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70" h="6721">
                <a:moveTo>
                  <a:pt x="0" y="3787"/>
                </a:moveTo>
                <a:lnTo>
                  <a:pt x="4066" y="0"/>
                </a:lnTo>
                <a:lnTo>
                  <a:pt x="4070" y="6707"/>
                </a:lnTo>
                <a:lnTo>
                  <a:pt x="20" y="6721"/>
                </a:lnTo>
                <a:cubicBezTo>
                  <a:pt x="15" y="5725"/>
                  <a:pt x="5" y="4783"/>
                  <a:pt x="0" y="3787"/>
                </a:cubicBezTo>
                <a:close/>
              </a:path>
            </a:pathLst>
          </a:custGeom>
          <a:gradFill flip="none" rotWithShape="1">
            <a:gsLst>
              <a:gs pos="25000">
                <a:schemeClr val="accent5">
                  <a:alpha val="0"/>
                </a:schemeClr>
              </a:gs>
              <a:gs pos="66000">
                <a:schemeClr val="accent2">
                  <a:alpha val="0"/>
                </a:schemeClr>
              </a:gs>
              <a:gs pos="0">
                <a:schemeClr val="accent5">
                  <a:alpha val="80000"/>
                </a:schemeClr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7" name="流程图: 过程 7"/>
          <p:cNvSpPr/>
          <p:nvPr>
            <p:custDataLst>
              <p:tags r:id="rId5"/>
            </p:custDataLst>
          </p:nvPr>
        </p:nvSpPr>
        <p:spPr>
          <a:xfrm>
            <a:off x="9596755" y="2618740"/>
            <a:ext cx="2604135" cy="4257040"/>
          </a:xfrm>
          <a:custGeom>
            <a:avLst/>
            <a:gdLst>
              <a:gd name="connsiteX0" fmla="*/ 0 w 6578"/>
              <a:gd name="connsiteY0" fmla="*/ 6094 h 10752"/>
              <a:gd name="connsiteX1" fmla="*/ 6578 w 6578"/>
              <a:gd name="connsiteY1" fmla="*/ 0 h 10752"/>
              <a:gd name="connsiteX2" fmla="*/ 6578 w 6578"/>
              <a:gd name="connsiteY2" fmla="*/ 10752 h 10752"/>
              <a:gd name="connsiteX3" fmla="*/ 25 w 6578"/>
              <a:gd name="connsiteY3" fmla="*/ 10752 h 10752"/>
              <a:gd name="connsiteX4" fmla="*/ 0 w 6578"/>
              <a:gd name="connsiteY4" fmla="*/ 6094 h 107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8" h="10752">
                <a:moveTo>
                  <a:pt x="0" y="6094"/>
                </a:moveTo>
                <a:lnTo>
                  <a:pt x="6578" y="0"/>
                </a:lnTo>
                <a:lnTo>
                  <a:pt x="6578" y="10752"/>
                </a:lnTo>
                <a:lnTo>
                  <a:pt x="25" y="10752"/>
                </a:lnTo>
                <a:lnTo>
                  <a:pt x="0" y="6094"/>
                </a:lnTo>
                <a:close/>
              </a:path>
            </a:pathLst>
          </a:custGeom>
          <a:noFill/>
          <a:ln w="19050">
            <a:gradFill flip="none" rotWithShape="1">
              <a:gsLst>
                <a:gs pos="30000">
                  <a:schemeClr val="accent5">
                    <a:alpha val="0"/>
                  </a:schemeClr>
                </a:gs>
                <a:gs pos="0">
                  <a:schemeClr val="accent2">
                    <a:alpha val="70000"/>
                  </a:schemeClr>
                </a:gs>
                <a:gs pos="8000">
                  <a:schemeClr val="accent2">
                    <a:alpha val="52000"/>
                  </a:schemeClr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accent1">
                    <a:shade val="50000"/>
                  </a:schemeClr>
                </a:solidFill>
              </a:ln>
              <a:noFill/>
              <a:cs typeface="Arial" panose="020B0604020202020204" pitchFamily="34" charset="0"/>
            </a:endParaRPr>
          </a:p>
        </p:txBody>
      </p:sp>
      <p:sp>
        <p:nvSpPr>
          <p:cNvPr id="8" name="流程图: 过程 7"/>
          <p:cNvSpPr/>
          <p:nvPr>
            <p:custDataLst>
              <p:tags r:id="rId6"/>
            </p:custDataLst>
          </p:nvPr>
        </p:nvSpPr>
        <p:spPr>
          <a:xfrm>
            <a:off x="10551655" y="4045288"/>
            <a:ext cx="1370609" cy="2284690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-1" fmla="*/ 0 w 10039"/>
              <a:gd name="connsiteY0-2" fmla="*/ 5589 h 10000"/>
              <a:gd name="connsiteX1-3" fmla="*/ 10039 w 10039"/>
              <a:gd name="connsiteY1-4" fmla="*/ 0 h 10000"/>
              <a:gd name="connsiteX2-5" fmla="*/ 10039 w 10039"/>
              <a:gd name="connsiteY2-6" fmla="*/ 10000 h 10000"/>
              <a:gd name="connsiteX3-7" fmla="*/ 39 w 10039"/>
              <a:gd name="connsiteY3-8" fmla="*/ 10000 h 10000"/>
              <a:gd name="connsiteX4-9" fmla="*/ 0 w 10039"/>
              <a:gd name="connsiteY4-10" fmla="*/ 5589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39" h="10000">
                <a:moveTo>
                  <a:pt x="0" y="5589"/>
                </a:moveTo>
                <a:lnTo>
                  <a:pt x="10039" y="0"/>
                </a:lnTo>
                <a:lnTo>
                  <a:pt x="10039" y="10000"/>
                </a:lnTo>
                <a:lnTo>
                  <a:pt x="39" y="10000"/>
                </a:lnTo>
                <a:cubicBezTo>
                  <a:pt x="26" y="8530"/>
                  <a:pt x="13" y="7059"/>
                  <a:pt x="0" y="5589"/>
                </a:cubicBezTo>
                <a:close/>
              </a:path>
            </a:pathLst>
          </a:custGeom>
          <a:gradFill flip="none" rotWithShape="1">
            <a:gsLst>
              <a:gs pos="20000">
                <a:schemeClr val="accent5">
                  <a:alpha val="30000"/>
                </a:schemeClr>
              </a:gs>
              <a:gs pos="49000">
                <a:schemeClr val="accent5">
                  <a:alpha val="0"/>
                </a:schemeClr>
              </a:gs>
              <a:gs pos="100000">
                <a:schemeClr val="accent2">
                  <a:alpha val="0"/>
                </a:schemeClr>
              </a:gs>
              <a:gs pos="0">
                <a:schemeClr val="accent5">
                  <a:alpha val="80000"/>
                </a:schemeClr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9" name="流程图: 过程 7"/>
          <p:cNvSpPr/>
          <p:nvPr>
            <p:custDataLst>
              <p:tags r:id="rId7"/>
            </p:custDataLst>
          </p:nvPr>
        </p:nvSpPr>
        <p:spPr>
          <a:xfrm>
            <a:off x="10573712" y="4080682"/>
            <a:ext cx="1336754" cy="2248783"/>
          </a:xfrm>
          <a:custGeom>
            <a:avLst/>
            <a:gdLst>
              <a:gd name="connsiteX0" fmla="*/ 0 w 5430"/>
              <a:gd name="connsiteY0" fmla="*/ 5046 h 9088"/>
              <a:gd name="connsiteX1" fmla="*/ 5430 w 5430"/>
              <a:gd name="connsiteY1" fmla="*/ 0 h 9088"/>
              <a:gd name="connsiteX2" fmla="*/ 5430 w 5430"/>
              <a:gd name="connsiteY2" fmla="*/ 9088 h 9088"/>
              <a:gd name="connsiteX3" fmla="*/ 21 w 5430"/>
              <a:gd name="connsiteY3" fmla="*/ 9088 h 9088"/>
              <a:gd name="connsiteX4" fmla="*/ 0 w 5430"/>
              <a:gd name="connsiteY4" fmla="*/ 5046 h 9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30" h="9088">
                <a:moveTo>
                  <a:pt x="0" y="5046"/>
                </a:moveTo>
                <a:lnTo>
                  <a:pt x="5430" y="0"/>
                </a:lnTo>
                <a:lnTo>
                  <a:pt x="5430" y="9088"/>
                </a:lnTo>
                <a:lnTo>
                  <a:pt x="21" y="9088"/>
                </a:lnTo>
                <a:lnTo>
                  <a:pt x="0" y="5046"/>
                </a:lnTo>
                <a:close/>
              </a:path>
            </a:pathLst>
          </a:custGeom>
          <a:noFill/>
          <a:ln w="19050">
            <a:gradFill flip="none" rotWithShape="1">
              <a:gsLst>
                <a:gs pos="41000">
                  <a:schemeClr val="accent5">
                    <a:alpha val="0"/>
                  </a:schemeClr>
                </a:gs>
                <a:gs pos="0">
                  <a:schemeClr val="accent2">
                    <a:alpha val="70000"/>
                  </a:schemeClr>
                </a:gs>
                <a:gs pos="8000">
                  <a:schemeClr val="accent2">
                    <a:alpha val="52000"/>
                  </a:schemeClr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accent1">
                    <a:shade val="50000"/>
                  </a:schemeClr>
                </a:solidFill>
              </a:ln>
              <a:noFill/>
              <a:cs typeface="Arial" panose="020B0604020202020204" pitchFamily="34" charset="0"/>
            </a:endParaRPr>
          </a:p>
        </p:txBody>
      </p:sp>
      <p:sp>
        <p:nvSpPr>
          <p:cNvPr id="11" name="流程图: 过程 7"/>
          <p:cNvSpPr/>
          <p:nvPr userDrawn="1">
            <p:custDataLst>
              <p:tags r:id="rId8"/>
            </p:custDataLst>
          </p:nvPr>
        </p:nvSpPr>
        <p:spPr>
          <a:xfrm>
            <a:off x="11230610" y="5965825"/>
            <a:ext cx="958850" cy="900430"/>
          </a:xfrm>
          <a:custGeom>
            <a:avLst/>
            <a:gdLst>
              <a:gd name="connsiteX0" fmla="*/ 0 w 1510"/>
              <a:gd name="connsiteY0" fmla="*/ 1407 h 1418"/>
              <a:gd name="connsiteX1" fmla="*/ 1510 w 1510"/>
              <a:gd name="connsiteY1" fmla="*/ 0 h 1418"/>
              <a:gd name="connsiteX2" fmla="*/ 1500 w 1510"/>
              <a:gd name="connsiteY2" fmla="*/ 1418 h 1418"/>
              <a:gd name="connsiteX3" fmla="*/ 0 w 1510"/>
              <a:gd name="connsiteY3" fmla="*/ 1407 h 1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0" h="1418">
                <a:moveTo>
                  <a:pt x="0" y="1407"/>
                </a:moveTo>
                <a:lnTo>
                  <a:pt x="1510" y="0"/>
                </a:lnTo>
                <a:lnTo>
                  <a:pt x="1500" y="1418"/>
                </a:lnTo>
                <a:lnTo>
                  <a:pt x="0" y="1407"/>
                </a:lnTo>
                <a:close/>
              </a:path>
            </a:pathLst>
          </a:custGeom>
          <a:gradFill flip="none" rotWithShape="1">
            <a:gsLst>
              <a:gs pos="59000">
                <a:schemeClr val="accent2">
                  <a:alpha val="34000"/>
                </a:schemeClr>
              </a:gs>
              <a:gs pos="100000">
                <a:schemeClr val="accent3">
                  <a:alpha val="0"/>
                </a:schemeClr>
              </a:gs>
              <a:gs pos="0">
                <a:schemeClr val="accent2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12" name="流程图: 过程 7"/>
          <p:cNvSpPr/>
          <p:nvPr userDrawn="1">
            <p:custDataLst>
              <p:tags r:id="rId9"/>
            </p:custDataLst>
          </p:nvPr>
        </p:nvSpPr>
        <p:spPr>
          <a:xfrm>
            <a:off x="11239500" y="6002020"/>
            <a:ext cx="943610" cy="877570"/>
          </a:xfrm>
          <a:custGeom>
            <a:avLst/>
            <a:gdLst>
              <a:gd name="connsiteX0" fmla="*/ 0 w 1486"/>
              <a:gd name="connsiteY0" fmla="*/ 1368 h 1382"/>
              <a:gd name="connsiteX1" fmla="*/ 1475 w 1486"/>
              <a:gd name="connsiteY1" fmla="*/ 0 h 1382"/>
              <a:gd name="connsiteX2" fmla="*/ 1486 w 1486"/>
              <a:gd name="connsiteY2" fmla="*/ 1382 h 1382"/>
              <a:gd name="connsiteX3" fmla="*/ 0 w 1486"/>
              <a:gd name="connsiteY3" fmla="*/ 1368 h 1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6" h="1382">
                <a:moveTo>
                  <a:pt x="0" y="1368"/>
                </a:moveTo>
                <a:lnTo>
                  <a:pt x="1475" y="0"/>
                </a:lnTo>
                <a:lnTo>
                  <a:pt x="1486" y="1382"/>
                </a:lnTo>
                <a:lnTo>
                  <a:pt x="0" y="1368"/>
                </a:lnTo>
                <a:close/>
              </a:path>
            </a:pathLst>
          </a:custGeom>
          <a:noFill/>
          <a:ln w="19050">
            <a:gradFill flip="none" rotWithShape="1">
              <a:gsLst>
                <a:gs pos="69000">
                  <a:schemeClr val="accent3">
                    <a:alpha val="0"/>
                  </a:schemeClr>
                </a:gs>
                <a:gs pos="0">
                  <a:schemeClr val="accent2">
                    <a:lumMod val="20000"/>
                    <a:lumOff val="80000"/>
                    <a:alpha val="55000"/>
                  </a:schemeClr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accent1">
                    <a:shade val="50000"/>
                  </a:schemeClr>
                </a:solidFill>
              </a:ln>
              <a:noFill/>
              <a:cs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 userDrawn="1">
            <p:ph type="dt" sz="half" idx="10"/>
            <p:custDataLst>
              <p:tags r:id="rId10"/>
            </p:custDataLst>
          </p:nvPr>
        </p:nvSpPr>
        <p:spPr>
          <a:xfrm>
            <a:off x="694800" y="6314400"/>
            <a:ext cx="26172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11"/>
            <p:custDataLst>
              <p:tags r:id="rId11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12"/>
            <p:custDataLst>
              <p:tags r:id="rId12"/>
            </p:custDataLst>
          </p:nvPr>
        </p:nvSpPr>
        <p:spPr>
          <a:xfrm>
            <a:off x="8877600" y="6314400"/>
            <a:ext cx="2617200" cy="316800"/>
          </a:xfrm>
        </p:spPr>
        <p:txBody>
          <a:bodyPr/>
          <a:lstStyle>
            <a:lvl1pPr algn="r">
              <a:defRPr/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流程图: 过程 7"/>
          <p:cNvSpPr/>
          <p:nvPr>
            <p:custDataLst>
              <p:tags r:id="rId2"/>
            </p:custDataLst>
          </p:nvPr>
        </p:nvSpPr>
        <p:spPr>
          <a:xfrm flipH="1">
            <a:off x="11430" y="2540"/>
            <a:ext cx="4141470" cy="6900545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-1" fmla="*/ 0 w 10039"/>
              <a:gd name="connsiteY0-2" fmla="*/ 5589 h 10000"/>
              <a:gd name="connsiteX1-3" fmla="*/ 10039 w 10039"/>
              <a:gd name="connsiteY1-4" fmla="*/ 0 h 10000"/>
              <a:gd name="connsiteX2-5" fmla="*/ 10039 w 10039"/>
              <a:gd name="connsiteY2-6" fmla="*/ 10000 h 10000"/>
              <a:gd name="connsiteX3-7" fmla="*/ 39 w 10039"/>
              <a:gd name="connsiteY3-8" fmla="*/ 10000 h 10000"/>
              <a:gd name="connsiteX4-9" fmla="*/ 0 w 10039"/>
              <a:gd name="connsiteY4-10" fmla="*/ 5589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39" h="10000">
                <a:moveTo>
                  <a:pt x="0" y="5589"/>
                </a:moveTo>
                <a:lnTo>
                  <a:pt x="10039" y="0"/>
                </a:lnTo>
                <a:lnTo>
                  <a:pt x="10039" y="10000"/>
                </a:lnTo>
                <a:lnTo>
                  <a:pt x="39" y="10000"/>
                </a:lnTo>
                <a:cubicBezTo>
                  <a:pt x="26" y="8530"/>
                  <a:pt x="13" y="7059"/>
                  <a:pt x="0" y="5589"/>
                </a:cubicBezTo>
                <a:close/>
              </a:path>
            </a:pathLst>
          </a:custGeom>
          <a:gradFill flip="none" rotWithShape="1">
            <a:gsLst>
              <a:gs pos="40000">
                <a:schemeClr val="accent5">
                  <a:alpha val="0"/>
                </a:schemeClr>
              </a:gs>
              <a:gs pos="66000">
                <a:schemeClr val="accent2">
                  <a:alpha val="0"/>
                </a:schemeClr>
              </a:gs>
              <a:gs pos="0">
                <a:schemeClr val="accent5">
                  <a:alpha val="80000"/>
                </a:schemeClr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10" name="流程图: 过程 7"/>
          <p:cNvSpPr/>
          <p:nvPr>
            <p:custDataLst>
              <p:tags r:id="rId3"/>
            </p:custDataLst>
          </p:nvPr>
        </p:nvSpPr>
        <p:spPr>
          <a:xfrm flipH="1">
            <a:off x="-635" y="31750"/>
            <a:ext cx="4177030" cy="6827520"/>
          </a:xfrm>
          <a:custGeom>
            <a:avLst/>
            <a:gdLst>
              <a:gd name="connsiteX0" fmla="*/ 0 w 6578"/>
              <a:gd name="connsiteY0" fmla="*/ 6094 h 10752"/>
              <a:gd name="connsiteX1" fmla="*/ 6578 w 6578"/>
              <a:gd name="connsiteY1" fmla="*/ 0 h 10752"/>
              <a:gd name="connsiteX2" fmla="*/ 6578 w 6578"/>
              <a:gd name="connsiteY2" fmla="*/ 10752 h 10752"/>
              <a:gd name="connsiteX3" fmla="*/ 25 w 6578"/>
              <a:gd name="connsiteY3" fmla="*/ 10752 h 10752"/>
              <a:gd name="connsiteX4" fmla="*/ 0 w 6578"/>
              <a:gd name="connsiteY4" fmla="*/ 6094 h 107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8" h="10752">
                <a:moveTo>
                  <a:pt x="0" y="6094"/>
                </a:moveTo>
                <a:lnTo>
                  <a:pt x="6578" y="0"/>
                </a:lnTo>
                <a:lnTo>
                  <a:pt x="6578" y="10752"/>
                </a:lnTo>
                <a:lnTo>
                  <a:pt x="25" y="10752"/>
                </a:lnTo>
                <a:lnTo>
                  <a:pt x="0" y="6094"/>
                </a:lnTo>
                <a:close/>
              </a:path>
            </a:pathLst>
          </a:custGeom>
          <a:noFill/>
          <a:ln w="19050">
            <a:gradFill flip="none" rotWithShape="1">
              <a:gsLst>
                <a:gs pos="42000">
                  <a:schemeClr val="accent5">
                    <a:alpha val="0"/>
                  </a:schemeClr>
                </a:gs>
                <a:gs pos="0">
                  <a:schemeClr val="accent2">
                    <a:alpha val="70000"/>
                  </a:schemeClr>
                </a:gs>
                <a:gs pos="8000">
                  <a:schemeClr val="accent2">
                    <a:alpha val="52000"/>
                  </a:schemeClr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accent1">
                    <a:shade val="50000"/>
                  </a:schemeClr>
                </a:solidFill>
              </a:ln>
              <a:noFill/>
              <a:cs typeface="Arial" panose="020B0604020202020204" pitchFamily="34" charset="0"/>
            </a:endParaRPr>
          </a:p>
        </p:txBody>
      </p:sp>
      <p:sp>
        <p:nvSpPr>
          <p:cNvPr id="9" name="流程图: 过程 7"/>
          <p:cNvSpPr/>
          <p:nvPr>
            <p:custDataLst>
              <p:tags r:id="rId4"/>
            </p:custDataLst>
          </p:nvPr>
        </p:nvSpPr>
        <p:spPr>
          <a:xfrm flipH="1">
            <a:off x="887095" y="1976120"/>
            <a:ext cx="2929890" cy="4881880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-1" fmla="*/ 0 w 10039"/>
              <a:gd name="connsiteY0-2" fmla="*/ 5589 h 10000"/>
              <a:gd name="connsiteX1-3" fmla="*/ 10039 w 10039"/>
              <a:gd name="connsiteY1-4" fmla="*/ 0 h 10000"/>
              <a:gd name="connsiteX2-5" fmla="*/ 10039 w 10039"/>
              <a:gd name="connsiteY2-6" fmla="*/ 10000 h 10000"/>
              <a:gd name="connsiteX3-7" fmla="*/ 39 w 10039"/>
              <a:gd name="connsiteY3-8" fmla="*/ 10000 h 10000"/>
              <a:gd name="connsiteX4-9" fmla="*/ 0 w 10039"/>
              <a:gd name="connsiteY4-10" fmla="*/ 5589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39" h="10000">
                <a:moveTo>
                  <a:pt x="0" y="5589"/>
                </a:moveTo>
                <a:lnTo>
                  <a:pt x="10039" y="0"/>
                </a:lnTo>
                <a:lnTo>
                  <a:pt x="10039" y="10000"/>
                </a:lnTo>
                <a:lnTo>
                  <a:pt x="39" y="10000"/>
                </a:lnTo>
                <a:cubicBezTo>
                  <a:pt x="26" y="8530"/>
                  <a:pt x="13" y="7059"/>
                  <a:pt x="0" y="5589"/>
                </a:cubicBezTo>
                <a:close/>
              </a:path>
            </a:pathLst>
          </a:custGeom>
          <a:gradFill flip="none" rotWithShape="1">
            <a:gsLst>
              <a:gs pos="44000">
                <a:schemeClr val="accent5">
                  <a:alpha val="0"/>
                </a:schemeClr>
              </a:gs>
              <a:gs pos="66000">
                <a:schemeClr val="accent2">
                  <a:alpha val="0"/>
                </a:schemeClr>
              </a:gs>
              <a:gs pos="0">
                <a:schemeClr val="accent5">
                  <a:alpha val="80000"/>
                </a:schemeClr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8" name="流程图: 过程 7"/>
          <p:cNvSpPr/>
          <p:nvPr>
            <p:custDataLst>
              <p:tags r:id="rId5"/>
            </p:custDataLst>
          </p:nvPr>
        </p:nvSpPr>
        <p:spPr>
          <a:xfrm flipH="1">
            <a:off x="912495" y="2051685"/>
            <a:ext cx="2857500" cy="4805045"/>
          </a:xfrm>
          <a:custGeom>
            <a:avLst/>
            <a:gdLst>
              <a:gd name="connsiteX0" fmla="*/ 0 w 5430"/>
              <a:gd name="connsiteY0" fmla="*/ 5046 h 9088"/>
              <a:gd name="connsiteX1" fmla="*/ 5430 w 5430"/>
              <a:gd name="connsiteY1" fmla="*/ 0 h 9088"/>
              <a:gd name="connsiteX2" fmla="*/ 5430 w 5430"/>
              <a:gd name="connsiteY2" fmla="*/ 9088 h 9088"/>
              <a:gd name="connsiteX3" fmla="*/ 21 w 5430"/>
              <a:gd name="connsiteY3" fmla="*/ 9088 h 9088"/>
              <a:gd name="connsiteX4" fmla="*/ 0 w 5430"/>
              <a:gd name="connsiteY4" fmla="*/ 5046 h 9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30" h="9088">
                <a:moveTo>
                  <a:pt x="0" y="5046"/>
                </a:moveTo>
                <a:lnTo>
                  <a:pt x="5430" y="0"/>
                </a:lnTo>
                <a:lnTo>
                  <a:pt x="5430" y="9088"/>
                </a:lnTo>
                <a:lnTo>
                  <a:pt x="21" y="9088"/>
                </a:lnTo>
                <a:lnTo>
                  <a:pt x="0" y="5046"/>
                </a:lnTo>
                <a:close/>
              </a:path>
            </a:pathLst>
          </a:cu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L="228600" marR="0" lvl="0" indent="-228600" fontAlgn="auto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●"/>
            </a:pPr>
            <a:endParaRPr kumimoji="0" lang="en-US" b="0" i="0" u="none" strike="noStrike" cap="none" spc="150" normalizeH="0" baseline="0">
              <a:ln>
                <a:noFill/>
                <a:prstDash val="sysDot"/>
              </a:ln>
              <a:solidFill>
                <a:schemeClr val="tx1"/>
              </a:solidFill>
              <a:uFillTx/>
              <a:latin typeface="+mn-lt"/>
              <a:cs typeface="Arial" panose="020B0604020202020204" pitchFamily="34" charset="0"/>
            </a:endParaRPr>
          </a:p>
        </p:txBody>
      </p:sp>
      <p:sp>
        <p:nvSpPr>
          <p:cNvPr id="13" name="流程图: 过程 7"/>
          <p:cNvSpPr/>
          <p:nvPr>
            <p:custDataLst>
              <p:tags r:id="rId6"/>
            </p:custDataLst>
          </p:nvPr>
        </p:nvSpPr>
        <p:spPr>
          <a:xfrm flipH="1">
            <a:off x="2021205" y="4446905"/>
            <a:ext cx="1400175" cy="2334895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-1" fmla="*/ 0 w 10039"/>
              <a:gd name="connsiteY0-2" fmla="*/ 5589 h 10000"/>
              <a:gd name="connsiteX1-3" fmla="*/ 10039 w 10039"/>
              <a:gd name="connsiteY1-4" fmla="*/ 0 h 10000"/>
              <a:gd name="connsiteX2-5" fmla="*/ 10039 w 10039"/>
              <a:gd name="connsiteY2-6" fmla="*/ 10000 h 10000"/>
              <a:gd name="connsiteX3-7" fmla="*/ 39 w 10039"/>
              <a:gd name="connsiteY3-8" fmla="*/ 10000 h 10000"/>
              <a:gd name="connsiteX4-9" fmla="*/ 0 w 10039"/>
              <a:gd name="connsiteY4-10" fmla="*/ 5589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39" h="10000">
                <a:moveTo>
                  <a:pt x="0" y="5589"/>
                </a:moveTo>
                <a:lnTo>
                  <a:pt x="10039" y="0"/>
                </a:lnTo>
                <a:lnTo>
                  <a:pt x="10039" y="10000"/>
                </a:lnTo>
                <a:lnTo>
                  <a:pt x="39" y="10000"/>
                </a:lnTo>
                <a:cubicBezTo>
                  <a:pt x="26" y="8530"/>
                  <a:pt x="13" y="7059"/>
                  <a:pt x="0" y="5589"/>
                </a:cubicBezTo>
                <a:close/>
              </a:path>
            </a:pathLst>
          </a:custGeom>
          <a:gradFill flip="none" rotWithShape="1">
            <a:gsLst>
              <a:gs pos="55000">
                <a:schemeClr val="accent5">
                  <a:alpha val="0"/>
                </a:schemeClr>
              </a:gs>
              <a:gs pos="82000">
                <a:schemeClr val="accent2">
                  <a:alpha val="0"/>
                </a:schemeClr>
              </a:gs>
              <a:gs pos="10000">
                <a:schemeClr val="accent5">
                  <a:alpha val="60000"/>
                </a:schemeClr>
              </a:gs>
              <a:gs pos="0">
                <a:schemeClr val="accent5">
                  <a:alpha val="80000"/>
                </a:schemeClr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17" name="流程图: 过程 7"/>
          <p:cNvSpPr/>
          <p:nvPr>
            <p:custDataLst>
              <p:tags r:id="rId7"/>
            </p:custDataLst>
          </p:nvPr>
        </p:nvSpPr>
        <p:spPr>
          <a:xfrm flipH="1">
            <a:off x="2038350" y="4493260"/>
            <a:ext cx="1365250" cy="2287905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-1" fmla="*/ 0 w 10039"/>
              <a:gd name="connsiteY0-2" fmla="*/ 5589 h 10000"/>
              <a:gd name="connsiteX1-3" fmla="*/ 10039 w 10039"/>
              <a:gd name="connsiteY1-4" fmla="*/ 0 h 10000"/>
              <a:gd name="connsiteX2-5" fmla="*/ 10039 w 10039"/>
              <a:gd name="connsiteY2-6" fmla="*/ 10000 h 10000"/>
              <a:gd name="connsiteX3-7" fmla="*/ 39 w 10039"/>
              <a:gd name="connsiteY3-8" fmla="*/ 10000 h 10000"/>
              <a:gd name="connsiteX4-9" fmla="*/ 0 w 10039"/>
              <a:gd name="connsiteY4-10" fmla="*/ 5589 h 10000"/>
              <a:gd name="connsiteX0-11" fmla="*/ 0 w 10039"/>
              <a:gd name="connsiteY0-12" fmla="*/ 5518 h 9929"/>
              <a:gd name="connsiteX1-13" fmla="*/ 10039 w 10039"/>
              <a:gd name="connsiteY1-14" fmla="*/ 0 h 9929"/>
              <a:gd name="connsiteX2-15" fmla="*/ 10039 w 10039"/>
              <a:gd name="connsiteY2-16" fmla="*/ 9929 h 9929"/>
              <a:gd name="connsiteX3-17" fmla="*/ 39 w 10039"/>
              <a:gd name="connsiteY3-18" fmla="*/ 9929 h 9929"/>
              <a:gd name="connsiteX4-19" fmla="*/ 0 w 10039"/>
              <a:gd name="connsiteY4-20" fmla="*/ 5518 h 9929"/>
              <a:gd name="connsiteX0-21" fmla="*/ 0 w 10000"/>
              <a:gd name="connsiteY0-22" fmla="*/ 5486 h 9929"/>
              <a:gd name="connsiteX1-23" fmla="*/ 10000 w 10000"/>
              <a:gd name="connsiteY1-24" fmla="*/ 0 h 9929"/>
              <a:gd name="connsiteX2-25" fmla="*/ 10000 w 10000"/>
              <a:gd name="connsiteY2-26" fmla="*/ 9929 h 9929"/>
              <a:gd name="connsiteX3-27" fmla="*/ 39 w 10000"/>
              <a:gd name="connsiteY3-28" fmla="*/ 9929 h 9929"/>
              <a:gd name="connsiteX4-29" fmla="*/ 0 w 10000"/>
              <a:gd name="connsiteY4-30" fmla="*/ 5486 h 992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00" h="9929">
                <a:moveTo>
                  <a:pt x="0" y="5486"/>
                </a:moveTo>
                <a:lnTo>
                  <a:pt x="10000" y="0"/>
                </a:lnTo>
                <a:lnTo>
                  <a:pt x="10000" y="9929"/>
                </a:lnTo>
                <a:lnTo>
                  <a:pt x="39" y="9929"/>
                </a:lnTo>
                <a:lnTo>
                  <a:pt x="0" y="5486"/>
                </a:lnTo>
                <a:close/>
              </a:path>
            </a:pathLst>
          </a:custGeom>
          <a:noFill/>
          <a:ln w="19050">
            <a:gradFill flip="none" rotWithShape="1">
              <a:gsLst>
                <a:gs pos="67000">
                  <a:schemeClr val="accent5">
                    <a:alpha val="0"/>
                  </a:schemeClr>
                </a:gs>
                <a:gs pos="0">
                  <a:schemeClr val="accent2">
                    <a:alpha val="70000"/>
                  </a:schemeClr>
                </a:gs>
                <a:gs pos="8000">
                  <a:schemeClr val="accent2">
                    <a:alpha val="52000"/>
                  </a:schemeClr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accent1">
                    <a:shade val="50000"/>
                  </a:schemeClr>
                </a:solidFill>
              </a:ln>
              <a:noFill/>
              <a:cs typeface="Arial" panose="020B0604020202020204" pitchFamily="34" charset="0"/>
            </a:endParaRPr>
          </a:p>
        </p:txBody>
      </p:sp>
      <p:sp>
        <p:nvSpPr>
          <p:cNvPr id="19" name="任意多边形 29"/>
          <p:cNvSpPr/>
          <p:nvPr>
            <p:custDataLst>
              <p:tags r:id="rId8"/>
            </p:custDataLst>
          </p:nvPr>
        </p:nvSpPr>
        <p:spPr>
          <a:xfrm flipH="1">
            <a:off x="-635" y="5408295"/>
            <a:ext cx="1450340" cy="144018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674" h="2654">
                <a:moveTo>
                  <a:pt x="2674" y="0"/>
                </a:moveTo>
                <a:lnTo>
                  <a:pt x="2674" y="2654"/>
                </a:lnTo>
                <a:lnTo>
                  <a:pt x="1" y="2654"/>
                </a:lnTo>
                <a:lnTo>
                  <a:pt x="0" y="2489"/>
                </a:lnTo>
                <a:lnTo>
                  <a:pt x="2674" y="0"/>
                </a:lnTo>
                <a:close/>
              </a:path>
            </a:pathLst>
          </a:custGeom>
          <a:gradFill>
            <a:gsLst>
              <a:gs pos="59000">
                <a:schemeClr val="accent2">
                  <a:alpha val="34000"/>
                </a:schemeClr>
              </a:gs>
              <a:gs pos="100000">
                <a:schemeClr val="accent3">
                  <a:alpha val="0"/>
                </a:schemeClr>
              </a:gs>
              <a:gs pos="0">
                <a:schemeClr val="accent2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0" name="任意多边形 32"/>
          <p:cNvSpPr/>
          <p:nvPr>
            <p:custDataLst>
              <p:tags r:id="rId9"/>
            </p:custDataLst>
          </p:nvPr>
        </p:nvSpPr>
        <p:spPr>
          <a:xfrm flipH="1">
            <a:off x="635" y="5408295"/>
            <a:ext cx="1456055" cy="145097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608" h="2565">
                <a:moveTo>
                  <a:pt x="2608" y="0"/>
                </a:moveTo>
                <a:lnTo>
                  <a:pt x="2608" y="2565"/>
                </a:lnTo>
                <a:lnTo>
                  <a:pt x="1" y="2565"/>
                </a:lnTo>
                <a:lnTo>
                  <a:pt x="0" y="2412"/>
                </a:lnTo>
                <a:lnTo>
                  <a:pt x="2608" y="0"/>
                </a:lnTo>
                <a:close/>
              </a:path>
            </a:pathLst>
          </a:custGeom>
          <a:noFill/>
          <a:ln w="19050">
            <a:gradFill>
              <a:gsLst>
                <a:gs pos="69000">
                  <a:schemeClr val="accent3">
                    <a:alpha val="0"/>
                  </a:schemeClr>
                </a:gs>
                <a:gs pos="0">
                  <a:schemeClr val="accent2">
                    <a:lumMod val="20000"/>
                    <a:lumOff val="80000"/>
                    <a:alpha val="55000"/>
                  </a:schemeClr>
                </a:gs>
              </a:gsLst>
              <a:lin ang="81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7" name="标题"/>
          <p:cNvSpPr>
            <a:spLocks noGrp="1"/>
          </p:cNvSpPr>
          <p:nvPr>
            <p:ph type="title" idx="2" hasCustomPrompt="1"/>
            <p:custDataLst>
              <p:tags r:id="rId10"/>
            </p:custDataLst>
          </p:nvPr>
        </p:nvSpPr>
        <p:spPr>
          <a:xfrm>
            <a:off x="2088515" y="589280"/>
            <a:ext cx="3487420" cy="1016000"/>
          </a:xfrm>
          <a:prstGeom prst="rect">
            <a:avLst/>
          </a:prstGeom>
        </p:spPr>
        <p:txBody>
          <a:bodyPr wrap="square" lIns="0" tIns="0" rIns="0" bIns="0" rtlCol="0" anchor="b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400" b="0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 lang="en-US" dirty="0">
                <a:sym typeface="+mn-ea"/>
              </a:rPr>
              <a:t>Click to add </a:t>
            </a:r>
            <a:r>
              <a:rPr dirty="0">
                <a:sym typeface="+mn-ea"/>
              </a:rPr>
              <a:t>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节编号"/>
          <p:cNvSpPr>
            <a:spLocks noGrp="1"/>
          </p:cNvSpPr>
          <p:nvPr>
            <p:ph type="body" idx="8" hasCustomPrompt="1"/>
            <p:custDataLst>
              <p:tags r:id="rId2"/>
            </p:custDataLst>
          </p:nvPr>
        </p:nvSpPr>
        <p:spPr>
          <a:xfrm>
            <a:off x="4902835" y="1705610"/>
            <a:ext cx="6408420" cy="190246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b" anchorCtr="0">
            <a:noAutofit/>
          </a:bodyPr>
          <a:lstStyle>
            <a:lvl1pPr marL="0" marR="0" lvl="0" indent="-22860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 kumimoji="0" lang="en-US" sz="11500" b="1" i="0" u="none" strike="noStrike" kern="1200" cap="none" spc="0" normalizeH="0" baseline="0" noProof="1">
                <a:gradFill>
                  <a:gsLst>
                    <a:gs pos="0">
                      <a:schemeClr val="accent4"/>
                    </a:gs>
                    <a:gs pos="100000">
                      <a:schemeClr val="accent4">
                        <a:alpha val="0"/>
                      </a:schemeClr>
                    </a:gs>
                  </a:gsLst>
                  <a:lin ang="5400000" scaled="0"/>
                </a:gradFill>
                <a:uFillTx/>
                <a:latin typeface="+mn-lt"/>
                <a:sym typeface="+mn-ea"/>
              </a:defRPr>
            </a:lvl1pPr>
          </a:lstStyle>
          <a:p>
            <a:pPr lvl="0" indent="-228600" algn="l">
              <a:spcBef>
                <a:spcPts val="0"/>
              </a:spcBef>
              <a:spcAft>
                <a:spcPts val="1000"/>
              </a:spcAft>
              <a:buClrTx/>
              <a:buSzTx/>
              <a:buFontTx/>
            </a:pPr>
            <a:r>
              <a:rPr dirty="0">
                <a:sym typeface="+mn-ea"/>
              </a:rPr>
              <a:t>text</a:t>
            </a:r>
            <a:endParaRPr dirty="0">
              <a:sym typeface="+mn-ea"/>
            </a:endParaRPr>
          </a:p>
        </p:txBody>
      </p:sp>
      <p:sp>
        <p:nvSpPr>
          <p:cNvPr id="7" name="标题"/>
          <p:cNvSpPr>
            <a:spLocks noGrp="1"/>
          </p:cNvSpPr>
          <p:nvPr>
            <p:ph type="title" idx="7" hasCustomPrompt="1"/>
            <p:custDataLst>
              <p:tags r:id="rId3"/>
            </p:custDataLst>
          </p:nvPr>
        </p:nvSpPr>
        <p:spPr>
          <a:xfrm>
            <a:off x="4008755" y="3607435"/>
            <a:ext cx="7303135" cy="1595120"/>
          </a:xfrm>
          <a:prstGeom prst="rect">
            <a:avLst/>
          </a:prstGeom>
        </p:spPr>
        <p:txBody>
          <a:bodyPr wrap="square" lIns="91440" tIns="45720" rIns="91440" bIns="0" rtlCol="0" anchor="t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400" b="0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8" name="流程图: 过程 7"/>
          <p:cNvSpPr/>
          <p:nvPr>
            <p:custDataLst>
              <p:tags r:id="rId4"/>
            </p:custDataLst>
          </p:nvPr>
        </p:nvSpPr>
        <p:spPr>
          <a:xfrm flipH="1">
            <a:off x="711200" y="652780"/>
            <a:ext cx="3704590" cy="6205220"/>
          </a:xfrm>
          <a:custGeom>
            <a:avLst/>
            <a:gdLst>
              <a:gd name="connsiteX0" fmla="*/ 0 w 5184"/>
              <a:gd name="connsiteY0" fmla="*/ 4297 h 8684"/>
              <a:gd name="connsiteX1" fmla="*/ 5172 w 5184"/>
              <a:gd name="connsiteY1" fmla="*/ 0 h 8684"/>
              <a:gd name="connsiteX2" fmla="*/ 5184 w 5184"/>
              <a:gd name="connsiteY2" fmla="*/ 8684 h 8684"/>
              <a:gd name="connsiteX3" fmla="*/ 16 w 5184"/>
              <a:gd name="connsiteY3" fmla="*/ 8684 h 8684"/>
              <a:gd name="connsiteX4" fmla="*/ 0 w 5184"/>
              <a:gd name="connsiteY4" fmla="*/ 4297 h 8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4" h="8684">
                <a:moveTo>
                  <a:pt x="0" y="4297"/>
                </a:moveTo>
                <a:lnTo>
                  <a:pt x="5172" y="0"/>
                </a:lnTo>
                <a:lnTo>
                  <a:pt x="5184" y="8684"/>
                </a:lnTo>
                <a:lnTo>
                  <a:pt x="16" y="8684"/>
                </a:lnTo>
                <a:cubicBezTo>
                  <a:pt x="9" y="7554"/>
                  <a:pt x="7" y="5427"/>
                  <a:pt x="0" y="4297"/>
                </a:cubicBezTo>
                <a:close/>
              </a:path>
            </a:pathLst>
          </a:custGeom>
          <a:gradFill flip="none" rotWithShape="1">
            <a:gsLst>
              <a:gs pos="44000">
                <a:schemeClr val="accent5">
                  <a:alpha val="17000"/>
                </a:schemeClr>
              </a:gs>
              <a:gs pos="66000">
                <a:schemeClr val="accent2">
                  <a:alpha val="0"/>
                </a:schemeClr>
              </a:gs>
              <a:gs pos="0">
                <a:schemeClr val="accent5">
                  <a:alpha val="100000"/>
                </a:schemeClr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9" name="流程图: 过程 7"/>
          <p:cNvSpPr/>
          <p:nvPr>
            <p:custDataLst>
              <p:tags r:id="rId5"/>
            </p:custDataLst>
          </p:nvPr>
        </p:nvSpPr>
        <p:spPr>
          <a:xfrm flipH="1">
            <a:off x="750570" y="737870"/>
            <a:ext cx="3605530" cy="6111240"/>
          </a:xfrm>
          <a:custGeom>
            <a:avLst/>
            <a:gdLst>
              <a:gd name="connsiteX0" fmla="*/ 0 w 5046"/>
              <a:gd name="connsiteY0" fmla="*/ 4201 h 8552"/>
              <a:gd name="connsiteX1" fmla="*/ 5044 w 5046"/>
              <a:gd name="connsiteY1" fmla="*/ 0 h 8552"/>
              <a:gd name="connsiteX2" fmla="*/ 5046 w 5046"/>
              <a:gd name="connsiteY2" fmla="*/ 8552 h 8552"/>
              <a:gd name="connsiteX3" fmla="*/ 28 w 5046"/>
              <a:gd name="connsiteY3" fmla="*/ 8538 h 8552"/>
              <a:gd name="connsiteX4" fmla="*/ 0 w 5046"/>
              <a:gd name="connsiteY4" fmla="*/ 4201 h 8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46" h="8552">
                <a:moveTo>
                  <a:pt x="0" y="4201"/>
                </a:moveTo>
                <a:lnTo>
                  <a:pt x="5044" y="0"/>
                </a:lnTo>
                <a:lnTo>
                  <a:pt x="5046" y="8552"/>
                </a:lnTo>
                <a:lnTo>
                  <a:pt x="28" y="8538"/>
                </a:lnTo>
                <a:lnTo>
                  <a:pt x="0" y="4201"/>
                </a:lnTo>
                <a:close/>
              </a:path>
            </a:pathLst>
          </a:custGeom>
          <a:noFill/>
          <a:ln w="19050">
            <a:gradFill flip="none" rotWithShape="1">
              <a:gsLst>
                <a:gs pos="49000">
                  <a:schemeClr val="accent5">
                    <a:alpha val="0"/>
                  </a:schemeClr>
                </a:gs>
                <a:gs pos="0">
                  <a:schemeClr val="accent2">
                    <a:alpha val="70000"/>
                  </a:schemeClr>
                </a:gs>
                <a:gs pos="8000">
                  <a:schemeClr val="accent2">
                    <a:alpha val="52000"/>
                  </a:schemeClr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ln>
                <a:solidFill>
                  <a:schemeClr val="accent1">
                    <a:shade val="50000"/>
                  </a:schemeClr>
                </a:solidFill>
              </a:ln>
              <a:noFill/>
              <a:cs typeface="Arial" panose="020B0604020202020204" pitchFamily="34" charset="0"/>
            </a:endParaRPr>
          </a:p>
        </p:txBody>
      </p:sp>
      <p:sp>
        <p:nvSpPr>
          <p:cNvPr id="11" name="流程图: 过程 7"/>
          <p:cNvSpPr/>
          <p:nvPr>
            <p:custDataLst>
              <p:tags r:id="rId6"/>
            </p:custDataLst>
          </p:nvPr>
        </p:nvSpPr>
        <p:spPr>
          <a:xfrm flipH="1">
            <a:off x="2877820" y="4138930"/>
            <a:ext cx="2696210" cy="2755265"/>
          </a:xfrm>
          <a:custGeom>
            <a:avLst/>
            <a:gdLst>
              <a:gd name="connsiteX0" fmla="*/ 0 w 3773"/>
              <a:gd name="connsiteY0" fmla="*/ 3017 h 3856"/>
              <a:gd name="connsiteX1" fmla="*/ 3773 w 3773"/>
              <a:gd name="connsiteY1" fmla="*/ 0 h 3856"/>
              <a:gd name="connsiteX2" fmla="*/ 3765 w 3773"/>
              <a:gd name="connsiteY2" fmla="*/ 3843 h 3856"/>
              <a:gd name="connsiteX3" fmla="*/ 14 w 3773"/>
              <a:gd name="connsiteY3" fmla="*/ 3856 h 3856"/>
              <a:gd name="connsiteX4" fmla="*/ 0 w 3773"/>
              <a:gd name="connsiteY4" fmla="*/ 3017 h 3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73" h="3856">
                <a:moveTo>
                  <a:pt x="0" y="3017"/>
                </a:moveTo>
                <a:lnTo>
                  <a:pt x="3773" y="0"/>
                </a:lnTo>
                <a:lnTo>
                  <a:pt x="3765" y="3843"/>
                </a:lnTo>
                <a:lnTo>
                  <a:pt x="14" y="3856"/>
                </a:lnTo>
                <a:cubicBezTo>
                  <a:pt x="9" y="3062"/>
                  <a:pt x="5" y="3810"/>
                  <a:pt x="0" y="3017"/>
                </a:cubicBezTo>
                <a:close/>
              </a:path>
            </a:pathLst>
          </a:custGeom>
          <a:gradFill flip="none" rotWithShape="1">
            <a:gsLst>
              <a:gs pos="55000">
                <a:schemeClr val="accent5">
                  <a:alpha val="0"/>
                </a:schemeClr>
              </a:gs>
              <a:gs pos="82000">
                <a:schemeClr val="accent2">
                  <a:alpha val="0"/>
                </a:schemeClr>
              </a:gs>
              <a:gs pos="10000">
                <a:schemeClr val="accent5">
                  <a:alpha val="75000"/>
                </a:schemeClr>
              </a:gs>
              <a:gs pos="0">
                <a:schemeClr val="accent5">
                  <a:alpha val="88000"/>
                </a:schemeClr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13" name="流程图: 过程 7"/>
          <p:cNvSpPr/>
          <p:nvPr>
            <p:custDataLst>
              <p:tags r:id="rId7"/>
            </p:custDataLst>
          </p:nvPr>
        </p:nvSpPr>
        <p:spPr>
          <a:xfrm flipH="1">
            <a:off x="2903220" y="4215130"/>
            <a:ext cx="2640965" cy="2679065"/>
          </a:xfrm>
          <a:custGeom>
            <a:avLst/>
            <a:gdLst>
              <a:gd name="connsiteX0" fmla="*/ 6 w 3696"/>
              <a:gd name="connsiteY0" fmla="*/ 2923 h 3749"/>
              <a:gd name="connsiteX1" fmla="*/ 3685 w 3696"/>
              <a:gd name="connsiteY1" fmla="*/ 0 h 3749"/>
              <a:gd name="connsiteX2" fmla="*/ 3696 w 3696"/>
              <a:gd name="connsiteY2" fmla="*/ 3749 h 3749"/>
              <a:gd name="connsiteX3" fmla="*/ 0 w 3696"/>
              <a:gd name="connsiteY3" fmla="*/ 3749 h 3749"/>
              <a:gd name="connsiteX4" fmla="*/ 6 w 3696"/>
              <a:gd name="connsiteY4" fmla="*/ 2923 h 37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6" h="3749">
                <a:moveTo>
                  <a:pt x="6" y="2923"/>
                </a:moveTo>
                <a:lnTo>
                  <a:pt x="3685" y="0"/>
                </a:lnTo>
                <a:lnTo>
                  <a:pt x="3696" y="3749"/>
                </a:lnTo>
                <a:lnTo>
                  <a:pt x="0" y="3749"/>
                </a:lnTo>
                <a:lnTo>
                  <a:pt x="6" y="2923"/>
                </a:lnTo>
                <a:close/>
              </a:path>
            </a:pathLst>
          </a:custGeom>
          <a:noFill/>
          <a:ln w="19050">
            <a:gradFill flip="none" rotWithShape="1">
              <a:gsLst>
                <a:gs pos="67000">
                  <a:schemeClr val="accent5">
                    <a:alpha val="0"/>
                  </a:schemeClr>
                </a:gs>
                <a:gs pos="0">
                  <a:schemeClr val="accent2">
                    <a:alpha val="70000"/>
                  </a:schemeClr>
                </a:gs>
                <a:gs pos="8000">
                  <a:schemeClr val="accent2">
                    <a:alpha val="52000"/>
                  </a:schemeClr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accent1">
                    <a:shade val="50000"/>
                  </a:schemeClr>
                </a:solidFill>
              </a:ln>
              <a:noFill/>
              <a:cs typeface="Arial" panose="020B0604020202020204" pitchFamily="34" charset="0"/>
            </a:endParaRPr>
          </a:p>
        </p:txBody>
      </p:sp>
      <p:sp>
        <p:nvSpPr>
          <p:cNvPr id="15" name="任意多边形 29"/>
          <p:cNvSpPr/>
          <p:nvPr>
            <p:custDataLst>
              <p:tags r:id="rId8"/>
            </p:custDataLst>
          </p:nvPr>
        </p:nvSpPr>
        <p:spPr>
          <a:xfrm flipH="1">
            <a:off x="-1270" y="5715000"/>
            <a:ext cx="1391285" cy="1158875"/>
          </a:xfrm>
          <a:custGeom>
            <a:avLst/>
            <a:gdLst>
              <a:gd name="connsiteX0" fmla="*/ 2191 w 2191"/>
              <a:gd name="connsiteY0" fmla="*/ 0 h 1825"/>
              <a:gd name="connsiteX1" fmla="*/ 2182 w 2191"/>
              <a:gd name="connsiteY1" fmla="*/ 1814 h 1825"/>
              <a:gd name="connsiteX2" fmla="*/ 0 w 2191"/>
              <a:gd name="connsiteY2" fmla="*/ 1814 h 1825"/>
              <a:gd name="connsiteX3" fmla="*/ 15 w 2191"/>
              <a:gd name="connsiteY3" fmla="*/ 1825 h 1825"/>
              <a:gd name="connsiteX4" fmla="*/ 2191 w 2191"/>
              <a:gd name="connsiteY4" fmla="*/ 0 h 1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1" h="1825">
                <a:moveTo>
                  <a:pt x="2191" y="0"/>
                </a:moveTo>
                <a:lnTo>
                  <a:pt x="2182" y="1814"/>
                </a:lnTo>
                <a:lnTo>
                  <a:pt x="0" y="1814"/>
                </a:lnTo>
                <a:lnTo>
                  <a:pt x="15" y="1825"/>
                </a:lnTo>
                <a:lnTo>
                  <a:pt x="2191" y="0"/>
                </a:lnTo>
                <a:close/>
              </a:path>
            </a:pathLst>
          </a:custGeom>
          <a:gradFill>
            <a:gsLst>
              <a:gs pos="59000">
                <a:schemeClr val="accent5">
                  <a:alpha val="0"/>
                </a:schemeClr>
              </a:gs>
              <a:gs pos="100000">
                <a:schemeClr val="accent5">
                  <a:alpha val="0"/>
                </a:schemeClr>
              </a:gs>
              <a:gs pos="0">
                <a:schemeClr val="accent2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16" name="任意多边形 32"/>
          <p:cNvSpPr/>
          <p:nvPr>
            <p:custDataLst>
              <p:tags r:id="rId9"/>
            </p:custDataLst>
          </p:nvPr>
        </p:nvSpPr>
        <p:spPr>
          <a:xfrm flipH="1">
            <a:off x="-14605" y="5749290"/>
            <a:ext cx="1396365" cy="1173480"/>
          </a:xfrm>
          <a:custGeom>
            <a:avLst/>
            <a:gdLst>
              <a:gd name="connsiteX0" fmla="*/ 2199 w 2199"/>
              <a:gd name="connsiteY0" fmla="*/ 0 h 1848"/>
              <a:gd name="connsiteX1" fmla="*/ 2181 w 2199"/>
              <a:gd name="connsiteY1" fmla="*/ 1787 h 1848"/>
              <a:gd name="connsiteX2" fmla="*/ 0 w 2199"/>
              <a:gd name="connsiteY2" fmla="*/ 1841 h 1848"/>
              <a:gd name="connsiteX3" fmla="*/ 3 w 2199"/>
              <a:gd name="connsiteY3" fmla="*/ 1848 h 1848"/>
              <a:gd name="connsiteX4" fmla="*/ 2199 w 2199"/>
              <a:gd name="connsiteY4" fmla="*/ 0 h 1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9" h="1848">
                <a:moveTo>
                  <a:pt x="2199" y="0"/>
                </a:moveTo>
                <a:lnTo>
                  <a:pt x="2181" y="1787"/>
                </a:lnTo>
                <a:lnTo>
                  <a:pt x="0" y="1841"/>
                </a:lnTo>
                <a:lnTo>
                  <a:pt x="3" y="1848"/>
                </a:lnTo>
                <a:lnTo>
                  <a:pt x="2199" y="0"/>
                </a:lnTo>
                <a:close/>
              </a:path>
            </a:pathLst>
          </a:custGeom>
          <a:noFill/>
          <a:ln w="19050">
            <a:gradFill>
              <a:gsLst>
                <a:gs pos="69000">
                  <a:schemeClr val="accent3">
                    <a:alpha val="0"/>
                  </a:schemeClr>
                </a:gs>
                <a:gs pos="0">
                  <a:schemeClr val="accent2">
                    <a:lumMod val="20000"/>
                    <a:lumOff val="80000"/>
                    <a:alpha val="55000"/>
                  </a:schemeClr>
                </a:gs>
              </a:gsLst>
              <a:lin ang="81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"/>
          <p:cNvSpPr>
            <a:spLocks noGrp="1"/>
          </p:cNvSpPr>
          <p:nvPr>
            <p:ph type="title" idx="9" hasCustomPrompt="1"/>
            <p:custDataLst>
              <p:tags r:id="rId2"/>
            </p:custDataLst>
          </p:nvPr>
        </p:nvSpPr>
        <p:spPr>
          <a:xfrm>
            <a:off x="694800" y="359999"/>
            <a:ext cx="10800000" cy="720000"/>
          </a:xfrm>
          <a:prstGeom prst="rect">
            <a:avLst/>
          </a:prstGeom>
        </p:spPr>
        <p:txBody>
          <a:bodyPr wrap="square" lIns="0" tIns="0" rIns="0" bIns="0" rtlCol="0" anchor="b">
            <a:normAutofit/>
          </a:bodyPr>
          <a:lstStyle>
            <a:lvl1pPr marL="0" marR="0" lvl="0" algn="l" defTabSz="914400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800" b="0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Click to add title</a:t>
            </a:r>
            <a:endParaRPr>
              <a:sym typeface="+mn-ea"/>
            </a:endParaRPr>
          </a:p>
        </p:txBody>
      </p:sp>
      <p:sp>
        <p:nvSpPr>
          <p:cNvPr id="15" name="正文"/>
          <p:cNvSpPr txBox="1">
            <a:spLocks noGrp="1"/>
          </p:cNvSpPr>
          <p:nvPr>
            <p:ph idx="8" hasCustomPrompt="1"/>
            <p:custDataLst>
              <p:tags r:id="rId3"/>
            </p:custDataLst>
          </p:nvPr>
        </p:nvSpPr>
        <p:spPr>
          <a:xfrm>
            <a:off x="6400805" y="1238865"/>
            <a:ext cx="5090400" cy="5010728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2" name="正文"/>
          <p:cNvSpPr txBox="1">
            <a:spLocks noGrp="1"/>
          </p:cNvSpPr>
          <p:nvPr>
            <p:ph idx="7" hasCustomPrompt="1"/>
            <p:custDataLst>
              <p:tags r:id="rId4"/>
            </p:custDataLst>
          </p:nvPr>
        </p:nvSpPr>
        <p:spPr>
          <a:xfrm>
            <a:off x="694800" y="1238865"/>
            <a:ext cx="5090400" cy="5010728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9" name="流程图: 过程 7"/>
          <p:cNvSpPr/>
          <p:nvPr>
            <p:custDataLst>
              <p:tags r:id="rId5"/>
            </p:custDataLst>
          </p:nvPr>
        </p:nvSpPr>
        <p:spPr>
          <a:xfrm>
            <a:off x="9607550" y="2600325"/>
            <a:ext cx="2584450" cy="4267835"/>
          </a:xfrm>
          <a:custGeom>
            <a:avLst/>
            <a:gdLst>
              <a:gd name="connsiteX0" fmla="*/ 0 w 4070"/>
              <a:gd name="connsiteY0" fmla="*/ 3787 h 6721"/>
              <a:gd name="connsiteX1" fmla="*/ 4066 w 4070"/>
              <a:gd name="connsiteY1" fmla="*/ 0 h 6721"/>
              <a:gd name="connsiteX2" fmla="*/ 4070 w 4070"/>
              <a:gd name="connsiteY2" fmla="*/ 6707 h 6721"/>
              <a:gd name="connsiteX3" fmla="*/ 20 w 4070"/>
              <a:gd name="connsiteY3" fmla="*/ 6721 h 6721"/>
              <a:gd name="connsiteX4" fmla="*/ 0 w 4070"/>
              <a:gd name="connsiteY4" fmla="*/ 3787 h 6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70" h="6721">
                <a:moveTo>
                  <a:pt x="0" y="3787"/>
                </a:moveTo>
                <a:lnTo>
                  <a:pt x="4066" y="0"/>
                </a:lnTo>
                <a:lnTo>
                  <a:pt x="4070" y="6707"/>
                </a:lnTo>
                <a:lnTo>
                  <a:pt x="20" y="6721"/>
                </a:lnTo>
                <a:cubicBezTo>
                  <a:pt x="15" y="5725"/>
                  <a:pt x="5" y="4783"/>
                  <a:pt x="0" y="3787"/>
                </a:cubicBezTo>
                <a:close/>
              </a:path>
            </a:pathLst>
          </a:custGeom>
          <a:gradFill flip="none" rotWithShape="1">
            <a:gsLst>
              <a:gs pos="32000">
                <a:schemeClr val="accent5">
                  <a:alpha val="0"/>
                </a:schemeClr>
              </a:gs>
              <a:gs pos="66000">
                <a:schemeClr val="accent2">
                  <a:alpha val="0"/>
                </a:schemeClr>
              </a:gs>
              <a:gs pos="0">
                <a:schemeClr val="accent5">
                  <a:alpha val="80000"/>
                </a:schemeClr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8" name="流程图: 过程 7"/>
          <p:cNvSpPr/>
          <p:nvPr>
            <p:custDataLst>
              <p:tags r:id="rId6"/>
            </p:custDataLst>
          </p:nvPr>
        </p:nvSpPr>
        <p:spPr>
          <a:xfrm>
            <a:off x="9596755" y="2618740"/>
            <a:ext cx="2604135" cy="4257040"/>
          </a:xfrm>
          <a:custGeom>
            <a:avLst/>
            <a:gdLst>
              <a:gd name="connsiteX0" fmla="*/ 0 w 6578"/>
              <a:gd name="connsiteY0" fmla="*/ 6094 h 10752"/>
              <a:gd name="connsiteX1" fmla="*/ 6578 w 6578"/>
              <a:gd name="connsiteY1" fmla="*/ 0 h 10752"/>
              <a:gd name="connsiteX2" fmla="*/ 6578 w 6578"/>
              <a:gd name="connsiteY2" fmla="*/ 10752 h 10752"/>
              <a:gd name="connsiteX3" fmla="*/ 25 w 6578"/>
              <a:gd name="connsiteY3" fmla="*/ 10752 h 10752"/>
              <a:gd name="connsiteX4" fmla="*/ 0 w 6578"/>
              <a:gd name="connsiteY4" fmla="*/ 6094 h 107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8" h="10752">
                <a:moveTo>
                  <a:pt x="0" y="6094"/>
                </a:moveTo>
                <a:lnTo>
                  <a:pt x="6578" y="0"/>
                </a:lnTo>
                <a:lnTo>
                  <a:pt x="6578" y="10752"/>
                </a:lnTo>
                <a:lnTo>
                  <a:pt x="25" y="10752"/>
                </a:lnTo>
                <a:lnTo>
                  <a:pt x="0" y="6094"/>
                </a:lnTo>
                <a:close/>
              </a:path>
            </a:pathLst>
          </a:custGeom>
          <a:noFill/>
          <a:ln w="19050">
            <a:gradFill flip="none" rotWithShape="1">
              <a:gsLst>
                <a:gs pos="30000">
                  <a:schemeClr val="accent5">
                    <a:alpha val="0"/>
                  </a:schemeClr>
                </a:gs>
                <a:gs pos="0">
                  <a:schemeClr val="accent2">
                    <a:alpha val="70000"/>
                  </a:schemeClr>
                </a:gs>
                <a:gs pos="8000">
                  <a:schemeClr val="accent2">
                    <a:alpha val="52000"/>
                  </a:schemeClr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accent1">
                    <a:shade val="50000"/>
                  </a:schemeClr>
                </a:solidFill>
              </a:ln>
              <a:noFill/>
              <a:cs typeface="Arial" panose="020B0604020202020204" pitchFamily="34" charset="0"/>
            </a:endParaRPr>
          </a:p>
        </p:txBody>
      </p:sp>
      <p:sp>
        <p:nvSpPr>
          <p:cNvPr id="10" name="流程图: 过程 7"/>
          <p:cNvSpPr/>
          <p:nvPr>
            <p:custDataLst>
              <p:tags r:id="rId7"/>
            </p:custDataLst>
          </p:nvPr>
        </p:nvSpPr>
        <p:spPr>
          <a:xfrm>
            <a:off x="10020935" y="4029710"/>
            <a:ext cx="1696720" cy="2828290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-1" fmla="*/ 0 w 10039"/>
              <a:gd name="connsiteY0-2" fmla="*/ 5589 h 10000"/>
              <a:gd name="connsiteX1-3" fmla="*/ 10039 w 10039"/>
              <a:gd name="connsiteY1-4" fmla="*/ 0 h 10000"/>
              <a:gd name="connsiteX2-5" fmla="*/ 10039 w 10039"/>
              <a:gd name="connsiteY2-6" fmla="*/ 10000 h 10000"/>
              <a:gd name="connsiteX3-7" fmla="*/ 39 w 10039"/>
              <a:gd name="connsiteY3-8" fmla="*/ 10000 h 10000"/>
              <a:gd name="connsiteX4-9" fmla="*/ 0 w 10039"/>
              <a:gd name="connsiteY4-10" fmla="*/ 5589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39" h="10000">
                <a:moveTo>
                  <a:pt x="0" y="5589"/>
                </a:moveTo>
                <a:lnTo>
                  <a:pt x="10039" y="0"/>
                </a:lnTo>
                <a:lnTo>
                  <a:pt x="10039" y="10000"/>
                </a:lnTo>
                <a:lnTo>
                  <a:pt x="39" y="10000"/>
                </a:lnTo>
                <a:cubicBezTo>
                  <a:pt x="26" y="8530"/>
                  <a:pt x="13" y="7059"/>
                  <a:pt x="0" y="5589"/>
                </a:cubicBezTo>
                <a:close/>
              </a:path>
            </a:pathLst>
          </a:custGeom>
          <a:gradFill flip="none" rotWithShape="1">
            <a:gsLst>
              <a:gs pos="22000">
                <a:schemeClr val="accent5">
                  <a:alpha val="30000"/>
                </a:schemeClr>
              </a:gs>
              <a:gs pos="49000">
                <a:schemeClr val="accent5">
                  <a:alpha val="0"/>
                </a:schemeClr>
              </a:gs>
              <a:gs pos="100000">
                <a:schemeClr val="accent2">
                  <a:alpha val="0"/>
                </a:schemeClr>
              </a:gs>
              <a:gs pos="0">
                <a:schemeClr val="accent5">
                  <a:alpha val="80000"/>
                </a:schemeClr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11" name="流程图: 过程 7"/>
          <p:cNvSpPr/>
          <p:nvPr>
            <p:custDataLst>
              <p:tags r:id="rId8"/>
            </p:custDataLst>
          </p:nvPr>
        </p:nvSpPr>
        <p:spPr>
          <a:xfrm>
            <a:off x="10048240" y="4073525"/>
            <a:ext cx="1654810" cy="2783840"/>
          </a:xfrm>
          <a:custGeom>
            <a:avLst/>
            <a:gdLst>
              <a:gd name="connsiteX0" fmla="*/ 0 w 5430"/>
              <a:gd name="connsiteY0" fmla="*/ 5046 h 9088"/>
              <a:gd name="connsiteX1" fmla="*/ 5430 w 5430"/>
              <a:gd name="connsiteY1" fmla="*/ 0 h 9088"/>
              <a:gd name="connsiteX2" fmla="*/ 5430 w 5430"/>
              <a:gd name="connsiteY2" fmla="*/ 9088 h 9088"/>
              <a:gd name="connsiteX3" fmla="*/ 21 w 5430"/>
              <a:gd name="connsiteY3" fmla="*/ 9088 h 9088"/>
              <a:gd name="connsiteX4" fmla="*/ 0 w 5430"/>
              <a:gd name="connsiteY4" fmla="*/ 5046 h 9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30" h="9088">
                <a:moveTo>
                  <a:pt x="0" y="5046"/>
                </a:moveTo>
                <a:lnTo>
                  <a:pt x="5430" y="0"/>
                </a:lnTo>
                <a:lnTo>
                  <a:pt x="5430" y="9088"/>
                </a:lnTo>
                <a:lnTo>
                  <a:pt x="21" y="9088"/>
                </a:lnTo>
                <a:lnTo>
                  <a:pt x="0" y="5046"/>
                </a:lnTo>
                <a:close/>
              </a:path>
            </a:pathLst>
          </a:custGeom>
          <a:noFill/>
          <a:ln w="19050">
            <a:gradFill flip="none" rotWithShape="1">
              <a:gsLst>
                <a:gs pos="41000">
                  <a:schemeClr val="accent5">
                    <a:alpha val="0"/>
                  </a:schemeClr>
                </a:gs>
                <a:gs pos="0">
                  <a:schemeClr val="accent2">
                    <a:alpha val="70000"/>
                  </a:schemeClr>
                </a:gs>
                <a:gs pos="8000">
                  <a:schemeClr val="accent2">
                    <a:alpha val="52000"/>
                  </a:schemeClr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accent1">
                    <a:shade val="50000"/>
                  </a:schemeClr>
                </a:solidFill>
              </a:ln>
              <a:noFill/>
              <a:cs typeface="Arial" panose="020B0604020202020204" pitchFamily="34" charset="0"/>
            </a:endParaRPr>
          </a:p>
        </p:txBody>
      </p:sp>
      <p:sp>
        <p:nvSpPr>
          <p:cNvPr id="13" name="流程图: 过程 7"/>
          <p:cNvSpPr/>
          <p:nvPr>
            <p:custDataLst>
              <p:tags r:id="rId9"/>
            </p:custDataLst>
          </p:nvPr>
        </p:nvSpPr>
        <p:spPr>
          <a:xfrm>
            <a:off x="11230610" y="5965825"/>
            <a:ext cx="958850" cy="900430"/>
          </a:xfrm>
          <a:custGeom>
            <a:avLst/>
            <a:gdLst>
              <a:gd name="connsiteX0" fmla="*/ 0 w 1510"/>
              <a:gd name="connsiteY0" fmla="*/ 1407 h 1418"/>
              <a:gd name="connsiteX1" fmla="*/ 1510 w 1510"/>
              <a:gd name="connsiteY1" fmla="*/ 0 h 1418"/>
              <a:gd name="connsiteX2" fmla="*/ 1500 w 1510"/>
              <a:gd name="connsiteY2" fmla="*/ 1418 h 1418"/>
              <a:gd name="connsiteX3" fmla="*/ 0 w 1510"/>
              <a:gd name="connsiteY3" fmla="*/ 1407 h 1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0" h="1418">
                <a:moveTo>
                  <a:pt x="0" y="1407"/>
                </a:moveTo>
                <a:lnTo>
                  <a:pt x="1510" y="0"/>
                </a:lnTo>
                <a:lnTo>
                  <a:pt x="1500" y="1418"/>
                </a:lnTo>
                <a:lnTo>
                  <a:pt x="0" y="1407"/>
                </a:lnTo>
                <a:close/>
              </a:path>
            </a:pathLst>
          </a:custGeom>
          <a:gradFill flip="none" rotWithShape="1">
            <a:gsLst>
              <a:gs pos="59000">
                <a:schemeClr val="accent2">
                  <a:alpha val="34000"/>
                </a:schemeClr>
              </a:gs>
              <a:gs pos="100000">
                <a:schemeClr val="accent3">
                  <a:alpha val="0"/>
                </a:schemeClr>
              </a:gs>
              <a:gs pos="0">
                <a:schemeClr val="accent2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14" name="流程图: 过程 7"/>
          <p:cNvSpPr/>
          <p:nvPr>
            <p:custDataLst>
              <p:tags r:id="rId10"/>
            </p:custDataLst>
          </p:nvPr>
        </p:nvSpPr>
        <p:spPr>
          <a:xfrm>
            <a:off x="11239500" y="6002020"/>
            <a:ext cx="943610" cy="877570"/>
          </a:xfrm>
          <a:custGeom>
            <a:avLst/>
            <a:gdLst>
              <a:gd name="connsiteX0" fmla="*/ 0 w 1486"/>
              <a:gd name="connsiteY0" fmla="*/ 1368 h 1382"/>
              <a:gd name="connsiteX1" fmla="*/ 1475 w 1486"/>
              <a:gd name="connsiteY1" fmla="*/ 0 h 1382"/>
              <a:gd name="connsiteX2" fmla="*/ 1486 w 1486"/>
              <a:gd name="connsiteY2" fmla="*/ 1382 h 1382"/>
              <a:gd name="connsiteX3" fmla="*/ 0 w 1486"/>
              <a:gd name="connsiteY3" fmla="*/ 1368 h 1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6" h="1382">
                <a:moveTo>
                  <a:pt x="0" y="1368"/>
                </a:moveTo>
                <a:lnTo>
                  <a:pt x="1475" y="0"/>
                </a:lnTo>
                <a:lnTo>
                  <a:pt x="1486" y="1382"/>
                </a:lnTo>
                <a:lnTo>
                  <a:pt x="0" y="1368"/>
                </a:lnTo>
                <a:close/>
              </a:path>
            </a:pathLst>
          </a:custGeom>
          <a:noFill/>
          <a:ln w="19050">
            <a:gradFill flip="none" rotWithShape="1">
              <a:gsLst>
                <a:gs pos="69000">
                  <a:schemeClr val="accent3">
                    <a:alpha val="0"/>
                  </a:schemeClr>
                </a:gs>
                <a:gs pos="0">
                  <a:schemeClr val="accent2">
                    <a:lumMod val="20000"/>
                    <a:lumOff val="80000"/>
                    <a:alpha val="55000"/>
                  </a:schemeClr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accent1">
                    <a:shade val="50000"/>
                  </a:schemeClr>
                </a:solidFill>
              </a:ln>
              <a:noFill/>
              <a:cs typeface="Arial" panose="020B0604020202020204" pitchFamily="34" charset="0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694800" y="6314400"/>
            <a:ext cx="26172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8877600" y="6314400"/>
            <a:ext cx="2604135" cy="316800"/>
          </a:xfrm>
        </p:spPr>
        <p:txBody>
          <a:bodyPr/>
          <a:lstStyle>
            <a:lvl1pPr algn="r">
              <a:defRPr/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"/>
          <p:cNvSpPr>
            <a:spLocks noGrp="1"/>
          </p:cNvSpPr>
          <p:nvPr>
            <p:ph type="title" idx="14" hasCustomPrompt="1"/>
            <p:custDataLst>
              <p:tags r:id="rId2"/>
            </p:custDataLst>
          </p:nvPr>
        </p:nvSpPr>
        <p:spPr>
          <a:xfrm>
            <a:off x="694800" y="359999"/>
            <a:ext cx="10800000" cy="720000"/>
          </a:xfrm>
          <a:prstGeom prst="rect">
            <a:avLst/>
          </a:prstGeom>
        </p:spPr>
        <p:txBody>
          <a:bodyPr wrap="square" lIns="0" tIns="0" rIns="0" bIns="0" rtlCol="0">
            <a:normAutofit/>
          </a:bodyPr>
          <a:lstStyle>
            <a:lvl1pPr marL="0" marR="0" lvl="0" algn="l" defTabSz="914400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800" b="0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9" name="正文"/>
          <p:cNvSpPr txBox="1">
            <a:spLocks noGrp="1"/>
          </p:cNvSpPr>
          <p:nvPr>
            <p:ph idx="13" hasCustomPrompt="1"/>
            <p:custDataLst>
              <p:tags r:id="rId3"/>
            </p:custDataLst>
          </p:nvPr>
        </p:nvSpPr>
        <p:spPr>
          <a:xfrm>
            <a:off x="6235200" y="1657719"/>
            <a:ext cx="5256000" cy="4591881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8" name="标题"/>
          <p:cNvSpPr txBox="1">
            <a:spLocks noGrp="1"/>
          </p:cNvSpPr>
          <p:nvPr>
            <p:ph type="title" idx="9" hasCustomPrompt="1"/>
            <p:custDataLst>
              <p:tags r:id="rId4"/>
            </p:custDataLst>
          </p:nvPr>
        </p:nvSpPr>
        <p:spPr>
          <a:xfrm>
            <a:off x="6235200" y="1209310"/>
            <a:ext cx="5256000" cy="40011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1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7" name="正文"/>
          <p:cNvSpPr txBox="1">
            <a:spLocks noGrp="1"/>
          </p:cNvSpPr>
          <p:nvPr>
            <p:ph idx="8" hasCustomPrompt="1"/>
            <p:custDataLst>
              <p:tags r:id="rId5"/>
            </p:custDataLst>
          </p:nvPr>
        </p:nvSpPr>
        <p:spPr>
          <a:xfrm>
            <a:off x="694800" y="1657719"/>
            <a:ext cx="5256000" cy="4591881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4" name="标题"/>
          <p:cNvSpPr txBox="1">
            <a:spLocks noGrp="1"/>
          </p:cNvSpPr>
          <p:nvPr>
            <p:ph type="title" idx="7" hasCustomPrompt="1"/>
            <p:custDataLst>
              <p:tags r:id="rId6"/>
            </p:custDataLst>
          </p:nvPr>
        </p:nvSpPr>
        <p:spPr>
          <a:xfrm>
            <a:off x="694800" y="1209310"/>
            <a:ext cx="5256000" cy="40011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1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1" name="流程图: 过程 7"/>
          <p:cNvSpPr/>
          <p:nvPr>
            <p:custDataLst>
              <p:tags r:id="rId7"/>
            </p:custDataLst>
          </p:nvPr>
        </p:nvSpPr>
        <p:spPr>
          <a:xfrm>
            <a:off x="9607550" y="2600325"/>
            <a:ext cx="2584450" cy="4267835"/>
          </a:xfrm>
          <a:custGeom>
            <a:avLst/>
            <a:gdLst>
              <a:gd name="connsiteX0" fmla="*/ 0 w 4070"/>
              <a:gd name="connsiteY0" fmla="*/ 3787 h 6721"/>
              <a:gd name="connsiteX1" fmla="*/ 4066 w 4070"/>
              <a:gd name="connsiteY1" fmla="*/ 0 h 6721"/>
              <a:gd name="connsiteX2" fmla="*/ 4070 w 4070"/>
              <a:gd name="connsiteY2" fmla="*/ 6707 h 6721"/>
              <a:gd name="connsiteX3" fmla="*/ 20 w 4070"/>
              <a:gd name="connsiteY3" fmla="*/ 6721 h 6721"/>
              <a:gd name="connsiteX4" fmla="*/ 0 w 4070"/>
              <a:gd name="connsiteY4" fmla="*/ 3787 h 6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70" h="6721">
                <a:moveTo>
                  <a:pt x="0" y="3787"/>
                </a:moveTo>
                <a:lnTo>
                  <a:pt x="4066" y="0"/>
                </a:lnTo>
                <a:lnTo>
                  <a:pt x="4070" y="6707"/>
                </a:lnTo>
                <a:lnTo>
                  <a:pt x="20" y="6721"/>
                </a:lnTo>
                <a:cubicBezTo>
                  <a:pt x="15" y="5725"/>
                  <a:pt x="5" y="4783"/>
                  <a:pt x="0" y="3787"/>
                </a:cubicBezTo>
                <a:close/>
              </a:path>
            </a:pathLst>
          </a:custGeom>
          <a:gradFill flip="none" rotWithShape="1">
            <a:gsLst>
              <a:gs pos="32000">
                <a:schemeClr val="accent5">
                  <a:alpha val="0"/>
                </a:schemeClr>
              </a:gs>
              <a:gs pos="66000">
                <a:schemeClr val="accent2">
                  <a:alpha val="0"/>
                </a:schemeClr>
              </a:gs>
              <a:gs pos="0">
                <a:schemeClr val="accent5">
                  <a:alpha val="80000"/>
                </a:schemeClr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10" name="流程图: 过程 7"/>
          <p:cNvSpPr/>
          <p:nvPr>
            <p:custDataLst>
              <p:tags r:id="rId8"/>
            </p:custDataLst>
          </p:nvPr>
        </p:nvSpPr>
        <p:spPr>
          <a:xfrm>
            <a:off x="9596755" y="2618740"/>
            <a:ext cx="2604135" cy="4257040"/>
          </a:xfrm>
          <a:custGeom>
            <a:avLst/>
            <a:gdLst>
              <a:gd name="connsiteX0" fmla="*/ 0 w 6578"/>
              <a:gd name="connsiteY0" fmla="*/ 6094 h 10752"/>
              <a:gd name="connsiteX1" fmla="*/ 6578 w 6578"/>
              <a:gd name="connsiteY1" fmla="*/ 0 h 10752"/>
              <a:gd name="connsiteX2" fmla="*/ 6578 w 6578"/>
              <a:gd name="connsiteY2" fmla="*/ 10752 h 10752"/>
              <a:gd name="connsiteX3" fmla="*/ 25 w 6578"/>
              <a:gd name="connsiteY3" fmla="*/ 10752 h 10752"/>
              <a:gd name="connsiteX4" fmla="*/ 0 w 6578"/>
              <a:gd name="connsiteY4" fmla="*/ 6094 h 107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8" h="10752">
                <a:moveTo>
                  <a:pt x="0" y="6094"/>
                </a:moveTo>
                <a:lnTo>
                  <a:pt x="6578" y="0"/>
                </a:lnTo>
                <a:lnTo>
                  <a:pt x="6578" y="10752"/>
                </a:lnTo>
                <a:lnTo>
                  <a:pt x="25" y="10752"/>
                </a:lnTo>
                <a:lnTo>
                  <a:pt x="0" y="6094"/>
                </a:lnTo>
                <a:close/>
              </a:path>
            </a:pathLst>
          </a:custGeom>
          <a:noFill/>
          <a:ln w="19050">
            <a:gradFill flip="none" rotWithShape="1">
              <a:gsLst>
                <a:gs pos="30000">
                  <a:schemeClr val="accent5">
                    <a:alpha val="0"/>
                  </a:schemeClr>
                </a:gs>
                <a:gs pos="0">
                  <a:schemeClr val="accent2">
                    <a:alpha val="70000"/>
                  </a:schemeClr>
                </a:gs>
                <a:gs pos="8000">
                  <a:schemeClr val="accent2">
                    <a:alpha val="52000"/>
                  </a:schemeClr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accent1">
                    <a:shade val="50000"/>
                  </a:schemeClr>
                </a:solidFill>
              </a:ln>
              <a:noFill/>
              <a:cs typeface="Arial" panose="020B0604020202020204" pitchFamily="34" charset="0"/>
            </a:endParaRPr>
          </a:p>
        </p:txBody>
      </p:sp>
      <p:sp>
        <p:nvSpPr>
          <p:cNvPr id="12" name="流程图: 过程 7"/>
          <p:cNvSpPr/>
          <p:nvPr>
            <p:custDataLst>
              <p:tags r:id="rId9"/>
            </p:custDataLst>
          </p:nvPr>
        </p:nvSpPr>
        <p:spPr>
          <a:xfrm>
            <a:off x="10020935" y="4029710"/>
            <a:ext cx="1696720" cy="2828290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-1" fmla="*/ 0 w 10039"/>
              <a:gd name="connsiteY0-2" fmla="*/ 5589 h 10000"/>
              <a:gd name="connsiteX1-3" fmla="*/ 10039 w 10039"/>
              <a:gd name="connsiteY1-4" fmla="*/ 0 h 10000"/>
              <a:gd name="connsiteX2-5" fmla="*/ 10039 w 10039"/>
              <a:gd name="connsiteY2-6" fmla="*/ 10000 h 10000"/>
              <a:gd name="connsiteX3-7" fmla="*/ 39 w 10039"/>
              <a:gd name="connsiteY3-8" fmla="*/ 10000 h 10000"/>
              <a:gd name="connsiteX4-9" fmla="*/ 0 w 10039"/>
              <a:gd name="connsiteY4-10" fmla="*/ 5589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39" h="10000">
                <a:moveTo>
                  <a:pt x="0" y="5589"/>
                </a:moveTo>
                <a:lnTo>
                  <a:pt x="10039" y="0"/>
                </a:lnTo>
                <a:lnTo>
                  <a:pt x="10039" y="10000"/>
                </a:lnTo>
                <a:lnTo>
                  <a:pt x="39" y="10000"/>
                </a:lnTo>
                <a:cubicBezTo>
                  <a:pt x="26" y="8530"/>
                  <a:pt x="13" y="7059"/>
                  <a:pt x="0" y="5589"/>
                </a:cubicBezTo>
                <a:close/>
              </a:path>
            </a:pathLst>
          </a:custGeom>
          <a:gradFill flip="none" rotWithShape="1">
            <a:gsLst>
              <a:gs pos="22000">
                <a:schemeClr val="accent5">
                  <a:alpha val="30000"/>
                </a:schemeClr>
              </a:gs>
              <a:gs pos="49000">
                <a:schemeClr val="accent5">
                  <a:alpha val="0"/>
                </a:schemeClr>
              </a:gs>
              <a:gs pos="100000">
                <a:schemeClr val="accent2">
                  <a:alpha val="0"/>
                </a:schemeClr>
              </a:gs>
              <a:gs pos="0">
                <a:schemeClr val="accent5">
                  <a:alpha val="80000"/>
                </a:schemeClr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13" name="流程图: 过程 7"/>
          <p:cNvSpPr/>
          <p:nvPr>
            <p:custDataLst>
              <p:tags r:id="rId10"/>
            </p:custDataLst>
          </p:nvPr>
        </p:nvSpPr>
        <p:spPr>
          <a:xfrm>
            <a:off x="10048240" y="4073525"/>
            <a:ext cx="1654810" cy="2783840"/>
          </a:xfrm>
          <a:custGeom>
            <a:avLst/>
            <a:gdLst>
              <a:gd name="connsiteX0" fmla="*/ 0 w 5430"/>
              <a:gd name="connsiteY0" fmla="*/ 5046 h 9088"/>
              <a:gd name="connsiteX1" fmla="*/ 5430 w 5430"/>
              <a:gd name="connsiteY1" fmla="*/ 0 h 9088"/>
              <a:gd name="connsiteX2" fmla="*/ 5430 w 5430"/>
              <a:gd name="connsiteY2" fmla="*/ 9088 h 9088"/>
              <a:gd name="connsiteX3" fmla="*/ 21 w 5430"/>
              <a:gd name="connsiteY3" fmla="*/ 9088 h 9088"/>
              <a:gd name="connsiteX4" fmla="*/ 0 w 5430"/>
              <a:gd name="connsiteY4" fmla="*/ 5046 h 9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30" h="9088">
                <a:moveTo>
                  <a:pt x="0" y="5046"/>
                </a:moveTo>
                <a:lnTo>
                  <a:pt x="5430" y="0"/>
                </a:lnTo>
                <a:lnTo>
                  <a:pt x="5430" y="9088"/>
                </a:lnTo>
                <a:lnTo>
                  <a:pt x="21" y="9088"/>
                </a:lnTo>
                <a:lnTo>
                  <a:pt x="0" y="5046"/>
                </a:lnTo>
                <a:close/>
              </a:path>
            </a:pathLst>
          </a:custGeom>
          <a:noFill/>
          <a:ln w="19050">
            <a:gradFill flip="none" rotWithShape="1">
              <a:gsLst>
                <a:gs pos="41000">
                  <a:schemeClr val="accent5">
                    <a:alpha val="0"/>
                  </a:schemeClr>
                </a:gs>
                <a:gs pos="0">
                  <a:schemeClr val="accent2">
                    <a:alpha val="70000"/>
                  </a:schemeClr>
                </a:gs>
                <a:gs pos="8000">
                  <a:schemeClr val="accent2">
                    <a:alpha val="52000"/>
                  </a:schemeClr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accent1">
                    <a:shade val="50000"/>
                  </a:schemeClr>
                </a:solidFill>
              </a:ln>
              <a:noFill/>
              <a:cs typeface="Arial" panose="020B0604020202020204" pitchFamily="34" charset="0"/>
            </a:endParaRPr>
          </a:p>
        </p:txBody>
      </p:sp>
      <p:sp>
        <p:nvSpPr>
          <p:cNvPr id="15" name="流程图: 过程 7"/>
          <p:cNvSpPr/>
          <p:nvPr>
            <p:custDataLst>
              <p:tags r:id="rId11"/>
            </p:custDataLst>
          </p:nvPr>
        </p:nvSpPr>
        <p:spPr>
          <a:xfrm>
            <a:off x="11230610" y="5965825"/>
            <a:ext cx="958850" cy="900430"/>
          </a:xfrm>
          <a:custGeom>
            <a:avLst/>
            <a:gdLst>
              <a:gd name="connsiteX0" fmla="*/ 0 w 1510"/>
              <a:gd name="connsiteY0" fmla="*/ 1407 h 1418"/>
              <a:gd name="connsiteX1" fmla="*/ 1510 w 1510"/>
              <a:gd name="connsiteY1" fmla="*/ 0 h 1418"/>
              <a:gd name="connsiteX2" fmla="*/ 1500 w 1510"/>
              <a:gd name="connsiteY2" fmla="*/ 1418 h 1418"/>
              <a:gd name="connsiteX3" fmla="*/ 0 w 1510"/>
              <a:gd name="connsiteY3" fmla="*/ 1407 h 1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0" h="1418">
                <a:moveTo>
                  <a:pt x="0" y="1407"/>
                </a:moveTo>
                <a:lnTo>
                  <a:pt x="1510" y="0"/>
                </a:lnTo>
                <a:lnTo>
                  <a:pt x="1500" y="1418"/>
                </a:lnTo>
                <a:lnTo>
                  <a:pt x="0" y="1407"/>
                </a:lnTo>
                <a:close/>
              </a:path>
            </a:pathLst>
          </a:custGeom>
          <a:gradFill flip="none" rotWithShape="1">
            <a:gsLst>
              <a:gs pos="59000">
                <a:schemeClr val="accent2">
                  <a:alpha val="34000"/>
                </a:schemeClr>
              </a:gs>
              <a:gs pos="100000">
                <a:schemeClr val="accent3">
                  <a:alpha val="0"/>
                </a:schemeClr>
              </a:gs>
              <a:gs pos="0">
                <a:schemeClr val="accent2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16" name="流程图: 过程 7"/>
          <p:cNvSpPr/>
          <p:nvPr>
            <p:custDataLst>
              <p:tags r:id="rId12"/>
            </p:custDataLst>
          </p:nvPr>
        </p:nvSpPr>
        <p:spPr>
          <a:xfrm>
            <a:off x="11239500" y="6002020"/>
            <a:ext cx="943610" cy="877570"/>
          </a:xfrm>
          <a:custGeom>
            <a:avLst/>
            <a:gdLst>
              <a:gd name="connsiteX0" fmla="*/ 0 w 1486"/>
              <a:gd name="connsiteY0" fmla="*/ 1368 h 1382"/>
              <a:gd name="connsiteX1" fmla="*/ 1475 w 1486"/>
              <a:gd name="connsiteY1" fmla="*/ 0 h 1382"/>
              <a:gd name="connsiteX2" fmla="*/ 1486 w 1486"/>
              <a:gd name="connsiteY2" fmla="*/ 1382 h 1382"/>
              <a:gd name="connsiteX3" fmla="*/ 0 w 1486"/>
              <a:gd name="connsiteY3" fmla="*/ 1368 h 1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6" h="1382">
                <a:moveTo>
                  <a:pt x="0" y="1368"/>
                </a:moveTo>
                <a:lnTo>
                  <a:pt x="1475" y="0"/>
                </a:lnTo>
                <a:lnTo>
                  <a:pt x="1486" y="1382"/>
                </a:lnTo>
                <a:lnTo>
                  <a:pt x="0" y="1368"/>
                </a:lnTo>
                <a:close/>
              </a:path>
            </a:pathLst>
          </a:custGeom>
          <a:noFill/>
          <a:ln w="19050">
            <a:gradFill flip="none" rotWithShape="1">
              <a:gsLst>
                <a:gs pos="69000">
                  <a:schemeClr val="accent3">
                    <a:alpha val="0"/>
                  </a:schemeClr>
                </a:gs>
                <a:gs pos="0">
                  <a:schemeClr val="accent2">
                    <a:lumMod val="20000"/>
                    <a:lumOff val="80000"/>
                    <a:alpha val="55000"/>
                  </a:schemeClr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accent1">
                    <a:shade val="50000"/>
                  </a:schemeClr>
                </a:solidFill>
              </a:ln>
              <a:noFill/>
              <a:cs typeface="Arial" panose="020B0604020202020204" pitchFamily="34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>
          <a:xfrm>
            <a:off x="694800" y="6314400"/>
            <a:ext cx="26172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8877600" y="6314400"/>
            <a:ext cx="2604135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"/>
          <p:cNvSpPr>
            <a:spLocks noGrp="1"/>
          </p:cNvSpPr>
          <p:nvPr>
            <p:ph type="title" idx="7" hasCustomPrompt="1"/>
            <p:custDataLst>
              <p:tags r:id="rId2"/>
            </p:custDataLst>
          </p:nvPr>
        </p:nvSpPr>
        <p:spPr>
          <a:xfrm>
            <a:off x="694800" y="359999"/>
            <a:ext cx="10800000" cy="720000"/>
          </a:xfrm>
          <a:prstGeom prst="rect">
            <a:avLst/>
          </a:prstGeom>
        </p:spPr>
        <p:txBody>
          <a:bodyPr wrap="square" lIns="0" tIns="0" rIns="0" bIns="0" rtlCol="0" anchor="b">
            <a:normAutofit/>
          </a:bodyPr>
          <a:lstStyle>
            <a:lvl1pPr marL="0" marR="0" lvl="0" algn="l" defTabSz="914400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800" b="0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7" name="流程图: 过程 7"/>
          <p:cNvSpPr/>
          <p:nvPr>
            <p:custDataLst>
              <p:tags r:id="rId3"/>
            </p:custDataLst>
          </p:nvPr>
        </p:nvSpPr>
        <p:spPr>
          <a:xfrm>
            <a:off x="9607550" y="2600325"/>
            <a:ext cx="2584450" cy="4267835"/>
          </a:xfrm>
          <a:custGeom>
            <a:avLst/>
            <a:gdLst>
              <a:gd name="connsiteX0" fmla="*/ 0 w 4070"/>
              <a:gd name="connsiteY0" fmla="*/ 3787 h 6721"/>
              <a:gd name="connsiteX1" fmla="*/ 4066 w 4070"/>
              <a:gd name="connsiteY1" fmla="*/ 0 h 6721"/>
              <a:gd name="connsiteX2" fmla="*/ 4070 w 4070"/>
              <a:gd name="connsiteY2" fmla="*/ 6707 h 6721"/>
              <a:gd name="connsiteX3" fmla="*/ 20 w 4070"/>
              <a:gd name="connsiteY3" fmla="*/ 6721 h 6721"/>
              <a:gd name="connsiteX4" fmla="*/ 0 w 4070"/>
              <a:gd name="connsiteY4" fmla="*/ 3787 h 6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70" h="6721">
                <a:moveTo>
                  <a:pt x="0" y="3787"/>
                </a:moveTo>
                <a:lnTo>
                  <a:pt x="4066" y="0"/>
                </a:lnTo>
                <a:lnTo>
                  <a:pt x="4070" y="6707"/>
                </a:lnTo>
                <a:lnTo>
                  <a:pt x="20" y="6721"/>
                </a:lnTo>
                <a:cubicBezTo>
                  <a:pt x="15" y="5725"/>
                  <a:pt x="5" y="4783"/>
                  <a:pt x="0" y="3787"/>
                </a:cubicBezTo>
                <a:close/>
              </a:path>
            </a:pathLst>
          </a:custGeom>
          <a:gradFill flip="none" rotWithShape="1">
            <a:gsLst>
              <a:gs pos="32000">
                <a:schemeClr val="accent5">
                  <a:alpha val="0"/>
                </a:schemeClr>
              </a:gs>
              <a:gs pos="66000">
                <a:schemeClr val="accent2">
                  <a:alpha val="0"/>
                </a:schemeClr>
              </a:gs>
              <a:gs pos="0">
                <a:schemeClr val="accent5">
                  <a:alpha val="80000"/>
                </a:schemeClr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6" name="流程图: 过程 7"/>
          <p:cNvSpPr/>
          <p:nvPr>
            <p:custDataLst>
              <p:tags r:id="rId4"/>
            </p:custDataLst>
          </p:nvPr>
        </p:nvSpPr>
        <p:spPr>
          <a:xfrm>
            <a:off x="9596755" y="2618740"/>
            <a:ext cx="2604135" cy="4257040"/>
          </a:xfrm>
          <a:custGeom>
            <a:avLst/>
            <a:gdLst>
              <a:gd name="connsiteX0" fmla="*/ 0 w 6578"/>
              <a:gd name="connsiteY0" fmla="*/ 6094 h 10752"/>
              <a:gd name="connsiteX1" fmla="*/ 6578 w 6578"/>
              <a:gd name="connsiteY1" fmla="*/ 0 h 10752"/>
              <a:gd name="connsiteX2" fmla="*/ 6578 w 6578"/>
              <a:gd name="connsiteY2" fmla="*/ 10752 h 10752"/>
              <a:gd name="connsiteX3" fmla="*/ 25 w 6578"/>
              <a:gd name="connsiteY3" fmla="*/ 10752 h 10752"/>
              <a:gd name="connsiteX4" fmla="*/ 0 w 6578"/>
              <a:gd name="connsiteY4" fmla="*/ 6094 h 107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8" h="10752">
                <a:moveTo>
                  <a:pt x="0" y="6094"/>
                </a:moveTo>
                <a:lnTo>
                  <a:pt x="6578" y="0"/>
                </a:lnTo>
                <a:lnTo>
                  <a:pt x="6578" y="10752"/>
                </a:lnTo>
                <a:lnTo>
                  <a:pt x="25" y="10752"/>
                </a:lnTo>
                <a:lnTo>
                  <a:pt x="0" y="6094"/>
                </a:lnTo>
                <a:close/>
              </a:path>
            </a:pathLst>
          </a:custGeom>
          <a:noFill/>
          <a:ln w="19050">
            <a:gradFill flip="none" rotWithShape="1">
              <a:gsLst>
                <a:gs pos="30000">
                  <a:schemeClr val="accent5">
                    <a:alpha val="0"/>
                  </a:schemeClr>
                </a:gs>
                <a:gs pos="0">
                  <a:schemeClr val="accent2">
                    <a:alpha val="70000"/>
                  </a:schemeClr>
                </a:gs>
                <a:gs pos="8000">
                  <a:schemeClr val="accent2">
                    <a:alpha val="52000"/>
                  </a:schemeClr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accent1">
                    <a:shade val="50000"/>
                  </a:schemeClr>
                </a:solidFill>
              </a:ln>
              <a:noFill/>
              <a:cs typeface="Arial" panose="020B0604020202020204" pitchFamily="34" charset="0"/>
            </a:endParaRPr>
          </a:p>
        </p:txBody>
      </p:sp>
      <p:sp>
        <p:nvSpPr>
          <p:cNvPr id="8" name="流程图: 过程 7"/>
          <p:cNvSpPr/>
          <p:nvPr>
            <p:custDataLst>
              <p:tags r:id="rId5"/>
            </p:custDataLst>
          </p:nvPr>
        </p:nvSpPr>
        <p:spPr>
          <a:xfrm>
            <a:off x="10020935" y="4029710"/>
            <a:ext cx="1696720" cy="2828290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-1" fmla="*/ 0 w 10039"/>
              <a:gd name="connsiteY0-2" fmla="*/ 5589 h 10000"/>
              <a:gd name="connsiteX1-3" fmla="*/ 10039 w 10039"/>
              <a:gd name="connsiteY1-4" fmla="*/ 0 h 10000"/>
              <a:gd name="connsiteX2-5" fmla="*/ 10039 w 10039"/>
              <a:gd name="connsiteY2-6" fmla="*/ 10000 h 10000"/>
              <a:gd name="connsiteX3-7" fmla="*/ 39 w 10039"/>
              <a:gd name="connsiteY3-8" fmla="*/ 10000 h 10000"/>
              <a:gd name="connsiteX4-9" fmla="*/ 0 w 10039"/>
              <a:gd name="connsiteY4-10" fmla="*/ 5589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39" h="10000">
                <a:moveTo>
                  <a:pt x="0" y="5589"/>
                </a:moveTo>
                <a:lnTo>
                  <a:pt x="10039" y="0"/>
                </a:lnTo>
                <a:lnTo>
                  <a:pt x="10039" y="10000"/>
                </a:lnTo>
                <a:lnTo>
                  <a:pt x="39" y="10000"/>
                </a:lnTo>
                <a:cubicBezTo>
                  <a:pt x="26" y="8530"/>
                  <a:pt x="13" y="7059"/>
                  <a:pt x="0" y="5589"/>
                </a:cubicBezTo>
                <a:close/>
              </a:path>
            </a:pathLst>
          </a:custGeom>
          <a:gradFill flip="none" rotWithShape="1">
            <a:gsLst>
              <a:gs pos="22000">
                <a:schemeClr val="accent5">
                  <a:alpha val="30000"/>
                </a:schemeClr>
              </a:gs>
              <a:gs pos="49000">
                <a:schemeClr val="accent5">
                  <a:alpha val="0"/>
                </a:schemeClr>
              </a:gs>
              <a:gs pos="100000">
                <a:schemeClr val="accent2">
                  <a:alpha val="0"/>
                </a:schemeClr>
              </a:gs>
              <a:gs pos="0">
                <a:schemeClr val="accent5">
                  <a:alpha val="80000"/>
                </a:schemeClr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9" name="流程图: 过程 7"/>
          <p:cNvSpPr/>
          <p:nvPr>
            <p:custDataLst>
              <p:tags r:id="rId6"/>
            </p:custDataLst>
          </p:nvPr>
        </p:nvSpPr>
        <p:spPr>
          <a:xfrm>
            <a:off x="10048240" y="4073525"/>
            <a:ext cx="1654810" cy="2783840"/>
          </a:xfrm>
          <a:custGeom>
            <a:avLst/>
            <a:gdLst>
              <a:gd name="connsiteX0" fmla="*/ 0 w 5430"/>
              <a:gd name="connsiteY0" fmla="*/ 5046 h 9088"/>
              <a:gd name="connsiteX1" fmla="*/ 5430 w 5430"/>
              <a:gd name="connsiteY1" fmla="*/ 0 h 9088"/>
              <a:gd name="connsiteX2" fmla="*/ 5430 w 5430"/>
              <a:gd name="connsiteY2" fmla="*/ 9088 h 9088"/>
              <a:gd name="connsiteX3" fmla="*/ 21 w 5430"/>
              <a:gd name="connsiteY3" fmla="*/ 9088 h 9088"/>
              <a:gd name="connsiteX4" fmla="*/ 0 w 5430"/>
              <a:gd name="connsiteY4" fmla="*/ 5046 h 9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30" h="9088">
                <a:moveTo>
                  <a:pt x="0" y="5046"/>
                </a:moveTo>
                <a:lnTo>
                  <a:pt x="5430" y="0"/>
                </a:lnTo>
                <a:lnTo>
                  <a:pt x="5430" y="9088"/>
                </a:lnTo>
                <a:lnTo>
                  <a:pt x="21" y="9088"/>
                </a:lnTo>
                <a:lnTo>
                  <a:pt x="0" y="5046"/>
                </a:lnTo>
                <a:close/>
              </a:path>
            </a:pathLst>
          </a:custGeom>
          <a:noFill/>
          <a:ln w="19050">
            <a:gradFill flip="none" rotWithShape="1">
              <a:gsLst>
                <a:gs pos="41000">
                  <a:schemeClr val="accent5">
                    <a:alpha val="0"/>
                  </a:schemeClr>
                </a:gs>
                <a:gs pos="0">
                  <a:schemeClr val="accent2">
                    <a:alpha val="70000"/>
                  </a:schemeClr>
                </a:gs>
                <a:gs pos="8000">
                  <a:schemeClr val="accent2">
                    <a:alpha val="52000"/>
                  </a:schemeClr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accent1">
                    <a:shade val="50000"/>
                  </a:schemeClr>
                </a:solidFill>
              </a:ln>
              <a:noFill/>
              <a:cs typeface="Arial" panose="020B0604020202020204" pitchFamily="34" charset="0"/>
            </a:endParaRPr>
          </a:p>
        </p:txBody>
      </p:sp>
      <p:sp>
        <p:nvSpPr>
          <p:cNvPr id="11" name="流程图: 过程 7"/>
          <p:cNvSpPr/>
          <p:nvPr>
            <p:custDataLst>
              <p:tags r:id="rId7"/>
            </p:custDataLst>
          </p:nvPr>
        </p:nvSpPr>
        <p:spPr>
          <a:xfrm>
            <a:off x="11230610" y="5965825"/>
            <a:ext cx="958850" cy="900430"/>
          </a:xfrm>
          <a:custGeom>
            <a:avLst/>
            <a:gdLst>
              <a:gd name="connsiteX0" fmla="*/ 0 w 1510"/>
              <a:gd name="connsiteY0" fmla="*/ 1407 h 1418"/>
              <a:gd name="connsiteX1" fmla="*/ 1510 w 1510"/>
              <a:gd name="connsiteY1" fmla="*/ 0 h 1418"/>
              <a:gd name="connsiteX2" fmla="*/ 1500 w 1510"/>
              <a:gd name="connsiteY2" fmla="*/ 1418 h 1418"/>
              <a:gd name="connsiteX3" fmla="*/ 0 w 1510"/>
              <a:gd name="connsiteY3" fmla="*/ 1407 h 1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0" h="1418">
                <a:moveTo>
                  <a:pt x="0" y="1407"/>
                </a:moveTo>
                <a:lnTo>
                  <a:pt x="1510" y="0"/>
                </a:lnTo>
                <a:lnTo>
                  <a:pt x="1500" y="1418"/>
                </a:lnTo>
                <a:lnTo>
                  <a:pt x="0" y="1407"/>
                </a:lnTo>
                <a:close/>
              </a:path>
            </a:pathLst>
          </a:custGeom>
          <a:gradFill flip="none" rotWithShape="1">
            <a:gsLst>
              <a:gs pos="59000">
                <a:schemeClr val="accent2">
                  <a:alpha val="34000"/>
                </a:schemeClr>
              </a:gs>
              <a:gs pos="100000">
                <a:schemeClr val="accent3">
                  <a:alpha val="0"/>
                </a:schemeClr>
              </a:gs>
              <a:gs pos="0">
                <a:schemeClr val="accent2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12" name="流程图: 过程 7"/>
          <p:cNvSpPr/>
          <p:nvPr>
            <p:custDataLst>
              <p:tags r:id="rId8"/>
            </p:custDataLst>
          </p:nvPr>
        </p:nvSpPr>
        <p:spPr>
          <a:xfrm>
            <a:off x="11239500" y="6002020"/>
            <a:ext cx="943610" cy="877570"/>
          </a:xfrm>
          <a:custGeom>
            <a:avLst/>
            <a:gdLst>
              <a:gd name="connsiteX0" fmla="*/ 0 w 1486"/>
              <a:gd name="connsiteY0" fmla="*/ 1368 h 1382"/>
              <a:gd name="connsiteX1" fmla="*/ 1475 w 1486"/>
              <a:gd name="connsiteY1" fmla="*/ 0 h 1382"/>
              <a:gd name="connsiteX2" fmla="*/ 1486 w 1486"/>
              <a:gd name="connsiteY2" fmla="*/ 1382 h 1382"/>
              <a:gd name="connsiteX3" fmla="*/ 0 w 1486"/>
              <a:gd name="connsiteY3" fmla="*/ 1368 h 1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6" h="1382">
                <a:moveTo>
                  <a:pt x="0" y="1368"/>
                </a:moveTo>
                <a:lnTo>
                  <a:pt x="1475" y="0"/>
                </a:lnTo>
                <a:lnTo>
                  <a:pt x="1486" y="1382"/>
                </a:lnTo>
                <a:lnTo>
                  <a:pt x="0" y="1368"/>
                </a:lnTo>
                <a:close/>
              </a:path>
            </a:pathLst>
          </a:custGeom>
          <a:noFill/>
          <a:ln w="19050">
            <a:gradFill flip="none" rotWithShape="1">
              <a:gsLst>
                <a:gs pos="69000">
                  <a:schemeClr val="accent3">
                    <a:alpha val="0"/>
                  </a:schemeClr>
                </a:gs>
                <a:gs pos="0">
                  <a:schemeClr val="accent2">
                    <a:lumMod val="20000"/>
                    <a:lumOff val="80000"/>
                    <a:alpha val="55000"/>
                  </a:schemeClr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accent1">
                    <a:shade val="50000"/>
                  </a:schemeClr>
                </a:solidFill>
              </a:ln>
              <a:noFill/>
              <a:cs typeface="Arial" panose="020B0604020202020204" pitchFamily="34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流程图: 过程 7"/>
          <p:cNvSpPr/>
          <p:nvPr>
            <p:custDataLst>
              <p:tags r:id="rId2"/>
            </p:custDataLst>
          </p:nvPr>
        </p:nvSpPr>
        <p:spPr>
          <a:xfrm>
            <a:off x="11239500" y="6002020"/>
            <a:ext cx="943610" cy="877570"/>
          </a:xfrm>
          <a:custGeom>
            <a:avLst/>
            <a:gdLst>
              <a:gd name="connsiteX0" fmla="*/ 0 w 1486"/>
              <a:gd name="connsiteY0" fmla="*/ 1368 h 1382"/>
              <a:gd name="connsiteX1" fmla="*/ 1475 w 1486"/>
              <a:gd name="connsiteY1" fmla="*/ 0 h 1382"/>
              <a:gd name="connsiteX2" fmla="*/ 1486 w 1486"/>
              <a:gd name="connsiteY2" fmla="*/ 1382 h 1382"/>
              <a:gd name="connsiteX3" fmla="*/ 0 w 1486"/>
              <a:gd name="connsiteY3" fmla="*/ 1368 h 1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6" h="1382">
                <a:moveTo>
                  <a:pt x="0" y="1368"/>
                </a:moveTo>
                <a:lnTo>
                  <a:pt x="1475" y="0"/>
                </a:lnTo>
                <a:lnTo>
                  <a:pt x="1486" y="1382"/>
                </a:lnTo>
                <a:lnTo>
                  <a:pt x="0" y="1368"/>
                </a:lnTo>
                <a:close/>
              </a:path>
            </a:pathLst>
          </a:custGeom>
          <a:noFill/>
          <a:ln w="19050">
            <a:gradFill flip="none" rotWithShape="1">
              <a:gsLst>
                <a:gs pos="69000">
                  <a:schemeClr val="accent3">
                    <a:alpha val="0"/>
                  </a:schemeClr>
                </a:gs>
                <a:gs pos="0">
                  <a:schemeClr val="accent2">
                    <a:lumMod val="20000"/>
                    <a:lumOff val="80000"/>
                    <a:alpha val="55000"/>
                  </a:schemeClr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accent1">
                    <a:shade val="50000"/>
                  </a:schemeClr>
                </a:solidFill>
              </a:ln>
              <a:noFill/>
              <a:cs typeface="Arial" panose="020B0604020202020204" pitchFamily="34" charset="0"/>
            </a:endParaRPr>
          </a:p>
        </p:txBody>
      </p:sp>
      <p:sp>
        <p:nvSpPr>
          <p:cNvPr id="11" name="流程图: 过程 7"/>
          <p:cNvSpPr/>
          <p:nvPr>
            <p:custDataLst>
              <p:tags r:id="rId3"/>
            </p:custDataLst>
          </p:nvPr>
        </p:nvSpPr>
        <p:spPr>
          <a:xfrm>
            <a:off x="11230610" y="5965825"/>
            <a:ext cx="958850" cy="900430"/>
          </a:xfrm>
          <a:custGeom>
            <a:avLst/>
            <a:gdLst>
              <a:gd name="connsiteX0" fmla="*/ 0 w 1510"/>
              <a:gd name="connsiteY0" fmla="*/ 1407 h 1418"/>
              <a:gd name="connsiteX1" fmla="*/ 1510 w 1510"/>
              <a:gd name="connsiteY1" fmla="*/ 0 h 1418"/>
              <a:gd name="connsiteX2" fmla="*/ 1500 w 1510"/>
              <a:gd name="connsiteY2" fmla="*/ 1418 h 1418"/>
              <a:gd name="connsiteX3" fmla="*/ 0 w 1510"/>
              <a:gd name="connsiteY3" fmla="*/ 1407 h 1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0" h="1418">
                <a:moveTo>
                  <a:pt x="0" y="1407"/>
                </a:moveTo>
                <a:lnTo>
                  <a:pt x="1510" y="0"/>
                </a:lnTo>
                <a:lnTo>
                  <a:pt x="1500" y="1418"/>
                </a:lnTo>
                <a:lnTo>
                  <a:pt x="0" y="1407"/>
                </a:lnTo>
                <a:close/>
              </a:path>
            </a:pathLst>
          </a:custGeom>
          <a:gradFill flip="none" rotWithShape="1">
            <a:gsLst>
              <a:gs pos="59000">
                <a:schemeClr val="accent2">
                  <a:alpha val="34000"/>
                </a:schemeClr>
              </a:gs>
              <a:gs pos="100000">
                <a:schemeClr val="accent3">
                  <a:alpha val="0"/>
                </a:schemeClr>
              </a:gs>
              <a:gs pos="0">
                <a:schemeClr val="accent2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9" name="流程图: 过程 7"/>
          <p:cNvSpPr/>
          <p:nvPr>
            <p:custDataLst>
              <p:tags r:id="rId4"/>
            </p:custDataLst>
          </p:nvPr>
        </p:nvSpPr>
        <p:spPr>
          <a:xfrm>
            <a:off x="10048240" y="4073525"/>
            <a:ext cx="1654810" cy="2783840"/>
          </a:xfrm>
          <a:custGeom>
            <a:avLst/>
            <a:gdLst>
              <a:gd name="connsiteX0" fmla="*/ 0 w 5430"/>
              <a:gd name="connsiteY0" fmla="*/ 5046 h 9088"/>
              <a:gd name="connsiteX1" fmla="*/ 5430 w 5430"/>
              <a:gd name="connsiteY1" fmla="*/ 0 h 9088"/>
              <a:gd name="connsiteX2" fmla="*/ 5430 w 5430"/>
              <a:gd name="connsiteY2" fmla="*/ 9088 h 9088"/>
              <a:gd name="connsiteX3" fmla="*/ 21 w 5430"/>
              <a:gd name="connsiteY3" fmla="*/ 9088 h 9088"/>
              <a:gd name="connsiteX4" fmla="*/ 0 w 5430"/>
              <a:gd name="connsiteY4" fmla="*/ 5046 h 9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30" h="9088">
                <a:moveTo>
                  <a:pt x="0" y="5046"/>
                </a:moveTo>
                <a:lnTo>
                  <a:pt x="5430" y="0"/>
                </a:lnTo>
                <a:lnTo>
                  <a:pt x="5430" y="9088"/>
                </a:lnTo>
                <a:lnTo>
                  <a:pt x="21" y="9088"/>
                </a:lnTo>
                <a:lnTo>
                  <a:pt x="0" y="5046"/>
                </a:lnTo>
                <a:close/>
              </a:path>
            </a:pathLst>
          </a:custGeom>
          <a:noFill/>
          <a:ln w="19050">
            <a:gradFill flip="none" rotWithShape="1">
              <a:gsLst>
                <a:gs pos="41000">
                  <a:schemeClr val="accent5">
                    <a:alpha val="0"/>
                  </a:schemeClr>
                </a:gs>
                <a:gs pos="0">
                  <a:schemeClr val="accent2">
                    <a:alpha val="70000"/>
                  </a:schemeClr>
                </a:gs>
                <a:gs pos="8000">
                  <a:schemeClr val="accent2">
                    <a:alpha val="52000"/>
                  </a:schemeClr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accent1">
                    <a:shade val="50000"/>
                  </a:schemeClr>
                </a:solidFill>
              </a:ln>
              <a:noFill/>
              <a:cs typeface="Arial" panose="020B0604020202020204" pitchFamily="34" charset="0"/>
            </a:endParaRPr>
          </a:p>
        </p:txBody>
      </p:sp>
      <p:sp>
        <p:nvSpPr>
          <p:cNvPr id="8" name="流程图: 过程 7"/>
          <p:cNvSpPr/>
          <p:nvPr>
            <p:custDataLst>
              <p:tags r:id="rId5"/>
            </p:custDataLst>
          </p:nvPr>
        </p:nvSpPr>
        <p:spPr>
          <a:xfrm>
            <a:off x="10020935" y="4029710"/>
            <a:ext cx="1696720" cy="2828290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-1" fmla="*/ 0 w 10039"/>
              <a:gd name="connsiteY0-2" fmla="*/ 5589 h 10000"/>
              <a:gd name="connsiteX1-3" fmla="*/ 10039 w 10039"/>
              <a:gd name="connsiteY1-4" fmla="*/ 0 h 10000"/>
              <a:gd name="connsiteX2-5" fmla="*/ 10039 w 10039"/>
              <a:gd name="connsiteY2-6" fmla="*/ 10000 h 10000"/>
              <a:gd name="connsiteX3-7" fmla="*/ 39 w 10039"/>
              <a:gd name="connsiteY3-8" fmla="*/ 10000 h 10000"/>
              <a:gd name="connsiteX4-9" fmla="*/ 0 w 10039"/>
              <a:gd name="connsiteY4-10" fmla="*/ 5589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39" h="10000">
                <a:moveTo>
                  <a:pt x="0" y="5589"/>
                </a:moveTo>
                <a:lnTo>
                  <a:pt x="10039" y="0"/>
                </a:lnTo>
                <a:lnTo>
                  <a:pt x="10039" y="10000"/>
                </a:lnTo>
                <a:lnTo>
                  <a:pt x="39" y="10000"/>
                </a:lnTo>
                <a:cubicBezTo>
                  <a:pt x="26" y="8530"/>
                  <a:pt x="13" y="7059"/>
                  <a:pt x="0" y="5589"/>
                </a:cubicBezTo>
                <a:close/>
              </a:path>
            </a:pathLst>
          </a:custGeom>
          <a:gradFill flip="none" rotWithShape="1">
            <a:gsLst>
              <a:gs pos="22000">
                <a:schemeClr val="accent5">
                  <a:alpha val="30000"/>
                </a:schemeClr>
              </a:gs>
              <a:gs pos="49000">
                <a:schemeClr val="accent5">
                  <a:alpha val="0"/>
                </a:schemeClr>
              </a:gs>
              <a:gs pos="100000">
                <a:schemeClr val="accent2">
                  <a:alpha val="0"/>
                </a:schemeClr>
              </a:gs>
              <a:gs pos="0">
                <a:schemeClr val="accent5">
                  <a:alpha val="80000"/>
                </a:schemeClr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7" name="流程图: 过程 7"/>
          <p:cNvSpPr/>
          <p:nvPr>
            <p:custDataLst>
              <p:tags r:id="rId6"/>
            </p:custDataLst>
          </p:nvPr>
        </p:nvSpPr>
        <p:spPr>
          <a:xfrm>
            <a:off x="9596755" y="2618740"/>
            <a:ext cx="2604135" cy="4257040"/>
          </a:xfrm>
          <a:custGeom>
            <a:avLst/>
            <a:gdLst>
              <a:gd name="connsiteX0" fmla="*/ 0 w 6578"/>
              <a:gd name="connsiteY0" fmla="*/ 6094 h 10752"/>
              <a:gd name="connsiteX1" fmla="*/ 6578 w 6578"/>
              <a:gd name="connsiteY1" fmla="*/ 0 h 10752"/>
              <a:gd name="connsiteX2" fmla="*/ 6578 w 6578"/>
              <a:gd name="connsiteY2" fmla="*/ 10752 h 10752"/>
              <a:gd name="connsiteX3" fmla="*/ 25 w 6578"/>
              <a:gd name="connsiteY3" fmla="*/ 10752 h 10752"/>
              <a:gd name="connsiteX4" fmla="*/ 0 w 6578"/>
              <a:gd name="connsiteY4" fmla="*/ 6094 h 107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8" h="10752">
                <a:moveTo>
                  <a:pt x="0" y="6094"/>
                </a:moveTo>
                <a:lnTo>
                  <a:pt x="6578" y="0"/>
                </a:lnTo>
                <a:lnTo>
                  <a:pt x="6578" y="10752"/>
                </a:lnTo>
                <a:lnTo>
                  <a:pt x="25" y="10752"/>
                </a:lnTo>
                <a:lnTo>
                  <a:pt x="0" y="6094"/>
                </a:lnTo>
                <a:close/>
              </a:path>
            </a:pathLst>
          </a:custGeom>
          <a:noFill/>
          <a:ln w="19050">
            <a:gradFill flip="none" rotWithShape="1">
              <a:gsLst>
                <a:gs pos="30000">
                  <a:schemeClr val="accent5">
                    <a:alpha val="0"/>
                  </a:schemeClr>
                </a:gs>
                <a:gs pos="0">
                  <a:schemeClr val="accent2">
                    <a:alpha val="70000"/>
                  </a:schemeClr>
                </a:gs>
                <a:gs pos="8000">
                  <a:schemeClr val="accent2">
                    <a:alpha val="52000"/>
                  </a:schemeClr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accent1">
                    <a:shade val="50000"/>
                  </a:schemeClr>
                </a:solidFill>
              </a:ln>
              <a:noFill/>
              <a:cs typeface="Arial" panose="020B0604020202020204" pitchFamily="34" charset="0"/>
            </a:endParaRPr>
          </a:p>
        </p:txBody>
      </p:sp>
      <p:sp>
        <p:nvSpPr>
          <p:cNvPr id="10" name="流程图: 过程 7"/>
          <p:cNvSpPr/>
          <p:nvPr>
            <p:custDataLst>
              <p:tags r:id="rId7"/>
            </p:custDataLst>
          </p:nvPr>
        </p:nvSpPr>
        <p:spPr>
          <a:xfrm>
            <a:off x="9607550" y="2600325"/>
            <a:ext cx="2584450" cy="4267835"/>
          </a:xfrm>
          <a:custGeom>
            <a:avLst/>
            <a:gdLst>
              <a:gd name="connsiteX0" fmla="*/ 0 w 4070"/>
              <a:gd name="connsiteY0" fmla="*/ 3787 h 6721"/>
              <a:gd name="connsiteX1" fmla="*/ 4066 w 4070"/>
              <a:gd name="connsiteY1" fmla="*/ 0 h 6721"/>
              <a:gd name="connsiteX2" fmla="*/ 4070 w 4070"/>
              <a:gd name="connsiteY2" fmla="*/ 6707 h 6721"/>
              <a:gd name="connsiteX3" fmla="*/ 20 w 4070"/>
              <a:gd name="connsiteY3" fmla="*/ 6721 h 6721"/>
              <a:gd name="connsiteX4" fmla="*/ 0 w 4070"/>
              <a:gd name="connsiteY4" fmla="*/ 3787 h 6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70" h="6721">
                <a:moveTo>
                  <a:pt x="0" y="3787"/>
                </a:moveTo>
                <a:lnTo>
                  <a:pt x="4066" y="0"/>
                </a:lnTo>
                <a:lnTo>
                  <a:pt x="4070" y="6707"/>
                </a:lnTo>
                <a:lnTo>
                  <a:pt x="20" y="6721"/>
                </a:lnTo>
                <a:cubicBezTo>
                  <a:pt x="15" y="5725"/>
                  <a:pt x="5" y="4783"/>
                  <a:pt x="0" y="3787"/>
                </a:cubicBezTo>
                <a:close/>
              </a:path>
            </a:pathLst>
          </a:custGeom>
          <a:gradFill flip="none" rotWithShape="1">
            <a:gsLst>
              <a:gs pos="32000">
                <a:schemeClr val="accent5">
                  <a:alpha val="0"/>
                </a:schemeClr>
              </a:gs>
              <a:gs pos="66000">
                <a:schemeClr val="accent2">
                  <a:alpha val="0"/>
                </a:schemeClr>
              </a:gs>
              <a:gs pos="0">
                <a:schemeClr val="accent5">
                  <a:alpha val="80000"/>
                </a:schemeClr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文"/>
          <p:cNvSpPr txBox="1">
            <a:spLocks noGrp="1"/>
          </p:cNvSpPr>
          <p:nvPr>
            <p:ph idx="7" hasCustomPrompt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10" name="流程图: 过程 7"/>
          <p:cNvSpPr/>
          <p:nvPr>
            <p:custDataLst>
              <p:tags r:id="rId3"/>
            </p:custDataLst>
          </p:nvPr>
        </p:nvSpPr>
        <p:spPr>
          <a:xfrm>
            <a:off x="9607550" y="2600325"/>
            <a:ext cx="2584450" cy="4267835"/>
          </a:xfrm>
          <a:custGeom>
            <a:avLst/>
            <a:gdLst>
              <a:gd name="connsiteX0" fmla="*/ 0 w 4070"/>
              <a:gd name="connsiteY0" fmla="*/ 3787 h 6721"/>
              <a:gd name="connsiteX1" fmla="*/ 4066 w 4070"/>
              <a:gd name="connsiteY1" fmla="*/ 0 h 6721"/>
              <a:gd name="connsiteX2" fmla="*/ 4070 w 4070"/>
              <a:gd name="connsiteY2" fmla="*/ 6707 h 6721"/>
              <a:gd name="connsiteX3" fmla="*/ 20 w 4070"/>
              <a:gd name="connsiteY3" fmla="*/ 6721 h 6721"/>
              <a:gd name="connsiteX4" fmla="*/ 0 w 4070"/>
              <a:gd name="connsiteY4" fmla="*/ 3787 h 6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70" h="6721">
                <a:moveTo>
                  <a:pt x="0" y="3787"/>
                </a:moveTo>
                <a:lnTo>
                  <a:pt x="4066" y="0"/>
                </a:lnTo>
                <a:lnTo>
                  <a:pt x="4070" y="6707"/>
                </a:lnTo>
                <a:lnTo>
                  <a:pt x="20" y="6721"/>
                </a:lnTo>
                <a:cubicBezTo>
                  <a:pt x="15" y="5725"/>
                  <a:pt x="5" y="4783"/>
                  <a:pt x="0" y="3787"/>
                </a:cubicBezTo>
                <a:close/>
              </a:path>
            </a:pathLst>
          </a:custGeom>
          <a:gradFill flip="none" rotWithShape="1">
            <a:gsLst>
              <a:gs pos="32000">
                <a:schemeClr val="accent5">
                  <a:alpha val="0"/>
                </a:schemeClr>
              </a:gs>
              <a:gs pos="66000">
                <a:schemeClr val="accent2">
                  <a:alpha val="0"/>
                </a:schemeClr>
              </a:gs>
              <a:gs pos="0">
                <a:schemeClr val="accent5">
                  <a:alpha val="80000"/>
                </a:schemeClr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7" name="流程图: 过程 7"/>
          <p:cNvSpPr/>
          <p:nvPr>
            <p:custDataLst>
              <p:tags r:id="rId4"/>
            </p:custDataLst>
          </p:nvPr>
        </p:nvSpPr>
        <p:spPr>
          <a:xfrm>
            <a:off x="9596755" y="2618740"/>
            <a:ext cx="2604135" cy="4257040"/>
          </a:xfrm>
          <a:custGeom>
            <a:avLst/>
            <a:gdLst>
              <a:gd name="connsiteX0" fmla="*/ 0 w 6578"/>
              <a:gd name="connsiteY0" fmla="*/ 6094 h 10752"/>
              <a:gd name="connsiteX1" fmla="*/ 6578 w 6578"/>
              <a:gd name="connsiteY1" fmla="*/ 0 h 10752"/>
              <a:gd name="connsiteX2" fmla="*/ 6578 w 6578"/>
              <a:gd name="connsiteY2" fmla="*/ 10752 h 10752"/>
              <a:gd name="connsiteX3" fmla="*/ 25 w 6578"/>
              <a:gd name="connsiteY3" fmla="*/ 10752 h 10752"/>
              <a:gd name="connsiteX4" fmla="*/ 0 w 6578"/>
              <a:gd name="connsiteY4" fmla="*/ 6094 h 107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8" h="10752">
                <a:moveTo>
                  <a:pt x="0" y="6094"/>
                </a:moveTo>
                <a:lnTo>
                  <a:pt x="6578" y="0"/>
                </a:lnTo>
                <a:lnTo>
                  <a:pt x="6578" y="10752"/>
                </a:lnTo>
                <a:lnTo>
                  <a:pt x="25" y="10752"/>
                </a:lnTo>
                <a:lnTo>
                  <a:pt x="0" y="6094"/>
                </a:lnTo>
                <a:close/>
              </a:path>
            </a:pathLst>
          </a:custGeom>
          <a:noFill/>
          <a:ln w="19050">
            <a:gradFill flip="none" rotWithShape="1">
              <a:gsLst>
                <a:gs pos="30000">
                  <a:schemeClr val="accent5">
                    <a:alpha val="0"/>
                  </a:schemeClr>
                </a:gs>
                <a:gs pos="0">
                  <a:schemeClr val="accent2">
                    <a:alpha val="70000"/>
                  </a:schemeClr>
                </a:gs>
                <a:gs pos="8000">
                  <a:schemeClr val="accent2">
                    <a:alpha val="52000"/>
                  </a:schemeClr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accent1">
                    <a:shade val="50000"/>
                  </a:schemeClr>
                </a:solidFill>
              </a:ln>
              <a:noFill/>
              <a:cs typeface="Arial" panose="020B0604020202020204" pitchFamily="34" charset="0"/>
            </a:endParaRPr>
          </a:p>
        </p:txBody>
      </p:sp>
      <p:sp>
        <p:nvSpPr>
          <p:cNvPr id="8" name="流程图: 过程 7"/>
          <p:cNvSpPr/>
          <p:nvPr>
            <p:custDataLst>
              <p:tags r:id="rId5"/>
            </p:custDataLst>
          </p:nvPr>
        </p:nvSpPr>
        <p:spPr>
          <a:xfrm>
            <a:off x="10020935" y="4029710"/>
            <a:ext cx="1696720" cy="2828290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-1" fmla="*/ 0 w 10039"/>
              <a:gd name="connsiteY0-2" fmla="*/ 5589 h 10000"/>
              <a:gd name="connsiteX1-3" fmla="*/ 10039 w 10039"/>
              <a:gd name="connsiteY1-4" fmla="*/ 0 h 10000"/>
              <a:gd name="connsiteX2-5" fmla="*/ 10039 w 10039"/>
              <a:gd name="connsiteY2-6" fmla="*/ 10000 h 10000"/>
              <a:gd name="connsiteX3-7" fmla="*/ 39 w 10039"/>
              <a:gd name="connsiteY3-8" fmla="*/ 10000 h 10000"/>
              <a:gd name="connsiteX4-9" fmla="*/ 0 w 10039"/>
              <a:gd name="connsiteY4-10" fmla="*/ 5589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39" h="10000">
                <a:moveTo>
                  <a:pt x="0" y="5589"/>
                </a:moveTo>
                <a:lnTo>
                  <a:pt x="10039" y="0"/>
                </a:lnTo>
                <a:lnTo>
                  <a:pt x="10039" y="10000"/>
                </a:lnTo>
                <a:lnTo>
                  <a:pt x="39" y="10000"/>
                </a:lnTo>
                <a:cubicBezTo>
                  <a:pt x="26" y="8530"/>
                  <a:pt x="13" y="7059"/>
                  <a:pt x="0" y="5589"/>
                </a:cubicBezTo>
                <a:close/>
              </a:path>
            </a:pathLst>
          </a:custGeom>
          <a:gradFill flip="none" rotWithShape="1">
            <a:gsLst>
              <a:gs pos="22000">
                <a:schemeClr val="accent5">
                  <a:alpha val="30000"/>
                </a:schemeClr>
              </a:gs>
              <a:gs pos="49000">
                <a:schemeClr val="accent5">
                  <a:alpha val="0"/>
                </a:schemeClr>
              </a:gs>
              <a:gs pos="100000">
                <a:schemeClr val="accent2">
                  <a:alpha val="0"/>
                </a:schemeClr>
              </a:gs>
              <a:gs pos="0">
                <a:schemeClr val="accent5">
                  <a:alpha val="80000"/>
                </a:schemeClr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9" name="流程图: 过程 7"/>
          <p:cNvSpPr/>
          <p:nvPr>
            <p:custDataLst>
              <p:tags r:id="rId6"/>
            </p:custDataLst>
          </p:nvPr>
        </p:nvSpPr>
        <p:spPr>
          <a:xfrm>
            <a:off x="10048240" y="4073525"/>
            <a:ext cx="1654810" cy="2783840"/>
          </a:xfrm>
          <a:custGeom>
            <a:avLst/>
            <a:gdLst>
              <a:gd name="connsiteX0" fmla="*/ 0 w 5430"/>
              <a:gd name="connsiteY0" fmla="*/ 5046 h 9088"/>
              <a:gd name="connsiteX1" fmla="*/ 5430 w 5430"/>
              <a:gd name="connsiteY1" fmla="*/ 0 h 9088"/>
              <a:gd name="connsiteX2" fmla="*/ 5430 w 5430"/>
              <a:gd name="connsiteY2" fmla="*/ 9088 h 9088"/>
              <a:gd name="connsiteX3" fmla="*/ 21 w 5430"/>
              <a:gd name="connsiteY3" fmla="*/ 9088 h 9088"/>
              <a:gd name="connsiteX4" fmla="*/ 0 w 5430"/>
              <a:gd name="connsiteY4" fmla="*/ 5046 h 9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30" h="9088">
                <a:moveTo>
                  <a:pt x="0" y="5046"/>
                </a:moveTo>
                <a:lnTo>
                  <a:pt x="5430" y="0"/>
                </a:lnTo>
                <a:lnTo>
                  <a:pt x="5430" y="9088"/>
                </a:lnTo>
                <a:lnTo>
                  <a:pt x="21" y="9088"/>
                </a:lnTo>
                <a:lnTo>
                  <a:pt x="0" y="5046"/>
                </a:lnTo>
                <a:close/>
              </a:path>
            </a:pathLst>
          </a:custGeom>
          <a:noFill/>
          <a:ln w="19050">
            <a:gradFill flip="none" rotWithShape="1">
              <a:gsLst>
                <a:gs pos="41000">
                  <a:schemeClr val="accent5">
                    <a:alpha val="0"/>
                  </a:schemeClr>
                </a:gs>
                <a:gs pos="0">
                  <a:schemeClr val="accent2">
                    <a:alpha val="70000"/>
                  </a:schemeClr>
                </a:gs>
                <a:gs pos="8000">
                  <a:schemeClr val="accent2">
                    <a:alpha val="52000"/>
                  </a:schemeClr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accent1">
                    <a:shade val="50000"/>
                  </a:schemeClr>
                </a:solidFill>
              </a:ln>
              <a:noFill/>
              <a:cs typeface="Arial" panose="020B0604020202020204" pitchFamily="34" charset="0"/>
            </a:endParaRPr>
          </a:p>
        </p:txBody>
      </p:sp>
      <p:sp>
        <p:nvSpPr>
          <p:cNvPr id="11" name="流程图: 过程 7"/>
          <p:cNvSpPr/>
          <p:nvPr>
            <p:custDataLst>
              <p:tags r:id="rId7"/>
            </p:custDataLst>
          </p:nvPr>
        </p:nvSpPr>
        <p:spPr>
          <a:xfrm>
            <a:off x="11230610" y="5965825"/>
            <a:ext cx="958850" cy="900430"/>
          </a:xfrm>
          <a:custGeom>
            <a:avLst/>
            <a:gdLst>
              <a:gd name="connsiteX0" fmla="*/ 0 w 1510"/>
              <a:gd name="connsiteY0" fmla="*/ 1407 h 1418"/>
              <a:gd name="connsiteX1" fmla="*/ 1510 w 1510"/>
              <a:gd name="connsiteY1" fmla="*/ 0 h 1418"/>
              <a:gd name="connsiteX2" fmla="*/ 1500 w 1510"/>
              <a:gd name="connsiteY2" fmla="*/ 1418 h 1418"/>
              <a:gd name="connsiteX3" fmla="*/ 0 w 1510"/>
              <a:gd name="connsiteY3" fmla="*/ 1407 h 1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0" h="1418">
                <a:moveTo>
                  <a:pt x="0" y="1407"/>
                </a:moveTo>
                <a:lnTo>
                  <a:pt x="1510" y="0"/>
                </a:lnTo>
                <a:lnTo>
                  <a:pt x="1500" y="1418"/>
                </a:lnTo>
                <a:lnTo>
                  <a:pt x="0" y="1407"/>
                </a:lnTo>
                <a:close/>
              </a:path>
            </a:pathLst>
          </a:custGeom>
          <a:gradFill flip="none" rotWithShape="1">
            <a:gsLst>
              <a:gs pos="59000">
                <a:schemeClr val="accent2">
                  <a:alpha val="34000"/>
                </a:schemeClr>
              </a:gs>
              <a:gs pos="100000">
                <a:schemeClr val="accent3">
                  <a:alpha val="0"/>
                </a:schemeClr>
              </a:gs>
              <a:gs pos="0">
                <a:schemeClr val="accent2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12" name="流程图: 过程 7"/>
          <p:cNvSpPr/>
          <p:nvPr>
            <p:custDataLst>
              <p:tags r:id="rId8"/>
            </p:custDataLst>
          </p:nvPr>
        </p:nvSpPr>
        <p:spPr>
          <a:xfrm>
            <a:off x="11239500" y="6002020"/>
            <a:ext cx="943610" cy="877570"/>
          </a:xfrm>
          <a:custGeom>
            <a:avLst/>
            <a:gdLst>
              <a:gd name="connsiteX0" fmla="*/ 0 w 1486"/>
              <a:gd name="connsiteY0" fmla="*/ 1368 h 1382"/>
              <a:gd name="connsiteX1" fmla="*/ 1475 w 1486"/>
              <a:gd name="connsiteY1" fmla="*/ 0 h 1382"/>
              <a:gd name="connsiteX2" fmla="*/ 1486 w 1486"/>
              <a:gd name="connsiteY2" fmla="*/ 1382 h 1382"/>
              <a:gd name="connsiteX3" fmla="*/ 0 w 1486"/>
              <a:gd name="connsiteY3" fmla="*/ 1368 h 1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6" h="1382">
                <a:moveTo>
                  <a:pt x="0" y="1368"/>
                </a:moveTo>
                <a:lnTo>
                  <a:pt x="1475" y="0"/>
                </a:lnTo>
                <a:lnTo>
                  <a:pt x="1486" y="1382"/>
                </a:lnTo>
                <a:lnTo>
                  <a:pt x="0" y="1368"/>
                </a:lnTo>
                <a:close/>
              </a:path>
            </a:pathLst>
          </a:custGeom>
          <a:noFill/>
          <a:ln w="19050">
            <a:gradFill flip="none" rotWithShape="1">
              <a:gsLst>
                <a:gs pos="69000">
                  <a:schemeClr val="accent3">
                    <a:alpha val="0"/>
                  </a:schemeClr>
                </a:gs>
                <a:gs pos="0">
                  <a:schemeClr val="accent2">
                    <a:lumMod val="20000"/>
                    <a:lumOff val="80000"/>
                    <a:alpha val="55000"/>
                  </a:schemeClr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accent1">
                    <a:shade val="50000"/>
                  </a:schemeClr>
                </a:solidFill>
              </a:ln>
              <a:noFill/>
              <a:cs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694800" y="6314400"/>
            <a:ext cx="26172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877600" y="6314400"/>
            <a:ext cx="26172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副标题"/>
          <p:cNvSpPr txBox="1">
            <a:spLocks noGrp="1"/>
          </p:cNvSpPr>
          <p:nvPr>
            <p:ph type="body" idx="8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lIns="71755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600" b="0" i="0" u="none" strike="noStrike" kern="1200" cap="none" spc="0" normalizeH="0" baseline="0" noProof="1" dirty="0">
                <a:solidFill>
                  <a:schemeClr val="tx1"/>
                </a:solidFill>
                <a:uFillTx/>
                <a:latin typeface="+mj-lt"/>
              </a:defRPr>
            </a:lvl1pPr>
          </a:lstStyle>
          <a:p>
            <a:pPr lvl="0" algn="l"/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8" name="标题"/>
          <p:cNvSpPr>
            <a:spLocks noGrp="1"/>
          </p:cNvSpPr>
          <p:nvPr>
            <p:ph type="title" idx="7" hasCustomPrompt="1"/>
            <p:custDataLst>
              <p:tags r:id="rId3"/>
            </p:custDataLst>
          </p:nvPr>
        </p:nvSpPr>
        <p:spPr>
          <a:xfrm>
            <a:off x="694800" y="359999"/>
            <a:ext cx="10800000" cy="720000"/>
          </a:xfrm>
          <a:prstGeom prst="rect">
            <a:avLst/>
          </a:prstGeom>
        </p:spPr>
        <p:txBody>
          <a:bodyPr wrap="square" lIns="0" tIns="0" rIns="0" bIns="0" rtlCol="0" anchor="b">
            <a:normAutofit/>
          </a:bodyPr>
          <a:lstStyle>
            <a:lvl1pPr marL="0" marR="0" lvl="0" algn="l" defTabSz="914400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800" b="0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6" name="流程图: 过程 7"/>
          <p:cNvSpPr/>
          <p:nvPr>
            <p:custDataLst>
              <p:tags r:id="rId4"/>
            </p:custDataLst>
          </p:nvPr>
        </p:nvSpPr>
        <p:spPr>
          <a:xfrm>
            <a:off x="9607550" y="2600325"/>
            <a:ext cx="2584450" cy="4267835"/>
          </a:xfrm>
          <a:custGeom>
            <a:avLst/>
            <a:gdLst>
              <a:gd name="connsiteX0" fmla="*/ 0 w 4070"/>
              <a:gd name="connsiteY0" fmla="*/ 3787 h 6721"/>
              <a:gd name="connsiteX1" fmla="*/ 4066 w 4070"/>
              <a:gd name="connsiteY1" fmla="*/ 0 h 6721"/>
              <a:gd name="connsiteX2" fmla="*/ 4070 w 4070"/>
              <a:gd name="connsiteY2" fmla="*/ 6707 h 6721"/>
              <a:gd name="connsiteX3" fmla="*/ 20 w 4070"/>
              <a:gd name="connsiteY3" fmla="*/ 6721 h 6721"/>
              <a:gd name="connsiteX4" fmla="*/ 0 w 4070"/>
              <a:gd name="connsiteY4" fmla="*/ 3787 h 6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70" h="6721">
                <a:moveTo>
                  <a:pt x="0" y="3787"/>
                </a:moveTo>
                <a:lnTo>
                  <a:pt x="4066" y="0"/>
                </a:lnTo>
                <a:lnTo>
                  <a:pt x="4070" y="6707"/>
                </a:lnTo>
                <a:lnTo>
                  <a:pt x="20" y="6721"/>
                </a:lnTo>
                <a:cubicBezTo>
                  <a:pt x="15" y="5725"/>
                  <a:pt x="5" y="4783"/>
                  <a:pt x="0" y="3787"/>
                </a:cubicBezTo>
                <a:close/>
              </a:path>
            </a:pathLst>
          </a:custGeom>
          <a:gradFill flip="none" rotWithShape="1">
            <a:gsLst>
              <a:gs pos="32000">
                <a:schemeClr val="accent5">
                  <a:alpha val="0"/>
                </a:schemeClr>
              </a:gs>
              <a:gs pos="66000">
                <a:schemeClr val="accent2">
                  <a:alpha val="0"/>
                </a:schemeClr>
              </a:gs>
              <a:gs pos="0">
                <a:schemeClr val="accent5">
                  <a:alpha val="80000"/>
                </a:schemeClr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7" name="流程图: 过程 7"/>
          <p:cNvSpPr/>
          <p:nvPr>
            <p:custDataLst>
              <p:tags r:id="rId5"/>
            </p:custDataLst>
          </p:nvPr>
        </p:nvSpPr>
        <p:spPr>
          <a:xfrm>
            <a:off x="9596755" y="2618740"/>
            <a:ext cx="2604135" cy="4257040"/>
          </a:xfrm>
          <a:custGeom>
            <a:avLst/>
            <a:gdLst>
              <a:gd name="connsiteX0" fmla="*/ 0 w 6578"/>
              <a:gd name="connsiteY0" fmla="*/ 6094 h 10752"/>
              <a:gd name="connsiteX1" fmla="*/ 6578 w 6578"/>
              <a:gd name="connsiteY1" fmla="*/ 0 h 10752"/>
              <a:gd name="connsiteX2" fmla="*/ 6578 w 6578"/>
              <a:gd name="connsiteY2" fmla="*/ 10752 h 10752"/>
              <a:gd name="connsiteX3" fmla="*/ 25 w 6578"/>
              <a:gd name="connsiteY3" fmla="*/ 10752 h 10752"/>
              <a:gd name="connsiteX4" fmla="*/ 0 w 6578"/>
              <a:gd name="connsiteY4" fmla="*/ 6094 h 107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8" h="10752">
                <a:moveTo>
                  <a:pt x="0" y="6094"/>
                </a:moveTo>
                <a:lnTo>
                  <a:pt x="6578" y="0"/>
                </a:lnTo>
                <a:lnTo>
                  <a:pt x="6578" y="10752"/>
                </a:lnTo>
                <a:lnTo>
                  <a:pt x="25" y="10752"/>
                </a:lnTo>
                <a:lnTo>
                  <a:pt x="0" y="6094"/>
                </a:lnTo>
                <a:close/>
              </a:path>
            </a:pathLst>
          </a:custGeom>
          <a:noFill/>
          <a:ln w="19050">
            <a:gradFill flip="none" rotWithShape="1">
              <a:gsLst>
                <a:gs pos="30000">
                  <a:schemeClr val="accent5">
                    <a:alpha val="0"/>
                  </a:schemeClr>
                </a:gs>
                <a:gs pos="0">
                  <a:schemeClr val="accent2">
                    <a:alpha val="70000"/>
                  </a:schemeClr>
                </a:gs>
                <a:gs pos="8000">
                  <a:schemeClr val="accent2">
                    <a:alpha val="52000"/>
                  </a:schemeClr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accent1">
                    <a:shade val="50000"/>
                  </a:schemeClr>
                </a:solidFill>
              </a:ln>
              <a:noFill/>
              <a:cs typeface="Arial" panose="020B0604020202020204" pitchFamily="34" charset="0"/>
            </a:endParaRPr>
          </a:p>
        </p:txBody>
      </p:sp>
      <p:sp>
        <p:nvSpPr>
          <p:cNvPr id="9" name="流程图: 过程 7"/>
          <p:cNvSpPr/>
          <p:nvPr>
            <p:custDataLst>
              <p:tags r:id="rId6"/>
            </p:custDataLst>
          </p:nvPr>
        </p:nvSpPr>
        <p:spPr>
          <a:xfrm>
            <a:off x="10020935" y="4029710"/>
            <a:ext cx="1696720" cy="2828290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-1" fmla="*/ 0 w 10039"/>
              <a:gd name="connsiteY0-2" fmla="*/ 5589 h 10000"/>
              <a:gd name="connsiteX1-3" fmla="*/ 10039 w 10039"/>
              <a:gd name="connsiteY1-4" fmla="*/ 0 h 10000"/>
              <a:gd name="connsiteX2-5" fmla="*/ 10039 w 10039"/>
              <a:gd name="connsiteY2-6" fmla="*/ 10000 h 10000"/>
              <a:gd name="connsiteX3-7" fmla="*/ 39 w 10039"/>
              <a:gd name="connsiteY3-8" fmla="*/ 10000 h 10000"/>
              <a:gd name="connsiteX4-9" fmla="*/ 0 w 10039"/>
              <a:gd name="connsiteY4-10" fmla="*/ 5589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39" h="10000">
                <a:moveTo>
                  <a:pt x="0" y="5589"/>
                </a:moveTo>
                <a:lnTo>
                  <a:pt x="10039" y="0"/>
                </a:lnTo>
                <a:lnTo>
                  <a:pt x="10039" y="10000"/>
                </a:lnTo>
                <a:lnTo>
                  <a:pt x="39" y="10000"/>
                </a:lnTo>
                <a:cubicBezTo>
                  <a:pt x="26" y="8530"/>
                  <a:pt x="13" y="7059"/>
                  <a:pt x="0" y="5589"/>
                </a:cubicBezTo>
                <a:close/>
              </a:path>
            </a:pathLst>
          </a:custGeom>
          <a:gradFill flip="none" rotWithShape="1">
            <a:gsLst>
              <a:gs pos="22000">
                <a:schemeClr val="accent5">
                  <a:alpha val="30000"/>
                </a:schemeClr>
              </a:gs>
              <a:gs pos="49000">
                <a:schemeClr val="accent5">
                  <a:alpha val="0"/>
                </a:schemeClr>
              </a:gs>
              <a:gs pos="100000">
                <a:schemeClr val="accent2">
                  <a:alpha val="0"/>
                </a:schemeClr>
              </a:gs>
              <a:gs pos="0">
                <a:schemeClr val="accent5">
                  <a:alpha val="80000"/>
                </a:schemeClr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10" name="流程图: 过程 7"/>
          <p:cNvSpPr/>
          <p:nvPr>
            <p:custDataLst>
              <p:tags r:id="rId7"/>
            </p:custDataLst>
          </p:nvPr>
        </p:nvSpPr>
        <p:spPr>
          <a:xfrm>
            <a:off x="10048240" y="4073525"/>
            <a:ext cx="1654810" cy="2783840"/>
          </a:xfrm>
          <a:custGeom>
            <a:avLst/>
            <a:gdLst>
              <a:gd name="connsiteX0" fmla="*/ 0 w 5430"/>
              <a:gd name="connsiteY0" fmla="*/ 5046 h 9088"/>
              <a:gd name="connsiteX1" fmla="*/ 5430 w 5430"/>
              <a:gd name="connsiteY1" fmla="*/ 0 h 9088"/>
              <a:gd name="connsiteX2" fmla="*/ 5430 w 5430"/>
              <a:gd name="connsiteY2" fmla="*/ 9088 h 9088"/>
              <a:gd name="connsiteX3" fmla="*/ 21 w 5430"/>
              <a:gd name="connsiteY3" fmla="*/ 9088 h 9088"/>
              <a:gd name="connsiteX4" fmla="*/ 0 w 5430"/>
              <a:gd name="connsiteY4" fmla="*/ 5046 h 9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30" h="9088">
                <a:moveTo>
                  <a:pt x="0" y="5046"/>
                </a:moveTo>
                <a:lnTo>
                  <a:pt x="5430" y="0"/>
                </a:lnTo>
                <a:lnTo>
                  <a:pt x="5430" y="9088"/>
                </a:lnTo>
                <a:lnTo>
                  <a:pt x="21" y="9088"/>
                </a:lnTo>
                <a:lnTo>
                  <a:pt x="0" y="5046"/>
                </a:lnTo>
                <a:close/>
              </a:path>
            </a:pathLst>
          </a:custGeom>
          <a:noFill/>
          <a:ln w="19050">
            <a:gradFill flip="none" rotWithShape="1">
              <a:gsLst>
                <a:gs pos="41000">
                  <a:schemeClr val="accent5">
                    <a:alpha val="0"/>
                  </a:schemeClr>
                </a:gs>
                <a:gs pos="0">
                  <a:schemeClr val="accent2">
                    <a:alpha val="70000"/>
                  </a:schemeClr>
                </a:gs>
                <a:gs pos="8000">
                  <a:schemeClr val="accent2">
                    <a:alpha val="52000"/>
                  </a:schemeClr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accent1">
                    <a:shade val="50000"/>
                  </a:schemeClr>
                </a:solidFill>
              </a:ln>
              <a:noFill/>
              <a:cs typeface="Arial" panose="020B0604020202020204" pitchFamily="34" charset="0"/>
            </a:endParaRPr>
          </a:p>
        </p:txBody>
      </p:sp>
      <p:sp>
        <p:nvSpPr>
          <p:cNvPr id="12" name="流程图: 过程 7"/>
          <p:cNvSpPr/>
          <p:nvPr>
            <p:custDataLst>
              <p:tags r:id="rId8"/>
            </p:custDataLst>
          </p:nvPr>
        </p:nvSpPr>
        <p:spPr>
          <a:xfrm>
            <a:off x="11230610" y="5965825"/>
            <a:ext cx="958850" cy="900430"/>
          </a:xfrm>
          <a:custGeom>
            <a:avLst/>
            <a:gdLst>
              <a:gd name="connsiteX0" fmla="*/ 0 w 1510"/>
              <a:gd name="connsiteY0" fmla="*/ 1407 h 1418"/>
              <a:gd name="connsiteX1" fmla="*/ 1510 w 1510"/>
              <a:gd name="connsiteY1" fmla="*/ 0 h 1418"/>
              <a:gd name="connsiteX2" fmla="*/ 1500 w 1510"/>
              <a:gd name="connsiteY2" fmla="*/ 1418 h 1418"/>
              <a:gd name="connsiteX3" fmla="*/ 0 w 1510"/>
              <a:gd name="connsiteY3" fmla="*/ 1407 h 1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0" h="1418">
                <a:moveTo>
                  <a:pt x="0" y="1407"/>
                </a:moveTo>
                <a:lnTo>
                  <a:pt x="1510" y="0"/>
                </a:lnTo>
                <a:lnTo>
                  <a:pt x="1500" y="1418"/>
                </a:lnTo>
                <a:lnTo>
                  <a:pt x="0" y="1407"/>
                </a:lnTo>
                <a:close/>
              </a:path>
            </a:pathLst>
          </a:custGeom>
          <a:gradFill flip="none" rotWithShape="1">
            <a:gsLst>
              <a:gs pos="59000">
                <a:schemeClr val="accent2">
                  <a:alpha val="34000"/>
                </a:schemeClr>
              </a:gs>
              <a:gs pos="100000">
                <a:schemeClr val="accent3">
                  <a:alpha val="0"/>
                </a:schemeClr>
              </a:gs>
              <a:gs pos="0">
                <a:schemeClr val="accent2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13" name="流程图: 过程 7"/>
          <p:cNvSpPr/>
          <p:nvPr>
            <p:custDataLst>
              <p:tags r:id="rId9"/>
            </p:custDataLst>
          </p:nvPr>
        </p:nvSpPr>
        <p:spPr>
          <a:xfrm>
            <a:off x="11239500" y="6002020"/>
            <a:ext cx="943610" cy="877570"/>
          </a:xfrm>
          <a:custGeom>
            <a:avLst/>
            <a:gdLst>
              <a:gd name="connsiteX0" fmla="*/ 0 w 1486"/>
              <a:gd name="connsiteY0" fmla="*/ 1368 h 1382"/>
              <a:gd name="connsiteX1" fmla="*/ 1475 w 1486"/>
              <a:gd name="connsiteY1" fmla="*/ 0 h 1382"/>
              <a:gd name="connsiteX2" fmla="*/ 1486 w 1486"/>
              <a:gd name="connsiteY2" fmla="*/ 1382 h 1382"/>
              <a:gd name="connsiteX3" fmla="*/ 0 w 1486"/>
              <a:gd name="connsiteY3" fmla="*/ 1368 h 1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6" h="1382">
                <a:moveTo>
                  <a:pt x="0" y="1368"/>
                </a:moveTo>
                <a:lnTo>
                  <a:pt x="1475" y="0"/>
                </a:lnTo>
                <a:lnTo>
                  <a:pt x="1486" y="1382"/>
                </a:lnTo>
                <a:lnTo>
                  <a:pt x="0" y="1368"/>
                </a:lnTo>
                <a:close/>
              </a:path>
            </a:pathLst>
          </a:custGeom>
          <a:noFill/>
          <a:ln w="19050">
            <a:gradFill flip="none" rotWithShape="1">
              <a:gsLst>
                <a:gs pos="69000">
                  <a:schemeClr val="accent3">
                    <a:alpha val="0"/>
                  </a:schemeClr>
                </a:gs>
                <a:gs pos="0">
                  <a:schemeClr val="accent2">
                    <a:lumMod val="20000"/>
                    <a:lumOff val="80000"/>
                    <a:alpha val="55000"/>
                  </a:schemeClr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accent1">
                    <a:shade val="50000"/>
                  </a:schemeClr>
                </a:solidFill>
              </a:ln>
              <a:noFill/>
              <a:cs typeface="Arial" panose="020B0604020202020204" pitchFamily="34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署名"/>
          <p:cNvSpPr txBox="1">
            <a:spLocks noGrp="1"/>
          </p:cNvSpPr>
          <p:nvPr>
            <p:ph type="body" idx="17" hasCustomPrompt="1"/>
            <p:custDataLst>
              <p:tags r:id="rId2"/>
            </p:custDataLst>
          </p:nvPr>
        </p:nvSpPr>
        <p:spPr>
          <a:xfrm>
            <a:off x="1231265" y="4471670"/>
            <a:ext cx="2294255" cy="342900"/>
          </a:xfrm>
          <a:prstGeom prst="parallelogram">
            <a:avLst>
              <a:gd name="adj" fmla="val 108888"/>
            </a:avLst>
          </a:prstGeom>
          <a:gradFill>
            <a:gsLst>
              <a:gs pos="34000">
                <a:schemeClr val="accent1"/>
              </a:gs>
              <a:gs pos="100000">
                <a:schemeClr val="accent2"/>
              </a:gs>
            </a:gsLst>
            <a:lin ang="0" scaled="0"/>
          </a:gradFill>
        </p:spPr>
        <p:txBody>
          <a:bodyPr wrap="square" lIns="0" tIns="0" rIns="0" bIns="0" rtlCol="0" anchor="ctr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400" b="0" i="0" u="none" strike="noStrike" kern="1200" cap="none" spc="0" normalizeH="0" baseline="0" noProof="1" dirty="0">
                <a:solidFill>
                  <a:srgbClr val="FFFFFF"/>
                </a:solidFill>
                <a:latin typeface="+mn-lt"/>
                <a:sym typeface="+mn-ea"/>
              </a:defRPr>
            </a:lvl1pPr>
          </a:lstStyle>
          <a:p>
            <a:pPr lvl="0" algn="ctr">
              <a:lnSpc>
                <a:spcPct val="100000"/>
              </a:lnSpc>
              <a:buClrTx/>
              <a:buSzTx/>
              <a:buFontTx/>
            </a:pPr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5" name="副标题"/>
          <p:cNvSpPr>
            <a:spLocks noGrp="1"/>
          </p:cNvSpPr>
          <p:nvPr>
            <p:ph type="title" idx="16" hasCustomPrompt="1"/>
            <p:custDataLst>
              <p:tags r:id="rId3"/>
            </p:custDataLst>
          </p:nvPr>
        </p:nvSpPr>
        <p:spPr>
          <a:xfrm>
            <a:off x="1053464" y="1884557"/>
            <a:ext cx="6116955" cy="2007220"/>
          </a:xfrm>
          <a:prstGeom prst="rect">
            <a:avLst/>
          </a:prstGeom>
          <a:noFill/>
        </p:spPr>
        <p:txBody>
          <a:bodyPr wrap="square" lIns="91440" tIns="0" rIns="91440" bIns="0" rtlCol="0" anchor="ctr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400" b="0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2" name="矩形 11"/>
          <p:cNvSpPr/>
          <p:nvPr>
            <p:custDataLst>
              <p:tags r:id="rId4"/>
            </p:custDataLst>
          </p:nvPr>
        </p:nvSpPr>
        <p:spPr>
          <a:xfrm>
            <a:off x="9629140" y="-635"/>
            <a:ext cx="1785620" cy="6864350"/>
          </a:xfrm>
          <a:prstGeom prst="rect">
            <a:avLst/>
          </a:prstGeom>
          <a:gradFill>
            <a:gsLst>
              <a:gs pos="42000">
                <a:schemeClr val="accent5">
                  <a:alpha val="0"/>
                </a:schemeClr>
              </a:gs>
              <a:gs pos="100000">
                <a:schemeClr val="accent5">
                  <a:alpha val="82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9" name="矩形 8"/>
          <p:cNvSpPr/>
          <p:nvPr>
            <p:custDataLst>
              <p:tags r:id="rId5"/>
            </p:custDataLst>
          </p:nvPr>
        </p:nvSpPr>
        <p:spPr>
          <a:xfrm>
            <a:off x="9607550" y="-635"/>
            <a:ext cx="1785620" cy="6864350"/>
          </a:xfrm>
          <a:prstGeom prst="rect">
            <a:avLst/>
          </a:prstGeom>
          <a:noFill/>
          <a:ln w="19050">
            <a:gradFill>
              <a:gsLst>
                <a:gs pos="100000">
                  <a:schemeClr val="accent5">
                    <a:alpha val="0"/>
                  </a:schemeClr>
                </a:gs>
                <a:gs pos="0">
                  <a:schemeClr val="accent2">
                    <a:alpha val="70000"/>
                  </a:schemeClr>
                </a:gs>
              </a:gsLst>
              <a:lin ang="108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7" name="流程图: 过程 7"/>
          <p:cNvSpPr/>
          <p:nvPr>
            <p:custDataLst>
              <p:tags r:id="rId6"/>
            </p:custDataLst>
          </p:nvPr>
        </p:nvSpPr>
        <p:spPr>
          <a:xfrm>
            <a:off x="6664960" y="981710"/>
            <a:ext cx="3535045" cy="5888355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-1" fmla="*/ 0 w 10039"/>
              <a:gd name="connsiteY0-2" fmla="*/ 5589 h 10000"/>
              <a:gd name="connsiteX1-3" fmla="*/ 10039 w 10039"/>
              <a:gd name="connsiteY1-4" fmla="*/ 0 h 10000"/>
              <a:gd name="connsiteX2-5" fmla="*/ 10039 w 10039"/>
              <a:gd name="connsiteY2-6" fmla="*/ 10000 h 10000"/>
              <a:gd name="connsiteX3-7" fmla="*/ 39 w 10039"/>
              <a:gd name="connsiteY3-8" fmla="*/ 10000 h 10000"/>
              <a:gd name="connsiteX4-9" fmla="*/ 0 w 10039"/>
              <a:gd name="connsiteY4-10" fmla="*/ 5589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39" h="10000">
                <a:moveTo>
                  <a:pt x="0" y="5589"/>
                </a:moveTo>
                <a:lnTo>
                  <a:pt x="10039" y="0"/>
                </a:lnTo>
                <a:lnTo>
                  <a:pt x="10039" y="10000"/>
                </a:lnTo>
                <a:lnTo>
                  <a:pt x="39" y="10000"/>
                </a:lnTo>
                <a:cubicBezTo>
                  <a:pt x="26" y="8530"/>
                  <a:pt x="13" y="7059"/>
                  <a:pt x="0" y="5589"/>
                </a:cubicBezTo>
                <a:close/>
              </a:path>
            </a:pathLst>
          </a:custGeom>
          <a:gradFill flip="none" rotWithShape="1">
            <a:gsLst>
              <a:gs pos="59000">
                <a:schemeClr val="accent5">
                  <a:alpha val="0"/>
                </a:schemeClr>
              </a:gs>
              <a:gs pos="66000">
                <a:schemeClr val="accent2">
                  <a:alpha val="0"/>
                </a:schemeClr>
              </a:gs>
              <a:gs pos="10000">
                <a:schemeClr val="accent5">
                  <a:alpha val="60000"/>
                </a:schemeClr>
              </a:gs>
              <a:gs pos="0">
                <a:schemeClr val="accent5">
                  <a:alpha val="80000"/>
                </a:schemeClr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8" name="流程图: 过程 7"/>
          <p:cNvSpPr/>
          <p:nvPr>
            <p:custDataLst>
              <p:tags r:id="rId7"/>
            </p:custDataLst>
          </p:nvPr>
        </p:nvSpPr>
        <p:spPr>
          <a:xfrm>
            <a:off x="6722110" y="1073150"/>
            <a:ext cx="3448050" cy="5795645"/>
          </a:xfrm>
          <a:custGeom>
            <a:avLst/>
            <a:gdLst>
              <a:gd name="connsiteX0" fmla="*/ 0 w 5430"/>
              <a:gd name="connsiteY0" fmla="*/ 5046 h 9088"/>
              <a:gd name="connsiteX1" fmla="*/ 5430 w 5430"/>
              <a:gd name="connsiteY1" fmla="*/ 0 h 9088"/>
              <a:gd name="connsiteX2" fmla="*/ 5430 w 5430"/>
              <a:gd name="connsiteY2" fmla="*/ 9088 h 9088"/>
              <a:gd name="connsiteX3" fmla="*/ 21 w 5430"/>
              <a:gd name="connsiteY3" fmla="*/ 9088 h 9088"/>
              <a:gd name="connsiteX4" fmla="*/ 0 w 5430"/>
              <a:gd name="connsiteY4" fmla="*/ 5046 h 9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30" h="9088">
                <a:moveTo>
                  <a:pt x="0" y="5046"/>
                </a:moveTo>
                <a:lnTo>
                  <a:pt x="5430" y="0"/>
                </a:lnTo>
                <a:lnTo>
                  <a:pt x="5430" y="9088"/>
                </a:lnTo>
                <a:lnTo>
                  <a:pt x="21" y="9088"/>
                </a:lnTo>
                <a:lnTo>
                  <a:pt x="0" y="5046"/>
                </a:lnTo>
                <a:close/>
              </a:path>
            </a:pathLst>
          </a:custGeom>
          <a:noFill/>
          <a:ln w="19050">
            <a:gradFill flip="none" rotWithShape="1">
              <a:gsLst>
                <a:gs pos="67000">
                  <a:schemeClr val="accent5">
                    <a:alpha val="0"/>
                  </a:schemeClr>
                </a:gs>
                <a:gs pos="0">
                  <a:schemeClr val="accent2">
                    <a:alpha val="70000"/>
                  </a:schemeClr>
                </a:gs>
                <a:gs pos="8000">
                  <a:schemeClr val="accent2">
                    <a:alpha val="52000"/>
                  </a:schemeClr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accent1">
                    <a:shade val="50000"/>
                  </a:schemeClr>
                </a:solidFill>
              </a:ln>
              <a:noFill/>
              <a:cs typeface="Arial" panose="020B0604020202020204" pitchFamily="34" charset="0"/>
            </a:endParaRPr>
          </a:p>
        </p:txBody>
      </p:sp>
      <p:sp>
        <p:nvSpPr>
          <p:cNvPr id="10" name="流程图: 过程 7"/>
          <p:cNvSpPr/>
          <p:nvPr>
            <p:custDataLst>
              <p:tags r:id="rId8"/>
            </p:custDataLst>
          </p:nvPr>
        </p:nvSpPr>
        <p:spPr>
          <a:xfrm>
            <a:off x="7140575" y="4029710"/>
            <a:ext cx="1697990" cy="2828290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-1" fmla="*/ 0 w 10039"/>
              <a:gd name="connsiteY0-2" fmla="*/ 5589 h 10000"/>
              <a:gd name="connsiteX1-3" fmla="*/ 10039 w 10039"/>
              <a:gd name="connsiteY1-4" fmla="*/ 0 h 10000"/>
              <a:gd name="connsiteX2-5" fmla="*/ 10039 w 10039"/>
              <a:gd name="connsiteY2-6" fmla="*/ 10000 h 10000"/>
              <a:gd name="connsiteX3-7" fmla="*/ 39 w 10039"/>
              <a:gd name="connsiteY3-8" fmla="*/ 10000 h 10000"/>
              <a:gd name="connsiteX4-9" fmla="*/ 0 w 10039"/>
              <a:gd name="connsiteY4-10" fmla="*/ 5589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39" h="10000">
                <a:moveTo>
                  <a:pt x="0" y="5589"/>
                </a:moveTo>
                <a:lnTo>
                  <a:pt x="10039" y="0"/>
                </a:lnTo>
                <a:lnTo>
                  <a:pt x="10039" y="10000"/>
                </a:lnTo>
                <a:lnTo>
                  <a:pt x="39" y="10000"/>
                </a:lnTo>
                <a:cubicBezTo>
                  <a:pt x="26" y="8530"/>
                  <a:pt x="13" y="7059"/>
                  <a:pt x="0" y="5589"/>
                </a:cubicBezTo>
                <a:close/>
              </a:path>
            </a:pathLst>
          </a:custGeom>
          <a:gradFill flip="none" rotWithShape="1">
            <a:gsLst>
              <a:gs pos="55000">
                <a:schemeClr val="accent5">
                  <a:alpha val="0"/>
                </a:schemeClr>
              </a:gs>
              <a:gs pos="82000">
                <a:schemeClr val="accent2">
                  <a:alpha val="0"/>
                </a:schemeClr>
              </a:gs>
              <a:gs pos="10000">
                <a:schemeClr val="accent5">
                  <a:alpha val="60000"/>
                </a:schemeClr>
              </a:gs>
              <a:gs pos="0">
                <a:schemeClr val="accent5">
                  <a:alpha val="80000"/>
                </a:schemeClr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11" name="流程图: 过程 7"/>
          <p:cNvSpPr/>
          <p:nvPr>
            <p:custDataLst>
              <p:tags r:id="rId9"/>
            </p:custDataLst>
          </p:nvPr>
        </p:nvSpPr>
        <p:spPr>
          <a:xfrm>
            <a:off x="7161530" y="4086225"/>
            <a:ext cx="1656080" cy="2771775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-1" fmla="*/ 0 w 10039"/>
              <a:gd name="connsiteY0-2" fmla="*/ 5589 h 10000"/>
              <a:gd name="connsiteX1-3" fmla="*/ 10039 w 10039"/>
              <a:gd name="connsiteY1-4" fmla="*/ 0 h 10000"/>
              <a:gd name="connsiteX2-5" fmla="*/ 10039 w 10039"/>
              <a:gd name="connsiteY2-6" fmla="*/ 10000 h 10000"/>
              <a:gd name="connsiteX3-7" fmla="*/ 39 w 10039"/>
              <a:gd name="connsiteY3-8" fmla="*/ 10000 h 10000"/>
              <a:gd name="connsiteX4-9" fmla="*/ 0 w 10039"/>
              <a:gd name="connsiteY4-10" fmla="*/ 5589 h 10000"/>
              <a:gd name="connsiteX0-11" fmla="*/ 0 w 10039"/>
              <a:gd name="connsiteY0-12" fmla="*/ 5518 h 9929"/>
              <a:gd name="connsiteX1-13" fmla="*/ 10039 w 10039"/>
              <a:gd name="connsiteY1-14" fmla="*/ 0 h 9929"/>
              <a:gd name="connsiteX2-15" fmla="*/ 10039 w 10039"/>
              <a:gd name="connsiteY2-16" fmla="*/ 9929 h 9929"/>
              <a:gd name="connsiteX3-17" fmla="*/ 39 w 10039"/>
              <a:gd name="connsiteY3-18" fmla="*/ 9929 h 9929"/>
              <a:gd name="connsiteX4-19" fmla="*/ 0 w 10039"/>
              <a:gd name="connsiteY4-20" fmla="*/ 5518 h 9929"/>
              <a:gd name="connsiteX0-21" fmla="*/ 0 w 10000"/>
              <a:gd name="connsiteY0-22" fmla="*/ 5486 h 9929"/>
              <a:gd name="connsiteX1-23" fmla="*/ 10000 w 10000"/>
              <a:gd name="connsiteY1-24" fmla="*/ 0 h 9929"/>
              <a:gd name="connsiteX2-25" fmla="*/ 10000 w 10000"/>
              <a:gd name="connsiteY2-26" fmla="*/ 9929 h 9929"/>
              <a:gd name="connsiteX3-27" fmla="*/ 39 w 10000"/>
              <a:gd name="connsiteY3-28" fmla="*/ 9929 h 9929"/>
              <a:gd name="connsiteX4-29" fmla="*/ 0 w 10000"/>
              <a:gd name="connsiteY4-30" fmla="*/ 5486 h 992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00" h="9929">
                <a:moveTo>
                  <a:pt x="0" y="5486"/>
                </a:moveTo>
                <a:lnTo>
                  <a:pt x="10000" y="0"/>
                </a:lnTo>
                <a:lnTo>
                  <a:pt x="10000" y="9929"/>
                </a:lnTo>
                <a:lnTo>
                  <a:pt x="39" y="9929"/>
                </a:lnTo>
                <a:lnTo>
                  <a:pt x="0" y="5486"/>
                </a:lnTo>
                <a:close/>
              </a:path>
            </a:pathLst>
          </a:custGeom>
          <a:noFill/>
          <a:ln w="19050">
            <a:gradFill flip="none" rotWithShape="1">
              <a:gsLst>
                <a:gs pos="67000">
                  <a:schemeClr val="accent5">
                    <a:alpha val="0"/>
                  </a:schemeClr>
                </a:gs>
                <a:gs pos="0">
                  <a:schemeClr val="accent2">
                    <a:alpha val="70000"/>
                  </a:schemeClr>
                </a:gs>
                <a:gs pos="8000">
                  <a:schemeClr val="accent2">
                    <a:alpha val="52000"/>
                  </a:schemeClr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accent1">
                    <a:shade val="50000"/>
                  </a:schemeClr>
                </a:solidFill>
              </a:ln>
              <a:noFill/>
              <a:cs typeface="Arial" panose="020B0604020202020204" pitchFamily="34" charset="0"/>
            </a:endParaRPr>
          </a:p>
        </p:txBody>
      </p:sp>
      <p:sp>
        <p:nvSpPr>
          <p:cNvPr id="13" name="流程图: 过程 7"/>
          <p:cNvSpPr/>
          <p:nvPr>
            <p:custDataLst>
              <p:tags r:id="rId10"/>
            </p:custDataLst>
          </p:nvPr>
        </p:nvSpPr>
        <p:spPr>
          <a:xfrm>
            <a:off x="10494010" y="2611755"/>
            <a:ext cx="1697990" cy="4257040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-1" fmla="*/ 0 w 10039"/>
              <a:gd name="connsiteY0-2" fmla="*/ 5589 h 10000"/>
              <a:gd name="connsiteX1-3" fmla="*/ 10039 w 10039"/>
              <a:gd name="connsiteY1-4" fmla="*/ 0 h 10000"/>
              <a:gd name="connsiteX2-5" fmla="*/ 10039 w 10039"/>
              <a:gd name="connsiteY2-6" fmla="*/ 10000 h 10000"/>
              <a:gd name="connsiteX3-7" fmla="*/ 39 w 10039"/>
              <a:gd name="connsiteY3-8" fmla="*/ 10000 h 10000"/>
              <a:gd name="connsiteX4-9" fmla="*/ 0 w 10039"/>
              <a:gd name="connsiteY4-10" fmla="*/ 5589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674" h="6704">
                <a:moveTo>
                  <a:pt x="2674" y="0"/>
                </a:moveTo>
                <a:lnTo>
                  <a:pt x="2674" y="2250"/>
                </a:lnTo>
                <a:lnTo>
                  <a:pt x="2674" y="4454"/>
                </a:lnTo>
                <a:lnTo>
                  <a:pt x="2674" y="6704"/>
                </a:lnTo>
                <a:lnTo>
                  <a:pt x="10" y="6704"/>
                </a:lnTo>
                <a:cubicBezTo>
                  <a:pt x="7" y="6049"/>
                  <a:pt x="3" y="5394"/>
                  <a:pt x="0" y="4739"/>
                </a:cubicBezTo>
                <a:lnTo>
                  <a:pt x="307" y="4454"/>
                </a:lnTo>
                <a:lnTo>
                  <a:pt x="10" y="4454"/>
                </a:lnTo>
                <a:cubicBezTo>
                  <a:pt x="7" y="3799"/>
                  <a:pt x="3" y="3144"/>
                  <a:pt x="0" y="2489"/>
                </a:cubicBezTo>
                <a:lnTo>
                  <a:pt x="2674" y="0"/>
                </a:lnTo>
                <a:close/>
              </a:path>
            </a:pathLst>
          </a:custGeom>
          <a:gradFill flip="none" rotWithShape="1">
            <a:gsLst>
              <a:gs pos="43000">
                <a:schemeClr val="accent2">
                  <a:alpha val="0"/>
                </a:schemeClr>
              </a:gs>
              <a:gs pos="10000">
                <a:schemeClr val="accent5">
                  <a:alpha val="60000"/>
                </a:schemeClr>
              </a:gs>
              <a:gs pos="0">
                <a:schemeClr val="accent5">
                  <a:alpha val="80000"/>
                </a:schemeClr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14" name="流程图: 过程 7"/>
          <p:cNvSpPr/>
          <p:nvPr>
            <p:custDataLst>
              <p:tags r:id="rId11"/>
            </p:custDataLst>
          </p:nvPr>
        </p:nvSpPr>
        <p:spPr>
          <a:xfrm>
            <a:off x="10535920" y="2661285"/>
            <a:ext cx="1656080" cy="4189730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-1" fmla="*/ 0 w 10039"/>
              <a:gd name="connsiteY0-2" fmla="*/ 5589 h 10000"/>
              <a:gd name="connsiteX1-3" fmla="*/ 10039 w 10039"/>
              <a:gd name="connsiteY1-4" fmla="*/ 0 h 10000"/>
              <a:gd name="connsiteX2-5" fmla="*/ 10039 w 10039"/>
              <a:gd name="connsiteY2-6" fmla="*/ 10000 h 10000"/>
              <a:gd name="connsiteX3-7" fmla="*/ 39 w 10039"/>
              <a:gd name="connsiteY3-8" fmla="*/ 10000 h 10000"/>
              <a:gd name="connsiteX4-9" fmla="*/ 0 w 10039"/>
              <a:gd name="connsiteY4-10" fmla="*/ 5589 h 10000"/>
              <a:gd name="connsiteX0-11" fmla="*/ 0 w 10039"/>
              <a:gd name="connsiteY0-12" fmla="*/ 5518 h 9929"/>
              <a:gd name="connsiteX1-13" fmla="*/ 10039 w 10039"/>
              <a:gd name="connsiteY1-14" fmla="*/ 0 h 9929"/>
              <a:gd name="connsiteX2-15" fmla="*/ 10039 w 10039"/>
              <a:gd name="connsiteY2-16" fmla="*/ 9929 h 9929"/>
              <a:gd name="connsiteX3-17" fmla="*/ 39 w 10039"/>
              <a:gd name="connsiteY3-18" fmla="*/ 9929 h 9929"/>
              <a:gd name="connsiteX4-19" fmla="*/ 0 w 10039"/>
              <a:gd name="connsiteY4-20" fmla="*/ 5518 h 9929"/>
              <a:gd name="connsiteX0-21" fmla="*/ 0 w 10000"/>
              <a:gd name="connsiteY0-22" fmla="*/ 5486 h 9929"/>
              <a:gd name="connsiteX1-23" fmla="*/ 10000 w 10000"/>
              <a:gd name="connsiteY1-24" fmla="*/ 0 h 9929"/>
              <a:gd name="connsiteX2-25" fmla="*/ 10000 w 10000"/>
              <a:gd name="connsiteY2-26" fmla="*/ 9929 h 9929"/>
              <a:gd name="connsiteX3-27" fmla="*/ 39 w 10000"/>
              <a:gd name="connsiteY3-28" fmla="*/ 9929 h 9929"/>
              <a:gd name="connsiteX4-29" fmla="*/ 0 w 10000"/>
              <a:gd name="connsiteY4-30" fmla="*/ 5486 h 992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608" h="6598">
                <a:moveTo>
                  <a:pt x="2608" y="0"/>
                </a:moveTo>
                <a:lnTo>
                  <a:pt x="2608" y="2233"/>
                </a:lnTo>
                <a:lnTo>
                  <a:pt x="2608" y="4365"/>
                </a:lnTo>
                <a:lnTo>
                  <a:pt x="2608" y="6598"/>
                </a:lnTo>
                <a:lnTo>
                  <a:pt x="10" y="6598"/>
                </a:lnTo>
                <a:lnTo>
                  <a:pt x="0" y="4645"/>
                </a:lnTo>
                <a:lnTo>
                  <a:pt x="303" y="4365"/>
                </a:lnTo>
                <a:lnTo>
                  <a:pt x="10" y="4365"/>
                </a:lnTo>
                <a:lnTo>
                  <a:pt x="0" y="2412"/>
                </a:lnTo>
                <a:lnTo>
                  <a:pt x="2608" y="0"/>
                </a:lnTo>
                <a:close/>
              </a:path>
            </a:pathLst>
          </a:custGeom>
          <a:noFill/>
          <a:ln w="19050">
            <a:gradFill flip="none" rotWithShape="1">
              <a:gsLst>
                <a:gs pos="36000">
                  <a:schemeClr val="accent5">
                    <a:alpha val="0"/>
                  </a:schemeClr>
                </a:gs>
                <a:gs pos="0">
                  <a:schemeClr val="accent2">
                    <a:alpha val="70000"/>
                  </a:schemeClr>
                </a:gs>
                <a:gs pos="8000">
                  <a:schemeClr val="accent2">
                    <a:alpha val="52000"/>
                  </a:schemeClr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n>
                <a:solidFill>
                  <a:schemeClr val="accent1">
                    <a:shade val="50000"/>
                  </a:schemeClr>
                </a:solidFill>
              </a:ln>
              <a:noFill/>
              <a:cs typeface="Arial" panose="020B0604020202020204" pitchFamily="34" charset="0"/>
            </a:endParaRPr>
          </a:p>
        </p:txBody>
      </p:sp>
      <p:sp>
        <p:nvSpPr>
          <p:cNvPr id="16" name="流程图: 过程 7"/>
          <p:cNvSpPr/>
          <p:nvPr>
            <p:custDataLst>
              <p:tags r:id="rId12"/>
            </p:custDataLst>
          </p:nvPr>
        </p:nvSpPr>
        <p:spPr>
          <a:xfrm>
            <a:off x="10494010" y="3860165"/>
            <a:ext cx="1697990" cy="2997835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-1" fmla="*/ 0 w 10039"/>
              <a:gd name="connsiteY0-2" fmla="*/ 5589 h 10000"/>
              <a:gd name="connsiteX1-3" fmla="*/ 10039 w 10039"/>
              <a:gd name="connsiteY1-4" fmla="*/ 0 h 10000"/>
              <a:gd name="connsiteX2-5" fmla="*/ 10039 w 10039"/>
              <a:gd name="connsiteY2-6" fmla="*/ 10000 h 10000"/>
              <a:gd name="connsiteX3-7" fmla="*/ 39 w 10039"/>
              <a:gd name="connsiteY3-8" fmla="*/ 10000 h 10000"/>
              <a:gd name="connsiteX4-9" fmla="*/ 0 w 10039"/>
              <a:gd name="connsiteY4-10" fmla="*/ 5589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674" h="4721">
                <a:moveTo>
                  <a:pt x="2674" y="0"/>
                </a:moveTo>
                <a:lnTo>
                  <a:pt x="2674" y="267"/>
                </a:lnTo>
                <a:lnTo>
                  <a:pt x="2674" y="4454"/>
                </a:lnTo>
                <a:lnTo>
                  <a:pt x="2674" y="4721"/>
                </a:lnTo>
                <a:lnTo>
                  <a:pt x="10" y="4721"/>
                </a:lnTo>
                <a:cubicBezTo>
                  <a:pt x="7" y="4066"/>
                  <a:pt x="3" y="3411"/>
                  <a:pt x="0" y="2756"/>
                </a:cubicBezTo>
                <a:lnTo>
                  <a:pt x="1" y="2755"/>
                </a:lnTo>
                <a:lnTo>
                  <a:pt x="0" y="2489"/>
                </a:lnTo>
                <a:lnTo>
                  <a:pt x="2674" y="0"/>
                </a:lnTo>
                <a:close/>
              </a:path>
            </a:pathLst>
          </a:custGeom>
          <a:gradFill flip="none" rotWithShape="1">
            <a:gsLst>
              <a:gs pos="54000">
                <a:schemeClr val="accent5">
                  <a:alpha val="0"/>
                </a:schemeClr>
              </a:gs>
              <a:gs pos="0">
                <a:schemeClr val="accent2">
                  <a:alpha val="73000"/>
                </a:schemeClr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17" name="流程图: 过程 7"/>
          <p:cNvSpPr/>
          <p:nvPr>
            <p:custDataLst>
              <p:tags r:id="rId13"/>
            </p:custDataLst>
          </p:nvPr>
        </p:nvSpPr>
        <p:spPr>
          <a:xfrm>
            <a:off x="10528935" y="3916680"/>
            <a:ext cx="1656080" cy="2941320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-1" fmla="*/ 0 w 10039"/>
              <a:gd name="connsiteY0-2" fmla="*/ 5589 h 10000"/>
              <a:gd name="connsiteX1-3" fmla="*/ 10039 w 10039"/>
              <a:gd name="connsiteY1-4" fmla="*/ 0 h 10000"/>
              <a:gd name="connsiteX2-5" fmla="*/ 10039 w 10039"/>
              <a:gd name="connsiteY2-6" fmla="*/ 10000 h 10000"/>
              <a:gd name="connsiteX3-7" fmla="*/ 39 w 10039"/>
              <a:gd name="connsiteY3-8" fmla="*/ 10000 h 10000"/>
              <a:gd name="connsiteX4-9" fmla="*/ 0 w 10039"/>
              <a:gd name="connsiteY4-10" fmla="*/ 5589 h 10000"/>
              <a:gd name="connsiteX0-11" fmla="*/ 0 w 10039"/>
              <a:gd name="connsiteY0-12" fmla="*/ 5518 h 9929"/>
              <a:gd name="connsiteX1-13" fmla="*/ 10039 w 10039"/>
              <a:gd name="connsiteY1-14" fmla="*/ 0 h 9929"/>
              <a:gd name="connsiteX2-15" fmla="*/ 10039 w 10039"/>
              <a:gd name="connsiteY2-16" fmla="*/ 9929 h 9929"/>
              <a:gd name="connsiteX3-17" fmla="*/ 39 w 10039"/>
              <a:gd name="connsiteY3-18" fmla="*/ 9929 h 9929"/>
              <a:gd name="connsiteX4-19" fmla="*/ 0 w 10039"/>
              <a:gd name="connsiteY4-20" fmla="*/ 5518 h 9929"/>
              <a:gd name="connsiteX0-21" fmla="*/ 0 w 10000"/>
              <a:gd name="connsiteY0-22" fmla="*/ 5486 h 9929"/>
              <a:gd name="connsiteX1-23" fmla="*/ 10000 w 10000"/>
              <a:gd name="connsiteY1-24" fmla="*/ 0 h 9929"/>
              <a:gd name="connsiteX2-25" fmla="*/ 10000 w 10000"/>
              <a:gd name="connsiteY2-26" fmla="*/ 9929 h 9929"/>
              <a:gd name="connsiteX3-27" fmla="*/ 39 w 10000"/>
              <a:gd name="connsiteY3-28" fmla="*/ 9929 h 9929"/>
              <a:gd name="connsiteX4-29" fmla="*/ 0 w 10000"/>
              <a:gd name="connsiteY4-30" fmla="*/ 5486 h 992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608" h="4632">
                <a:moveTo>
                  <a:pt x="2608" y="0"/>
                </a:moveTo>
                <a:lnTo>
                  <a:pt x="2608" y="267"/>
                </a:lnTo>
                <a:lnTo>
                  <a:pt x="2608" y="4365"/>
                </a:lnTo>
                <a:lnTo>
                  <a:pt x="2608" y="4632"/>
                </a:lnTo>
                <a:lnTo>
                  <a:pt x="10" y="4632"/>
                </a:lnTo>
                <a:lnTo>
                  <a:pt x="0" y="2679"/>
                </a:lnTo>
                <a:lnTo>
                  <a:pt x="1" y="2677"/>
                </a:lnTo>
                <a:lnTo>
                  <a:pt x="0" y="2412"/>
                </a:lnTo>
                <a:lnTo>
                  <a:pt x="2608" y="0"/>
                </a:lnTo>
                <a:close/>
              </a:path>
            </a:pathLst>
          </a:custGeom>
          <a:noFill/>
          <a:ln w="19050">
            <a:gradFill flip="none" rotWithShape="1">
              <a:gsLst>
                <a:gs pos="39000">
                  <a:schemeClr val="accent5">
                    <a:alpha val="0"/>
                  </a:schemeClr>
                </a:gs>
                <a:gs pos="0">
                  <a:schemeClr val="accent3"/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n>
                <a:solidFill>
                  <a:schemeClr val="accent1">
                    <a:shade val="50000"/>
                  </a:schemeClr>
                </a:solidFill>
              </a:ln>
              <a:noFill/>
              <a:cs typeface="Arial" panose="020B0604020202020204" pitchFamily="34" charset="0"/>
            </a:endParaRPr>
          </a:p>
        </p:txBody>
      </p:sp>
      <p:sp>
        <p:nvSpPr>
          <p:cNvPr id="19" name="任意多边形 29"/>
          <p:cNvSpPr/>
          <p:nvPr>
            <p:custDataLst>
              <p:tags r:id="rId14"/>
            </p:custDataLst>
          </p:nvPr>
        </p:nvSpPr>
        <p:spPr>
          <a:xfrm>
            <a:off x="9716135" y="5172710"/>
            <a:ext cx="1697990" cy="168529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674" h="2654">
                <a:moveTo>
                  <a:pt x="2674" y="0"/>
                </a:moveTo>
                <a:lnTo>
                  <a:pt x="2674" y="2654"/>
                </a:lnTo>
                <a:lnTo>
                  <a:pt x="1" y="2654"/>
                </a:lnTo>
                <a:lnTo>
                  <a:pt x="0" y="2489"/>
                </a:lnTo>
                <a:lnTo>
                  <a:pt x="2674" y="0"/>
                </a:lnTo>
                <a:close/>
              </a:path>
            </a:pathLst>
          </a:custGeom>
          <a:gradFill>
            <a:gsLst>
              <a:gs pos="59000">
                <a:schemeClr val="accent2">
                  <a:alpha val="34000"/>
                </a:schemeClr>
              </a:gs>
              <a:gs pos="100000">
                <a:schemeClr val="accent2">
                  <a:alpha val="0"/>
                </a:schemeClr>
              </a:gs>
              <a:gs pos="0">
                <a:schemeClr val="accent2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0" name="任意多边形 32"/>
          <p:cNvSpPr/>
          <p:nvPr>
            <p:custDataLst>
              <p:tags r:id="rId15"/>
            </p:custDataLst>
          </p:nvPr>
        </p:nvSpPr>
        <p:spPr>
          <a:xfrm>
            <a:off x="9737090" y="5229225"/>
            <a:ext cx="1656080" cy="162877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608" h="2565">
                <a:moveTo>
                  <a:pt x="2608" y="0"/>
                </a:moveTo>
                <a:lnTo>
                  <a:pt x="2608" y="2565"/>
                </a:lnTo>
                <a:lnTo>
                  <a:pt x="1" y="2565"/>
                </a:lnTo>
                <a:lnTo>
                  <a:pt x="0" y="2412"/>
                </a:lnTo>
                <a:lnTo>
                  <a:pt x="2608" y="0"/>
                </a:lnTo>
                <a:close/>
              </a:path>
            </a:pathLst>
          </a:custGeom>
          <a:noFill/>
          <a:ln w="19050">
            <a:gradFill>
              <a:gsLst>
                <a:gs pos="69000">
                  <a:schemeClr val="accent3">
                    <a:alpha val="0"/>
                  </a:schemeClr>
                </a:gs>
                <a:gs pos="0">
                  <a:schemeClr val="accent2">
                    <a:lumMod val="20000"/>
                    <a:lumOff val="80000"/>
                    <a:alpha val="55000"/>
                  </a:schemeClr>
                </a:gs>
              </a:gsLst>
              <a:lin ang="81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5" Type="http://schemas.openxmlformats.org/officeDocument/2006/relationships/theme" Target="../theme/theme2.xml"/><Relationship Id="rId24" Type="http://schemas.openxmlformats.org/officeDocument/2006/relationships/tags" Target="../tags/tag147.xml"/><Relationship Id="rId23" Type="http://schemas.openxmlformats.org/officeDocument/2006/relationships/tags" Target="../tags/tag146.xml"/><Relationship Id="rId22" Type="http://schemas.openxmlformats.org/officeDocument/2006/relationships/tags" Target="../tags/tag145.xml"/><Relationship Id="rId21" Type="http://schemas.openxmlformats.org/officeDocument/2006/relationships/tags" Target="../tags/tag144.xml"/><Relationship Id="rId20" Type="http://schemas.openxmlformats.org/officeDocument/2006/relationships/tags" Target="../tags/tag143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142.xml"/><Relationship Id="rId18" Type="http://schemas.openxmlformats.org/officeDocument/2006/relationships/tags" Target="../tags/tag141.xml"/><Relationship Id="rId17" Type="http://schemas.openxmlformats.org/officeDocument/2006/relationships/tags" Target="../tags/tag140.xml"/><Relationship Id="rId16" Type="http://schemas.openxmlformats.org/officeDocument/2006/relationships/tags" Target="../tags/tag139.xml"/><Relationship Id="rId15" Type="http://schemas.openxmlformats.org/officeDocument/2006/relationships/tags" Target="../tags/tag138.xml"/><Relationship Id="rId14" Type="http://schemas.openxmlformats.org/officeDocument/2006/relationships/tags" Target="../tags/tag137.xml"/><Relationship Id="rId13" Type="http://schemas.openxmlformats.org/officeDocument/2006/relationships/tags" Target="../tags/tag136.xml"/><Relationship Id="rId12" Type="http://schemas.openxmlformats.org/officeDocument/2006/relationships/tags" Target="../tags/tag13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"/>
          <p:cNvSpPr>
            <a:spLocks noGrp="1"/>
          </p:cNvSpPr>
          <p:nvPr>
            <p:ph type="title" idx="7"/>
            <p:custDataLst>
              <p:tags r:id="rId12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wrap="square" bIns="0" rtlCol="0" anchor="b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7" name="流程图: 过程 7"/>
          <p:cNvSpPr/>
          <p:nvPr>
            <p:custDataLst>
              <p:tags r:id="rId13"/>
            </p:custDataLst>
          </p:nvPr>
        </p:nvSpPr>
        <p:spPr>
          <a:xfrm>
            <a:off x="9607550" y="2600325"/>
            <a:ext cx="2584450" cy="4267835"/>
          </a:xfrm>
          <a:custGeom>
            <a:avLst/>
            <a:gdLst>
              <a:gd name="connsiteX0" fmla="*/ 0 w 4070"/>
              <a:gd name="connsiteY0" fmla="*/ 3787 h 6721"/>
              <a:gd name="connsiteX1" fmla="*/ 4066 w 4070"/>
              <a:gd name="connsiteY1" fmla="*/ 0 h 6721"/>
              <a:gd name="connsiteX2" fmla="*/ 4070 w 4070"/>
              <a:gd name="connsiteY2" fmla="*/ 6707 h 6721"/>
              <a:gd name="connsiteX3" fmla="*/ 20 w 4070"/>
              <a:gd name="connsiteY3" fmla="*/ 6721 h 6721"/>
              <a:gd name="connsiteX4" fmla="*/ 0 w 4070"/>
              <a:gd name="connsiteY4" fmla="*/ 3787 h 6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70" h="6721">
                <a:moveTo>
                  <a:pt x="0" y="3787"/>
                </a:moveTo>
                <a:lnTo>
                  <a:pt x="4066" y="0"/>
                </a:lnTo>
                <a:lnTo>
                  <a:pt x="4070" y="6707"/>
                </a:lnTo>
                <a:lnTo>
                  <a:pt x="20" y="6721"/>
                </a:lnTo>
                <a:cubicBezTo>
                  <a:pt x="15" y="5725"/>
                  <a:pt x="5" y="4783"/>
                  <a:pt x="0" y="3787"/>
                </a:cubicBezTo>
                <a:close/>
              </a:path>
            </a:pathLst>
          </a:custGeom>
          <a:gradFill flip="none" rotWithShape="1">
            <a:gsLst>
              <a:gs pos="32000">
                <a:schemeClr val="accent5">
                  <a:alpha val="0"/>
                </a:schemeClr>
              </a:gs>
              <a:gs pos="66000">
                <a:schemeClr val="accent2">
                  <a:alpha val="0"/>
                </a:schemeClr>
              </a:gs>
              <a:gs pos="0">
                <a:schemeClr val="accent5">
                  <a:alpha val="80000"/>
                </a:schemeClr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流程图: 过程 7"/>
          <p:cNvSpPr/>
          <p:nvPr>
            <p:custDataLst>
              <p:tags r:id="rId14"/>
            </p:custDataLst>
          </p:nvPr>
        </p:nvSpPr>
        <p:spPr>
          <a:xfrm>
            <a:off x="9596755" y="2618740"/>
            <a:ext cx="2604135" cy="4257040"/>
          </a:xfrm>
          <a:custGeom>
            <a:avLst/>
            <a:gdLst>
              <a:gd name="connsiteX0" fmla="*/ 0 w 6578"/>
              <a:gd name="connsiteY0" fmla="*/ 6094 h 10752"/>
              <a:gd name="connsiteX1" fmla="*/ 6578 w 6578"/>
              <a:gd name="connsiteY1" fmla="*/ 0 h 10752"/>
              <a:gd name="connsiteX2" fmla="*/ 6578 w 6578"/>
              <a:gd name="connsiteY2" fmla="*/ 10752 h 10752"/>
              <a:gd name="connsiteX3" fmla="*/ 25 w 6578"/>
              <a:gd name="connsiteY3" fmla="*/ 10752 h 10752"/>
              <a:gd name="connsiteX4" fmla="*/ 0 w 6578"/>
              <a:gd name="connsiteY4" fmla="*/ 6094 h 107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8" h="10752">
                <a:moveTo>
                  <a:pt x="0" y="6094"/>
                </a:moveTo>
                <a:lnTo>
                  <a:pt x="6578" y="0"/>
                </a:lnTo>
                <a:lnTo>
                  <a:pt x="6578" y="10752"/>
                </a:lnTo>
                <a:lnTo>
                  <a:pt x="25" y="10752"/>
                </a:lnTo>
                <a:lnTo>
                  <a:pt x="0" y="6094"/>
                </a:lnTo>
                <a:close/>
              </a:path>
            </a:pathLst>
          </a:custGeom>
          <a:noFill/>
          <a:ln w="19050">
            <a:gradFill flip="none" rotWithShape="1">
              <a:gsLst>
                <a:gs pos="30000">
                  <a:schemeClr val="accent5">
                    <a:alpha val="0"/>
                  </a:schemeClr>
                </a:gs>
                <a:gs pos="0">
                  <a:schemeClr val="accent2">
                    <a:alpha val="70000"/>
                  </a:schemeClr>
                </a:gs>
                <a:gs pos="8000">
                  <a:schemeClr val="accent2">
                    <a:alpha val="52000"/>
                  </a:schemeClr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accent1">
                    <a:shade val="50000"/>
                  </a:schemeClr>
                </a:solidFill>
              </a:ln>
              <a:noFill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流程图: 过程 7"/>
          <p:cNvSpPr/>
          <p:nvPr>
            <p:custDataLst>
              <p:tags r:id="rId15"/>
            </p:custDataLst>
          </p:nvPr>
        </p:nvSpPr>
        <p:spPr>
          <a:xfrm>
            <a:off x="10020935" y="4029710"/>
            <a:ext cx="1696720" cy="2828290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-1" fmla="*/ 0 w 10039"/>
              <a:gd name="connsiteY0-2" fmla="*/ 5589 h 10000"/>
              <a:gd name="connsiteX1-3" fmla="*/ 10039 w 10039"/>
              <a:gd name="connsiteY1-4" fmla="*/ 0 h 10000"/>
              <a:gd name="connsiteX2-5" fmla="*/ 10039 w 10039"/>
              <a:gd name="connsiteY2-6" fmla="*/ 10000 h 10000"/>
              <a:gd name="connsiteX3-7" fmla="*/ 39 w 10039"/>
              <a:gd name="connsiteY3-8" fmla="*/ 10000 h 10000"/>
              <a:gd name="connsiteX4-9" fmla="*/ 0 w 10039"/>
              <a:gd name="connsiteY4-10" fmla="*/ 5589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39" h="10000">
                <a:moveTo>
                  <a:pt x="0" y="5589"/>
                </a:moveTo>
                <a:lnTo>
                  <a:pt x="10039" y="0"/>
                </a:lnTo>
                <a:lnTo>
                  <a:pt x="10039" y="10000"/>
                </a:lnTo>
                <a:lnTo>
                  <a:pt x="39" y="10000"/>
                </a:lnTo>
                <a:cubicBezTo>
                  <a:pt x="26" y="8530"/>
                  <a:pt x="13" y="7059"/>
                  <a:pt x="0" y="5589"/>
                </a:cubicBezTo>
                <a:close/>
              </a:path>
            </a:pathLst>
          </a:custGeom>
          <a:gradFill flip="none" rotWithShape="1">
            <a:gsLst>
              <a:gs pos="22000">
                <a:schemeClr val="accent5">
                  <a:alpha val="30000"/>
                </a:schemeClr>
              </a:gs>
              <a:gs pos="49000">
                <a:schemeClr val="accent5">
                  <a:alpha val="0"/>
                </a:schemeClr>
              </a:gs>
              <a:gs pos="100000">
                <a:schemeClr val="accent2">
                  <a:alpha val="0"/>
                </a:schemeClr>
              </a:gs>
              <a:gs pos="0">
                <a:schemeClr val="accent5">
                  <a:alpha val="80000"/>
                </a:schemeClr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流程图: 过程 7"/>
          <p:cNvSpPr/>
          <p:nvPr>
            <p:custDataLst>
              <p:tags r:id="rId16"/>
            </p:custDataLst>
          </p:nvPr>
        </p:nvSpPr>
        <p:spPr>
          <a:xfrm>
            <a:off x="10048240" y="4073525"/>
            <a:ext cx="1654810" cy="2783840"/>
          </a:xfrm>
          <a:custGeom>
            <a:avLst/>
            <a:gdLst>
              <a:gd name="connsiteX0" fmla="*/ 0 w 5430"/>
              <a:gd name="connsiteY0" fmla="*/ 5046 h 9088"/>
              <a:gd name="connsiteX1" fmla="*/ 5430 w 5430"/>
              <a:gd name="connsiteY1" fmla="*/ 0 h 9088"/>
              <a:gd name="connsiteX2" fmla="*/ 5430 w 5430"/>
              <a:gd name="connsiteY2" fmla="*/ 9088 h 9088"/>
              <a:gd name="connsiteX3" fmla="*/ 21 w 5430"/>
              <a:gd name="connsiteY3" fmla="*/ 9088 h 9088"/>
              <a:gd name="connsiteX4" fmla="*/ 0 w 5430"/>
              <a:gd name="connsiteY4" fmla="*/ 5046 h 9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30" h="9088">
                <a:moveTo>
                  <a:pt x="0" y="5046"/>
                </a:moveTo>
                <a:lnTo>
                  <a:pt x="5430" y="0"/>
                </a:lnTo>
                <a:lnTo>
                  <a:pt x="5430" y="9088"/>
                </a:lnTo>
                <a:lnTo>
                  <a:pt x="21" y="9088"/>
                </a:lnTo>
                <a:lnTo>
                  <a:pt x="0" y="5046"/>
                </a:lnTo>
                <a:close/>
              </a:path>
            </a:pathLst>
          </a:custGeom>
          <a:noFill/>
          <a:ln w="19050">
            <a:gradFill flip="none" rotWithShape="1">
              <a:gsLst>
                <a:gs pos="41000">
                  <a:schemeClr val="accent5">
                    <a:alpha val="0"/>
                  </a:schemeClr>
                </a:gs>
                <a:gs pos="0">
                  <a:schemeClr val="accent2">
                    <a:alpha val="70000"/>
                  </a:schemeClr>
                </a:gs>
                <a:gs pos="8000">
                  <a:schemeClr val="accent2">
                    <a:alpha val="52000"/>
                  </a:schemeClr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accent1">
                    <a:shade val="50000"/>
                  </a:schemeClr>
                </a:solidFill>
              </a:ln>
              <a:noFill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流程图: 过程 7"/>
          <p:cNvSpPr/>
          <p:nvPr>
            <p:custDataLst>
              <p:tags r:id="rId17"/>
            </p:custDataLst>
          </p:nvPr>
        </p:nvSpPr>
        <p:spPr>
          <a:xfrm>
            <a:off x="11230610" y="5965825"/>
            <a:ext cx="958850" cy="900430"/>
          </a:xfrm>
          <a:custGeom>
            <a:avLst/>
            <a:gdLst>
              <a:gd name="connsiteX0" fmla="*/ 0 w 1510"/>
              <a:gd name="connsiteY0" fmla="*/ 1407 h 1418"/>
              <a:gd name="connsiteX1" fmla="*/ 1510 w 1510"/>
              <a:gd name="connsiteY1" fmla="*/ 0 h 1418"/>
              <a:gd name="connsiteX2" fmla="*/ 1500 w 1510"/>
              <a:gd name="connsiteY2" fmla="*/ 1418 h 1418"/>
              <a:gd name="connsiteX3" fmla="*/ 0 w 1510"/>
              <a:gd name="connsiteY3" fmla="*/ 1407 h 1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0" h="1418">
                <a:moveTo>
                  <a:pt x="0" y="1407"/>
                </a:moveTo>
                <a:lnTo>
                  <a:pt x="1510" y="0"/>
                </a:lnTo>
                <a:lnTo>
                  <a:pt x="1500" y="1418"/>
                </a:lnTo>
                <a:lnTo>
                  <a:pt x="0" y="1407"/>
                </a:lnTo>
                <a:close/>
              </a:path>
            </a:pathLst>
          </a:custGeom>
          <a:gradFill flip="none" rotWithShape="1">
            <a:gsLst>
              <a:gs pos="59000">
                <a:schemeClr val="accent2">
                  <a:alpha val="34000"/>
                </a:schemeClr>
              </a:gs>
              <a:gs pos="100000">
                <a:schemeClr val="accent3">
                  <a:alpha val="0"/>
                </a:schemeClr>
              </a:gs>
              <a:gs pos="0">
                <a:schemeClr val="accent2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流程图: 过程 7"/>
          <p:cNvSpPr/>
          <p:nvPr>
            <p:custDataLst>
              <p:tags r:id="rId18"/>
            </p:custDataLst>
          </p:nvPr>
        </p:nvSpPr>
        <p:spPr>
          <a:xfrm>
            <a:off x="11239500" y="6002020"/>
            <a:ext cx="943610" cy="877570"/>
          </a:xfrm>
          <a:custGeom>
            <a:avLst/>
            <a:gdLst>
              <a:gd name="connsiteX0" fmla="*/ 0 w 1486"/>
              <a:gd name="connsiteY0" fmla="*/ 1368 h 1382"/>
              <a:gd name="connsiteX1" fmla="*/ 1475 w 1486"/>
              <a:gd name="connsiteY1" fmla="*/ 0 h 1382"/>
              <a:gd name="connsiteX2" fmla="*/ 1486 w 1486"/>
              <a:gd name="connsiteY2" fmla="*/ 1382 h 1382"/>
              <a:gd name="connsiteX3" fmla="*/ 0 w 1486"/>
              <a:gd name="connsiteY3" fmla="*/ 1368 h 1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6" h="1382">
                <a:moveTo>
                  <a:pt x="0" y="1368"/>
                </a:moveTo>
                <a:lnTo>
                  <a:pt x="1475" y="0"/>
                </a:lnTo>
                <a:lnTo>
                  <a:pt x="1486" y="1382"/>
                </a:lnTo>
                <a:lnTo>
                  <a:pt x="0" y="1368"/>
                </a:lnTo>
                <a:close/>
              </a:path>
            </a:pathLst>
          </a:custGeom>
          <a:noFill/>
          <a:ln w="19050">
            <a:gradFill flip="none" rotWithShape="1">
              <a:gsLst>
                <a:gs pos="69000">
                  <a:schemeClr val="accent3">
                    <a:alpha val="0"/>
                  </a:schemeClr>
                </a:gs>
                <a:gs pos="0">
                  <a:schemeClr val="accent2">
                    <a:lumMod val="20000"/>
                    <a:lumOff val="80000"/>
                    <a:alpha val="55000"/>
                  </a:schemeClr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accent1">
                    <a:shade val="50000"/>
                  </a:schemeClr>
                </a:solidFill>
              </a:ln>
              <a:noFill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10"/>
            <p:custDataLst>
              <p:tags r:id="rId19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15" name="页脚占位符 14"/>
          <p:cNvSpPr>
            <a:spLocks noGrp="1"/>
          </p:cNvSpPr>
          <p:nvPr>
            <p:ph type="ftr" sz="quarter" idx="11"/>
            <p:custDataLst>
              <p:tags r:id="rId20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 algn="ctr">
              <a:defRPr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  <p:custDataLst>
              <p:tags r:id="rId21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>
            <a:lvl1pPr algn="r">
              <a:defRPr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idx="1"/>
            <p:custDataLst>
              <p:tags r:id="rId22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3" name="KSO_TEMPLATE" hidden="1"/>
          <p:cNvSpPr/>
          <p:nvPr userDrawn="1">
            <p:custDataLst>
              <p:tags r:id="rId2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4"/>
    </p:custData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en-US" sz="3200" b="0" i="0" u="none" strike="noStrike" kern="1200" cap="none" spc="0" normalizeH="0" baseline="0" noProof="1" dirty="0">
          <a:solidFill>
            <a:schemeClr val="tx1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MiSans Heavy" panose="00000A00000000000000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MiSans Heavy" panose="00000A00000000000000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MiSans Heavy" panose="00000A00000000000000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MiSans Heavy" panose="00000A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50.xml"/><Relationship Id="rId2" Type="http://schemas.openxmlformats.org/officeDocument/2006/relationships/tags" Target="../tags/tag149.xml"/><Relationship Id="rId1" Type="http://schemas.openxmlformats.org/officeDocument/2006/relationships/tags" Target="../tags/tag1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"/>
          <p:cNvSpPr>
            <a:spLocks noGrp="1"/>
          </p:cNvSpPr>
          <p:nvPr>
            <p:ph type="body" idx="18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Name</a:t>
            </a:r>
            <a:endParaRPr lang="en-US"/>
          </a:p>
        </p:txBody>
      </p:sp>
      <p:sp>
        <p:nvSpPr>
          <p:cNvPr id="9" name="标题 7"/>
          <p:cNvSpPr>
            <a:spLocks noGrp="1"/>
          </p:cNvSpPr>
          <p:nvPr>
            <p:ph type="title" idx="16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>
                <a:ea typeface="+mj-ea"/>
              </a:rPr>
              <a:t>Your title here</a:t>
            </a:r>
            <a:endParaRPr lang="en-US">
              <a:ea typeface="+mj-ea"/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文档标题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*i*10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*i*12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2*i*2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2*i*3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2*i*4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2*i*5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2*i*6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2*i*7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3*i*4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3*i*5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3*i*6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3*i*7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3*i*8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PRESET_TEXT" val="01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4*i*5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4*i*6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5*i*2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5*i*3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5*i*4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5*i*5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5*i*6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5*i*7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6*i*2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6*i*3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6*i*4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6*i*5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6*i*6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6*i*7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7*i*2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7*i*3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7*i*4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7*i*5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7*i*6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7*i*7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8*i*6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8*i*5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8*i*4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8*i*3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8*i*2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8*i*1"/>
  <p:tag name="KSO_WM_UNIT_LAYERLEVEL" val="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97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9*i*1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9*i*2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9*i*3"/>
  <p:tag name="KSO_WM_UNIT_LAYERLEVEL" val="1"/>
  <p:tag name="KSO_WM_TAG_VERSION" val="3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9*i*4"/>
  <p:tag name="KSO_WM_UNIT_LAYERLEVEL" val="1"/>
  <p:tag name="KSO_WM_TAG_VERSION" val="3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9*i*5"/>
  <p:tag name="KSO_WM_UNIT_LAYERLEVEL" val="1"/>
  <p:tag name="KSO_WM_TAG_VERSION" val="3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9*i*6"/>
  <p:tag name="KSO_WM_UNIT_LAYERLEVEL" val="1"/>
  <p:tag name="KSO_WM_TAG_VERSION" val="3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0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选择预设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108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0*i*2"/>
  <p:tag name="KSO_WM_UNIT_LAYERLEVEL" val="1"/>
  <p:tag name="KSO_WM_TAG_VERSION" val="3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0*i*3"/>
  <p:tag name="KSO_WM_UNIT_LAYERLEVEL" val="1"/>
  <p:tag name="KSO_WM_TAG_VERSION" val="3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0*i*4"/>
  <p:tag name="KSO_WM_UNIT_LAYERLEVEL" val="1"/>
  <p:tag name="KSO_WM_TAG_VERSION" val="3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0*i*5"/>
  <p:tag name="KSO_WM_UNIT_LAYERLEVEL" val="1"/>
  <p:tag name="KSO_WM_TAG_VERSION" val="3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0*i*6"/>
  <p:tag name="KSO_WM_UNIT_LAYERLEVEL" val="1"/>
  <p:tag name="KSO_WM_TAG_VERSION" val="3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0*i*7"/>
  <p:tag name="KSO_WM_UNIT_LAYERLEVEL" val="1"/>
  <p:tag name="KSO_WM_TAG_VERSION" val="3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18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119.xml><?xml version="1.0" encoding="utf-8"?>
<p:tagLst xmlns:p="http://schemas.openxmlformats.org/presentationml/2006/main">
  <p:tag name="KSO_WM_UNIT_ISCONTENTSTITLE" val="0"/>
  <p:tag name="KSO_WM_UNIT_ISNUMDGMTITLE" val="0"/>
  <p:tag name="KSO_WM_UNIT_PRESET_TEXT" val="感谢您观看与聆听"/>
  <p:tag name="KSO_WM_UNIT_NOCLEAR" val="1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1*i*5"/>
  <p:tag name="KSO_WM_UNIT_LAYERLEVEL" val="1"/>
  <p:tag name="KSO_WM_TAG_VERSION" val="3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1*i*6"/>
  <p:tag name="KSO_WM_UNIT_LAYERLEVEL" val="1"/>
  <p:tag name="KSO_WM_TAG_VERSION" val="3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1*i*7"/>
  <p:tag name="KSO_WM_UNIT_LAYERLEVEL" val="1"/>
  <p:tag name="KSO_WM_TAG_VERSION" val="3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1*i*8"/>
  <p:tag name="KSO_WM_UNIT_LAYERLEVEL" val="1"/>
  <p:tag name="KSO_WM_TAG_VERSION" val="3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1*i*9"/>
  <p:tag name="KSO_WM_UNIT_LAYERLEVEL" val="1"/>
  <p:tag name="KSO_WM_TAG_VERSION" val="3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1*i*10"/>
  <p:tag name="KSO_WM_UNIT_LAYERLEVEL" val="1"/>
  <p:tag name="KSO_WM_TAG_VERSION" val="3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1*i*11"/>
  <p:tag name="KSO_WM_UNIT_LAYERLEVEL" val="1"/>
  <p:tag name="KSO_WM_TAG_VERSION" val="3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1*i*12"/>
  <p:tag name="KSO_WM_UNIT_LAYERLEVEL" val="1"/>
  <p:tag name="KSO_WM_TAG_VERSION" val="3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35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02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0*i*4"/>
  <p:tag name="KSO_WM_UNIT_LAYERLEVEL" val="1"/>
  <p:tag name="KSO_WM_TAG_VERSION" val="3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0*i*5"/>
  <p:tag name="KSO_WM_UNIT_LAYERLEVEL" val="1"/>
  <p:tag name="KSO_WM_TAG_VERSION" val="3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0*i*6"/>
  <p:tag name="KSO_WM_UNIT_LAYERLEVEL" val="1"/>
  <p:tag name="KSO_WM_TAG_VERSION" val="3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4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59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3.0"/>
  <p:tag name="KSO_WM_BEAUTIFY_FLAG" val="#wm#"/>
  <p:tag name="KSO_WM_TEMPLATE_CATEGORY" val="custom"/>
  <p:tag name="KSO_WM_TEMPLATE_INDEX" val="20233402"/>
</p:tagLst>
</file>

<file path=ppt/tags/tag146.xml><?xml version="1.0" encoding="utf-8"?>
<p:tagLst xmlns:p="http://schemas.openxmlformats.org/presentationml/2006/main"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02"/>
  <p:tag name="KSO_WM_TEMPLATE_THUMBS_INDEX" val="1、11"/>
</p:tagLst>
</file>

<file path=ppt/tags/tag147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148.xml><?xml version="1.0" encoding="utf-8"?>
<p:tagLst xmlns:p="http://schemas.openxmlformats.org/presentationml/2006/main"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custom20233402_1*f*1"/>
  <p:tag name="KSO_WM_TEMPLATE_CATEGORY" val="custom"/>
  <p:tag name="KSO_WM_TEMPLATE_INDEX" val="20233402"/>
  <p:tag name="KSO_WM_UNIT_LAYERLEVEL" val="1"/>
  <p:tag name="KSO_WM_TAG_VERSION" val="3.0"/>
  <p:tag name="KSO_WM_BEAUTIFY_FLAG" val="#wm#"/>
  <p:tag name="KSO_WM_UNIT_PRESET_TEXT" val="Name"/>
</p:tagLst>
</file>

<file path=ppt/tags/tag14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02_1*a*1"/>
  <p:tag name="KSO_WM_TEMPLATE_CATEGORY" val="custom"/>
  <p:tag name="KSO_WM_TEMPLATE_INDEX" val="20233402"/>
  <p:tag name="KSO_WM_UNIT_LAYERLEVEL" val="1"/>
  <p:tag name="KSO_WM_TAG_VERSION" val="3.0"/>
  <p:tag name="KSO_WM_BEAUTIFY_FLAG" val="#wm#"/>
  <p:tag name="KSO_WM_UNIT_PRESET_TEXT" val="Your title here"/>
</p:tagLst>
</file>

<file path=ppt/tags/tag150.xml><?xml version="1.0" encoding="utf-8"?>
<p:tagLst xmlns:p="http://schemas.openxmlformats.org/presentationml/2006/main">
  <p:tag name="KSO_WM_SPECIAL_SOURCE" val="bdnull"/>
  <p:tag name="KSO_WM_SLIDE_CONTENT_AREA" val="{&quot;left&quot;:&quot;68.75&quot;,&quot;top&quot;:&quot;94.82929&quot;,&quot;width&quot;:&quot;548.5182&quot;,&quot;height&quot;:&quot;306.9134&quot;}"/>
  <p:tag name="KSO_WM_SLIDE_ID" val="custom20233402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02"/>
  <p:tag name="KSO_WM_SLIDE_LAYOUT" val="a_f"/>
  <p:tag name="KSO_WM_SLIDE_LAYOUT_CNT" val="1_1"/>
  <p:tag name="KSO_WM_TEMPLATE_THUMBS_INDEX" val="1、11"/>
  <p:tag name="KSO_WM_SLIDE_THEME_ID" val="3302772"/>
  <p:tag name="KSO_WM_SLIDE_THEME_NAME" val="Black Business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自定义 10">
      <a:dk1>
        <a:srgbClr val="000000"/>
      </a:dk1>
      <a:lt1>
        <a:srgbClr val="FFFFFF"/>
      </a:lt1>
      <a:dk2>
        <a:srgbClr val="18154B"/>
      </a:dk2>
      <a:lt2>
        <a:srgbClr val="E5E8F3"/>
      </a:lt2>
      <a:accent1>
        <a:srgbClr val="8755D7"/>
      </a:accent1>
      <a:accent2>
        <a:srgbClr val="A049DB"/>
      </a:accent2>
      <a:accent3>
        <a:srgbClr val="C871E4"/>
      </a:accent3>
      <a:accent4>
        <a:srgbClr val="E1B3F2"/>
      </a:accent4>
      <a:accent5>
        <a:srgbClr val="4F3BE1"/>
      </a:accent5>
      <a:accent6>
        <a:srgbClr val="A275F3"/>
      </a:accent6>
      <a:hlink>
        <a:srgbClr val="2FDFFA"/>
      </a:hlink>
      <a:folHlink>
        <a:srgbClr val="5B7EFF"/>
      </a:folHlink>
    </a:clrScheme>
    <a:fontScheme name="字体-商务">
      <a:majorFont>
        <a:latin typeface="Inter Bold"/>
        <a:ea typeface="Inter Bold"/>
        <a:cs typeface=""/>
      </a:majorFont>
      <a:minorFont>
        <a:latin typeface="Inter"/>
        <a:ea typeface="Inte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</Words>
  <Application>WPS Presentation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4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Wingdings</vt:lpstr>
      <vt:lpstr>Inter</vt:lpstr>
      <vt:lpstr>Inter Bold</vt:lpstr>
      <vt:lpstr>MiSans Heavy</vt:lpstr>
      <vt:lpstr>Office Theme</vt:lpstr>
      <vt:lpstr>1_Office Theme</vt:lpstr>
      <vt:lpstr>Your title here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Admin</dc:creator>
  <cp:lastModifiedBy>Admin</cp:lastModifiedBy>
  <cp:revision>3</cp:revision>
  <dcterms:created xsi:type="dcterms:W3CDTF">2025-07-23T00:59:00Z</dcterms:created>
  <dcterms:modified xsi:type="dcterms:W3CDTF">2026-05-11T07:52:22Z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C52D52AD2A894E45B89068CD9D5D332F_11</vt:lpwstr>
  </property>
  <property fmtid="{D5CDD505-2E9C-101B-9397-08002B2CF9AE}" pid="3" name="KSOProductBuildVer">
    <vt:lpwstr>1033-12.1.0.25862</vt:lpwstr>
  </property>
</Properties>
</file>