
<file path=[Content_Types].xml><?xml version="1.0" encoding="utf-8"?>
<Types xmlns="http://schemas.openxmlformats.org/package/2006/content-types">
  <Default Extension="jpeg" ContentType="image/jpeg"/>
  <Default Extension="JPG" ContentType="image/.jpg"/>
  <Default Extension="wav" ContentType="audio/x-wav"/>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42" r:id="rId3"/>
    <p:sldId id="345" r:id="rId5"/>
    <p:sldId id="346" r:id="rId6"/>
    <p:sldId id="343" r:id="rId7"/>
    <p:sldId id="344" r:id="rId8"/>
    <p:sldId id="34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7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879" autoAdjust="0"/>
    <p:restoredTop sz="93564" autoAdjust="0"/>
  </p:normalViewPr>
  <p:slideViewPr>
    <p:cSldViewPr snapToGrid="0">
      <p:cViewPr varScale="1">
        <p:scale>
          <a:sx n="143" d="100"/>
          <a:sy n="143" d="100"/>
        </p:scale>
        <p:origin x="7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5E78B-FE7C-474B-AC91-ABC1B62969E2}"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50B4EB-D9F6-4F2F-973A-15D71B3F505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8" name="Title 1"/>
          <p:cNvSpPr>
            <a:spLocks noGrp="1"/>
          </p:cNvSpPr>
          <p:nvPr>
            <p:ph type="ctrTitle"/>
          </p:nvPr>
        </p:nvSpPr>
        <p:spPr>
          <a:xfrm>
            <a:off x="584616" y="1645960"/>
            <a:ext cx="6724397" cy="2387600"/>
          </a:xfrm>
        </p:spPr>
        <p:txBody>
          <a:bodyPr anchor="b"/>
          <a:lstStyle>
            <a:lvl1pPr algn="ctr">
              <a:defRPr sz="6000"/>
            </a:lvl1pPr>
          </a:lstStyle>
          <a:p>
            <a:r>
              <a:rPr lang="en-US" dirty="0"/>
              <a:t>Click to edit Master title style</a:t>
            </a:r>
            <a:endParaRPr lang="en-US" dirty="0"/>
          </a:p>
        </p:txBody>
      </p:sp>
      <p:sp>
        <p:nvSpPr>
          <p:cNvPr id="20" name="Subtitle 2"/>
          <p:cNvSpPr>
            <a:spLocks noGrp="1"/>
          </p:cNvSpPr>
          <p:nvPr>
            <p:ph type="subTitle" idx="1"/>
          </p:nvPr>
        </p:nvSpPr>
        <p:spPr>
          <a:xfrm>
            <a:off x="2389180" y="4212615"/>
            <a:ext cx="641873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21" name="Date Placeholder 3"/>
          <p:cNvSpPr>
            <a:spLocks noGrp="1"/>
          </p:cNvSpPr>
          <p:nvPr>
            <p:ph type="dt" sz="half" idx="10"/>
          </p:nvPr>
        </p:nvSpPr>
        <p:spPr>
          <a:xfrm>
            <a:off x="838200" y="6179264"/>
            <a:ext cx="2743200" cy="365125"/>
          </a:xfrm>
          <a:prstGeom prst="rect">
            <a:avLst/>
          </a:prstGeom>
        </p:spPr>
        <p:txBody>
          <a:bodyPr/>
          <a:lstStyle/>
          <a:p>
            <a:r>
              <a:rPr lang="en-US"/>
              <a:t>Date</a:t>
            </a:r>
            <a:endParaRPr lang="en-US"/>
          </a:p>
        </p:txBody>
      </p:sp>
      <p:sp>
        <p:nvSpPr>
          <p:cNvPr id="23" name="Footer Placeholder 4"/>
          <p:cNvSpPr>
            <a:spLocks noGrp="1"/>
          </p:cNvSpPr>
          <p:nvPr>
            <p:ph type="ftr" sz="quarter" idx="11"/>
          </p:nvPr>
        </p:nvSpPr>
        <p:spPr>
          <a:xfrm>
            <a:off x="4038600" y="6179264"/>
            <a:ext cx="4114800" cy="365125"/>
          </a:xfrm>
          <a:prstGeom prst="rect">
            <a:avLst/>
          </a:prstGeom>
        </p:spPr>
        <p:txBody>
          <a:bodyPr/>
          <a:lstStyle/>
          <a:p>
            <a:r>
              <a:rPr lang="en-US"/>
              <a:t>Your Footer Here</a:t>
            </a:r>
            <a:endParaRPr lang="en-US"/>
          </a:p>
        </p:txBody>
      </p:sp>
      <p:sp>
        <p:nvSpPr>
          <p:cNvPr id="24" name="Slide Number Placeholder 5"/>
          <p:cNvSpPr>
            <a:spLocks noGrp="1"/>
          </p:cNvSpPr>
          <p:nvPr>
            <p:ph type="sldNum" sz="quarter" idx="12"/>
          </p:nvPr>
        </p:nvSpPr>
        <p:spPr>
          <a:xfrm>
            <a:off x="8610600" y="6179264"/>
            <a:ext cx="2743200" cy="365125"/>
          </a:xfrm>
          <a:prstGeom prst="rect">
            <a:avLst/>
          </a:prstGeom>
        </p:spPr>
        <p:txBody>
          <a:bodyPr/>
          <a:lstStyle/>
          <a:p>
            <a:fld id="{672B7600-67E3-4D97-B453-880E2742B982}" type="slidenum">
              <a:rPr lang="en-US" smtClean="0"/>
            </a:fld>
            <a:endParaRPr lang="en-US"/>
          </a:p>
        </p:txBody>
      </p:sp>
      <p:sp>
        <p:nvSpPr>
          <p:cNvPr id="6" name="Shape"/>
          <p:cNvSpPr/>
          <p:nvPr userDrawn="1"/>
        </p:nvSpPr>
        <p:spPr>
          <a:xfrm>
            <a:off x="4253759" y="0"/>
            <a:ext cx="1640970" cy="1177618"/>
          </a:xfrm>
          <a:custGeom>
            <a:avLst/>
            <a:gdLst/>
            <a:ahLst/>
            <a:cxnLst>
              <a:cxn ang="0">
                <a:pos x="wd2" y="hd2"/>
              </a:cxn>
              <a:cxn ang="5400000">
                <a:pos x="wd2" y="hd2"/>
              </a:cxn>
              <a:cxn ang="10800000">
                <a:pos x="wd2" y="hd2"/>
              </a:cxn>
              <a:cxn ang="16200000">
                <a:pos x="wd2" y="hd2"/>
              </a:cxn>
            </a:cxnLst>
            <a:rect l="0" t="0" r="r" b="b"/>
            <a:pathLst>
              <a:path w="21186" h="21028" extrusionOk="0">
                <a:moveTo>
                  <a:pt x="9209" y="0"/>
                </a:moveTo>
                <a:lnTo>
                  <a:pt x="1241" y="11020"/>
                </a:lnTo>
                <a:cubicBezTo>
                  <a:pt x="-414" y="13309"/>
                  <a:pt x="-414" y="17022"/>
                  <a:pt x="1241" y="19311"/>
                </a:cubicBezTo>
                <a:lnTo>
                  <a:pt x="1241" y="19311"/>
                </a:lnTo>
                <a:cubicBezTo>
                  <a:pt x="2896" y="21600"/>
                  <a:pt x="5581" y="21600"/>
                  <a:pt x="7235" y="19311"/>
                </a:cubicBezTo>
                <a:lnTo>
                  <a:pt x="21186" y="17"/>
                </a:lnTo>
                <a:lnTo>
                  <a:pt x="9209" y="17"/>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8" name="Shape"/>
          <p:cNvSpPr/>
          <p:nvPr userDrawn="1"/>
        </p:nvSpPr>
        <p:spPr>
          <a:xfrm>
            <a:off x="9886379" y="0"/>
            <a:ext cx="2305621" cy="2661685"/>
          </a:xfrm>
          <a:custGeom>
            <a:avLst/>
            <a:gdLst/>
            <a:ahLst/>
            <a:cxnLst>
              <a:cxn ang="0">
                <a:pos x="wd2" y="hd2"/>
              </a:cxn>
              <a:cxn ang="5400000">
                <a:pos x="wd2" y="hd2"/>
              </a:cxn>
              <a:cxn ang="10800000">
                <a:pos x="wd2" y="hd2"/>
              </a:cxn>
              <a:cxn ang="16200000">
                <a:pos x="wd2" y="hd2"/>
              </a:cxn>
            </a:cxnLst>
            <a:rect l="0" t="0" r="r" b="b"/>
            <a:pathLst>
              <a:path w="21090" h="21157" extrusionOk="0">
                <a:moveTo>
                  <a:pt x="21090" y="0"/>
                </a:moveTo>
                <a:lnTo>
                  <a:pt x="16956" y="0"/>
                </a:lnTo>
                <a:lnTo>
                  <a:pt x="1531" y="13404"/>
                </a:lnTo>
                <a:cubicBezTo>
                  <a:pt x="-510" y="15177"/>
                  <a:pt x="-510" y="18053"/>
                  <a:pt x="1531" y="19826"/>
                </a:cubicBezTo>
                <a:lnTo>
                  <a:pt x="1531" y="19826"/>
                </a:lnTo>
                <a:cubicBezTo>
                  <a:pt x="3572" y="21600"/>
                  <a:pt x="6881" y="21600"/>
                  <a:pt x="8922" y="19826"/>
                </a:cubicBezTo>
                <a:lnTo>
                  <a:pt x="21090" y="9253"/>
                </a:lnTo>
                <a:lnTo>
                  <a:pt x="21090" y="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p>
        </p:txBody>
      </p:sp>
      <p:sp>
        <p:nvSpPr>
          <p:cNvPr id="9" name="Shape"/>
          <p:cNvSpPr/>
          <p:nvPr userDrawn="1"/>
        </p:nvSpPr>
        <p:spPr>
          <a:xfrm>
            <a:off x="8279637" y="0"/>
            <a:ext cx="2027897" cy="1461043"/>
          </a:xfrm>
          <a:custGeom>
            <a:avLst/>
            <a:gdLst/>
            <a:ahLst/>
            <a:cxnLst>
              <a:cxn ang="0">
                <a:pos x="wd2" y="hd2"/>
              </a:cxn>
              <a:cxn ang="5400000">
                <a:pos x="wd2" y="hd2"/>
              </a:cxn>
              <a:cxn ang="10800000">
                <a:pos x="wd2" y="hd2"/>
              </a:cxn>
              <a:cxn ang="16200000">
                <a:pos x="wd2" y="hd2"/>
              </a:cxn>
            </a:cxnLst>
            <a:rect l="0" t="0" r="r" b="b"/>
            <a:pathLst>
              <a:path w="21191" h="21036" extrusionOk="0">
                <a:moveTo>
                  <a:pt x="9344" y="0"/>
                </a:moveTo>
                <a:lnTo>
                  <a:pt x="1228" y="11183"/>
                </a:lnTo>
                <a:cubicBezTo>
                  <a:pt x="-409" y="13438"/>
                  <a:pt x="-409" y="17089"/>
                  <a:pt x="1228" y="19344"/>
                </a:cubicBezTo>
                <a:lnTo>
                  <a:pt x="1228" y="19344"/>
                </a:lnTo>
                <a:cubicBezTo>
                  <a:pt x="2865" y="21600"/>
                  <a:pt x="5514" y="21600"/>
                  <a:pt x="7152" y="19344"/>
                </a:cubicBezTo>
                <a:lnTo>
                  <a:pt x="21191" y="0"/>
                </a:lnTo>
                <a:lnTo>
                  <a:pt x="9344" y="0"/>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10" name="Shape"/>
          <p:cNvSpPr/>
          <p:nvPr userDrawn="1"/>
        </p:nvSpPr>
        <p:spPr>
          <a:xfrm>
            <a:off x="7567513" y="0"/>
            <a:ext cx="1753727" cy="1435644"/>
          </a:xfrm>
          <a:custGeom>
            <a:avLst/>
            <a:gdLst/>
            <a:ahLst/>
            <a:cxnLst>
              <a:cxn ang="0">
                <a:pos x="wd2" y="hd2"/>
              </a:cxn>
              <a:cxn ang="5400000">
                <a:pos x="wd2" y="hd2"/>
              </a:cxn>
              <a:cxn ang="10800000">
                <a:pos x="wd2" y="hd2"/>
              </a:cxn>
              <a:cxn ang="16200000">
                <a:pos x="wd2" y="hd2"/>
              </a:cxn>
            </a:cxnLst>
            <a:rect l="0" t="0" r="r" b="b"/>
            <a:pathLst>
              <a:path w="21334" h="21276" extrusionOk="0">
                <a:moveTo>
                  <a:pt x="13595" y="0"/>
                </a:moveTo>
                <a:lnTo>
                  <a:pt x="797" y="15591"/>
                </a:lnTo>
                <a:cubicBezTo>
                  <a:pt x="-266" y="16886"/>
                  <a:pt x="-266" y="18997"/>
                  <a:pt x="797" y="20305"/>
                </a:cubicBezTo>
                <a:lnTo>
                  <a:pt x="797" y="20305"/>
                </a:lnTo>
                <a:cubicBezTo>
                  <a:pt x="1859" y="21600"/>
                  <a:pt x="3592" y="21600"/>
                  <a:pt x="4666" y="20305"/>
                </a:cubicBezTo>
                <a:lnTo>
                  <a:pt x="21334" y="0"/>
                </a:lnTo>
                <a:lnTo>
                  <a:pt x="13595" y="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11" name="Shape"/>
          <p:cNvSpPr/>
          <p:nvPr userDrawn="1"/>
        </p:nvSpPr>
        <p:spPr>
          <a:xfrm>
            <a:off x="7472563" y="0"/>
            <a:ext cx="3708510" cy="3142607"/>
          </a:xfrm>
          <a:custGeom>
            <a:avLst/>
            <a:gdLst/>
            <a:ahLst/>
            <a:cxnLst>
              <a:cxn ang="0">
                <a:pos x="wd2" y="hd2"/>
              </a:cxn>
              <a:cxn ang="5400000">
                <a:pos x="wd2" y="hd2"/>
              </a:cxn>
              <a:cxn ang="10800000">
                <a:pos x="wd2" y="hd2"/>
              </a:cxn>
              <a:cxn ang="16200000">
                <a:pos x="wd2" y="hd2"/>
              </a:cxn>
            </a:cxnLst>
            <a:rect l="0" t="0" r="r" b="b"/>
            <a:pathLst>
              <a:path w="21374" h="21334" extrusionOk="0">
                <a:moveTo>
                  <a:pt x="14845" y="0"/>
                </a:moveTo>
                <a:lnTo>
                  <a:pt x="677" y="16688"/>
                </a:lnTo>
                <a:cubicBezTo>
                  <a:pt x="-226" y="17752"/>
                  <a:pt x="-226" y="19473"/>
                  <a:pt x="677" y="20536"/>
                </a:cubicBezTo>
                <a:lnTo>
                  <a:pt x="677" y="20536"/>
                </a:lnTo>
                <a:cubicBezTo>
                  <a:pt x="1580" y="21600"/>
                  <a:pt x="3041" y="21600"/>
                  <a:pt x="3944" y="20536"/>
                </a:cubicBezTo>
                <a:lnTo>
                  <a:pt x="21374" y="6"/>
                </a:lnTo>
                <a:lnTo>
                  <a:pt x="14845" y="6"/>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12" name="Shape"/>
          <p:cNvSpPr/>
          <p:nvPr userDrawn="1"/>
        </p:nvSpPr>
        <p:spPr>
          <a:xfrm>
            <a:off x="8763882" y="0"/>
            <a:ext cx="3065462" cy="2620145"/>
          </a:xfrm>
          <a:custGeom>
            <a:avLst/>
            <a:gdLst/>
            <a:ahLst/>
            <a:cxnLst>
              <a:cxn ang="0">
                <a:pos x="wd2" y="hd2"/>
              </a:cxn>
              <a:cxn ang="5400000">
                <a:pos x="wd2" y="hd2"/>
              </a:cxn>
              <a:cxn ang="10800000">
                <a:pos x="wd2" y="hd2"/>
              </a:cxn>
              <a:cxn ang="16200000">
                <a:pos x="wd2" y="hd2"/>
              </a:cxn>
            </a:cxnLst>
            <a:rect l="0" t="0" r="r" b="b"/>
            <a:pathLst>
              <a:path w="21385" h="21349" extrusionOk="0">
                <a:moveTo>
                  <a:pt x="15172" y="0"/>
                </a:moveTo>
                <a:lnTo>
                  <a:pt x="646" y="16966"/>
                </a:lnTo>
                <a:cubicBezTo>
                  <a:pt x="-215" y="17972"/>
                  <a:pt x="-215" y="19596"/>
                  <a:pt x="646" y="20594"/>
                </a:cubicBezTo>
                <a:lnTo>
                  <a:pt x="646" y="20594"/>
                </a:lnTo>
                <a:cubicBezTo>
                  <a:pt x="1507" y="21600"/>
                  <a:pt x="2898" y="21600"/>
                  <a:pt x="3753" y="20594"/>
                </a:cubicBezTo>
                <a:lnTo>
                  <a:pt x="21385" y="0"/>
                </a:lnTo>
                <a:lnTo>
                  <a:pt x="15172" y="0"/>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13" name="Shape"/>
          <p:cNvSpPr/>
          <p:nvPr userDrawn="1"/>
        </p:nvSpPr>
        <p:spPr>
          <a:xfrm>
            <a:off x="9672265" y="750105"/>
            <a:ext cx="2519735" cy="3086586"/>
          </a:xfrm>
          <a:custGeom>
            <a:avLst/>
            <a:gdLst/>
            <a:ahLst/>
            <a:cxnLst>
              <a:cxn ang="0">
                <a:pos x="wd2" y="hd2"/>
              </a:cxn>
              <a:cxn ang="5400000">
                <a:pos x="wd2" y="hd2"/>
              </a:cxn>
              <a:cxn ang="10800000">
                <a:pos x="wd2" y="hd2"/>
              </a:cxn>
              <a:cxn ang="16200000">
                <a:pos x="wd2" y="hd2"/>
              </a:cxn>
            </a:cxnLst>
            <a:rect l="0" t="0" r="r" b="b"/>
            <a:pathLst>
              <a:path w="21269" h="21329" extrusionOk="0">
                <a:moveTo>
                  <a:pt x="21269" y="0"/>
                </a:moveTo>
                <a:lnTo>
                  <a:pt x="991" y="16600"/>
                </a:lnTo>
                <a:cubicBezTo>
                  <a:pt x="-331" y="17683"/>
                  <a:pt x="-331" y="19435"/>
                  <a:pt x="991" y="20517"/>
                </a:cubicBezTo>
                <a:lnTo>
                  <a:pt x="991" y="20517"/>
                </a:lnTo>
                <a:cubicBezTo>
                  <a:pt x="2314" y="21600"/>
                  <a:pt x="4454" y="21600"/>
                  <a:pt x="5776" y="20517"/>
                </a:cubicBezTo>
                <a:lnTo>
                  <a:pt x="21269" y="7834"/>
                </a:lnTo>
                <a:lnTo>
                  <a:pt x="21269" y="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14" name="Shape"/>
          <p:cNvSpPr/>
          <p:nvPr userDrawn="1"/>
        </p:nvSpPr>
        <p:spPr>
          <a:xfrm>
            <a:off x="0" y="5364435"/>
            <a:ext cx="1294170" cy="1493565"/>
          </a:xfrm>
          <a:custGeom>
            <a:avLst/>
            <a:gdLst/>
            <a:ahLst/>
            <a:cxnLst>
              <a:cxn ang="0">
                <a:pos x="wd2" y="hd2"/>
              </a:cxn>
              <a:cxn ang="5400000">
                <a:pos x="wd2" y="hd2"/>
              </a:cxn>
              <a:cxn ang="10800000">
                <a:pos x="wd2" y="hd2"/>
              </a:cxn>
              <a:cxn ang="16200000">
                <a:pos x="wd2" y="hd2"/>
              </a:cxn>
            </a:cxnLst>
            <a:rect l="0" t="0" r="r" b="b"/>
            <a:pathLst>
              <a:path w="21089" h="21156" extrusionOk="0">
                <a:moveTo>
                  <a:pt x="15" y="21156"/>
                </a:moveTo>
                <a:lnTo>
                  <a:pt x="4147" y="21156"/>
                </a:lnTo>
                <a:lnTo>
                  <a:pt x="19558" y="7760"/>
                </a:lnTo>
                <a:cubicBezTo>
                  <a:pt x="21600" y="5985"/>
                  <a:pt x="21600" y="3107"/>
                  <a:pt x="19558" y="1331"/>
                </a:cubicBezTo>
                <a:lnTo>
                  <a:pt x="19558" y="1331"/>
                </a:lnTo>
                <a:cubicBezTo>
                  <a:pt x="17515" y="-444"/>
                  <a:pt x="14204" y="-444"/>
                  <a:pt x="12162" y="1331"/>
                </a:cubicBezTo>
                <a:lnTo>
                  <a:pt x="0" y="11903"/>
                </a:lnTo>
                <a:lnTo>
                  <a:pt x="0" y="21156"/>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p>
        </p:txBody>
      </p:sp>
      <p:sp>
        <p:nvSpPr>
          <p:cNvPr id="15" name="Shape"/>
          <p:cNvSpPr/>
          <p:nvPr userDrawn="1"/>
        </p:nvSpPr>
        <p:spPr>
          <a:xfrm>
            <a:off x="1092876" y="6038581"/>
            <a:ext cx="1137501" cy="819419"/>
          </a:xfrm>
          <a:custGeom>
            <a:avLst/>
            <a:gdLst/>
            <a:ahLst/>
            <a:cxnLst>
              <a:cxn ang="0">
                <a:pos x="wd2" y="hd2"/>
              </a:cxn>
              <a:cxn ang="5400000">
                <a:pos x="wd2" y="hd2"/>
              </a:cxn>
              <a:cxn ang="10800000">
                <a:pos x="wd2" y="hd2"/>
              </a:cxn>
              <a:cxn ang="16200000">
                <a:pos x="wd2" y="hd2"/>
              </a:cxn>
            </a:cxnLst>
            <a:rect l="0" t="0" r="r" b="b"/>
            <a:pathLst>
              <a:path w="21193" h="21039" extrusionOk="0">
                <a:moveTo>
                  <a:pt x="11853" y="21039"/>
                </a:moveTo>
                <a:lnTo>
                  <a:pt x="19972" y="9849"/>
                </a:lnTo>
                <a:cubicBezTo>
                  <a:pt x="21600" y="7606"/>
                  <a:pt x="21600" y="3949"/>
                  <a:pt x="19972" y="1682"/>
                </a:cubicBezTo>
                <a:lnTo>
                  <a:pt x="19972" y="1682"/>
                </a:lnTo>
                <a:cubicBezTo>
                  <a:pt x="18345" y="-561"/>
                  <a:pt x="15691" y="-561"/>
                  <a:pt x="14046" y="1682"/>
                </a:cubicBezTo>
                <a:lnTo>
                  <a:pt x="0" y="21039"/>
                </a:lnTo>
                <a:lnTo>
                  <a:pt x="11853" y="21039"/>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16" name="Shape"/>
          <p:cNvSpPr/>
          <p:nvPr userDrawn="1"/>
        </p:nvSpPr>
        <p:spPr>
          <a:xfrm>
            <a:off x="180406" y="5388411"/>
            <a:ext cx="1719306" cy="1469589"/>
          </a:xfrm>
          <a:custGeom>
            <a:avLst/>
            <a:gdLst/>
            <a:ahLst/>
            <a:cxnLst>
              <a:cxn ang="0">
                <a:pos x="wd2" y="hd2"/>
              </a:cxn>
              <a:cxn ang="5400000">
                <a:pos x="wd2" y="hd2"/>
              </a:cxn>
              <a:cxn ang="10800000">
                <a:pos x="wd2" y="hd2"/>
              </a:cxn>
              <a:cxn ang="16200000">
                <a:pos x="wd2" y="hd2"/>
              </a:cxn>
            </a:cxnLst>
            <a:rect l="0" t="0" r="r" b="b"/>
            <a:pathLst>
              <a:path w="21384" h="21348" extrusionOk="0">
                <a:moveTo>
                  <a:pt x="6212" y="21348"/>
                </a:moveTo>
                <a:lnTo>
                  <a:pt x="20738" y="4382"/>
                </a:lnTo>
                <a:cubicBezTo>
                  <a:pt x="21600" y="3376"/>
                  <a:pt x="21600" y="1748"/>
                  <a:pt x="20738" y="755"/>
                </a:cubicBezTo>
                <a:lnTo>
                  <a:pt x="20738" y="755"/>
                </a:lnTo>
                <a:cubicBezTo>
                  <a:pt x="19876" y="-252"/>
                  <a:pt x="18482" y="-252"/>
                  <a:pt x="17632" y="755"/>
                </a:cubicBezTo>
                <a:lnTo>
                  <a:pt x="0" y="21348"/>
                </a:lnTo>
                <a:lnTo>
                  <a:pt x="6212" y="21348"/>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17" name="Shape"/>
          <p:cNvSpPr/>
          <p:nvPr userDrawn="1"/>
        </p:nvSpPr>
        <p:spPr>
          <a:xfrm>
            <a:off x="0" y="4671538"/>
            <a:ext cx="1413807" cy="1731889"/>
          </a:xfrm>
          <a:custGeom>
            <a:avLst/>
            <a:gdLst/>
            <a:ahLst/>
            <a:cxnLst>
              <a:cxn ang="0">
                <a:pos x="wd2" y="hd2"/>
              </a:cxn>
              <a:cxn ang="5400000">
                <a:pos x="wd2" y="hd2"/>
              </a:cxn>
              <a:cxn ang="10800000">
                <a:pos x="wd2" y="hd2"/>
              </a:cxn>
              <a:cxn ang="16200000">
                <a:pos x="wd2" y="hd2"/>
              </a:cxn>
            </a:cxnLst>
            <a:rect l="0" t="0" r="r" b="b"/>
            <a:pathLst>
              <a:path w="21271" h="21331" extrusionOk="0">
                <a:moveTo>
                  <a:pt x="0" y="21331"/>
                </a:moveTo>
                <a:lnTo>
                  <a:pt x="20286" y="4725"/>
                </a:lnTo>
                <a:cubicBezTo>
                  <a:pt x="21600" y="3649"/>
                  <a:pt x="21600" y="1895"/>
                  <a:pt x="20286" y="807"/>
                </a:cubicBezTo>
                <a:lnTo>
                  <a:pt x="20286" y="807"/>
                </a:lnTo>
                <a:cubicBezTo>
                  <a:pt x="18971" y="-269"/>
                  <a:pt x="16829" y="-269"/>
                  <a:pt x="15500" y="807"/>
                </a:cubicBezTo>
                <a:lnTo>
                  <a:pt x="0" y="13507"/>
                </a:lnTo>
                <a:lnTo>
                  <a:pt x="0" y="21331"/>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41" name="Shape"/>
          <p:cNvSpPr/>
          <p:nvPr userDrawn="1"/>
        </p:nvSpPr>
        <p:spPr>
          <a:xfrm>
            <a:off x="11092244" y="3978403"/>
            <a:ext cx="1099756" cy="1563114"/>
          </a:xfrm>
          <a:custGeom>
            <a:avLst/>
            <a:gdLst/>
            <a:ahLst/>
            <a:cxnLst>
              <a:cxn ang="0">
                <a:pos x="wd2" y="hd2"/>
              </a:cxn>
              <a:cxn ang="5400000">
                <a:pos x="wd2" y="hd2"/>
              </a:cxn>
              <a:cxn ang="10800000">
                <a:pos x="wd2" y="hd2"/>
              </a:cxn>
              <a:cxn ang="16200000">
                <a:pos x="wd2" y="hd2"/>
              </a:cxn>
            </a:cxnLst>
            <a:rect l="0" t="0" r="r" b="b"/>
            <a:pathLst>
              <a:path w="20988" h="21166" extrusionOk="0">
                <a:moveTo>
                  <a:pt x="20970" y="0"/>
                </a:moveTo>
                <a:lnTo>
                  <a:pt x="1834" y="13577"/>
                </a:lnTo>
                <a:cubicBezTo>
                  <a:pt x="-612" y="15313"/>
                  <a:pt x="-612" y="18129"/>
                  <a:pt x="1834" y="19864"/>
                </a:cubicBezTo>
                <a:cubicBezTo>
                  <a:pt x="4281" y="21600"/>
                  <a:pt x="8249" y="21600"/>
                  <a:pt x="10695" y="19864"/>
                </a:cubicBezTo>
                <a:lnTo>
                  <a:pt x="20988" y="12561"/>
                </a:lnTo>
                <a:lnTo>
                  <a:pt x="20988" y="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42" name="Shape"/>
          <p:cNvSpPr/>
          <p:nvPr userDrawn="1"/>
        </p:nvSpPr>
        <p:spPr>
          <a:xfrm>
            <a:off x="10114254" y="2820014"/>
            <a:ext cx="2077746" cy="2542048"/>
          </a:xfrm>
          <a:custGeom>
            <a:avLst/>
            <a:gdLst/>
            <a:ahLst/>
            <a:cxnLst>
              <a:cxn ang="0">
                <a:pos x="wd2" y="hd2"/>
              </a:cxn>
              <a:cxn ang="5400000">
                <a:pos x="wd2" y="hd2"/>
              </a:cxn>
              <a:cxn ang="10800000">
                <a:pos x="wd2" y="hd2"/>
              </a:cxn>
              <a:cxn ang="16200000">
                <a:pos x="wd2" y="hd2"/>
              </a:cxn>
            </a:cxnLst>
            <a:rect l="0" t="0" r="r" b="b"/>
            <a:pathLst>
              <a:path w="21272" h="21331" extrusionOk="0">
                <a:moveTo>
                  <a:pt x="21272" y="0"/>
                </a:moveTo>
                <a:lnTo>
                  <a:pt x="984" y="16628"/>
                </a:lnTo>
                <a:cubicBezTo>
                  <a:pt x="-328" y="17704"/>
                  <a:pt x="-328" y="19449"/>
                  <a:pt x="984" y="20524"/>
                </a:cubicBezTo>
                <a:lnTo>
                  <a:pt x="984" y="20524"/>
                </a:lnTo>
                <a:cubicBezTo>
                  <a:pt x="2297" y="21600"/>
                  <a:pt x="4426" y="21600"/>
                  <a:pt x="5738" y="20524"/>
                </a:cubicBezTo>
                <a:lnTo>
                  <a:pt x="21272" y="7784"/>
                </a:lnTo>
                <a:lnTo>
                  <a:pt x="21272" y="0"/>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43" name="Shape"/>
          <p:cNvSpPr/>
          <p:nvPr userDrawn="1"/>
        </p:nvSpPr>
        <p:spPr>
          <a:xfrm>
            <a:off x="9138882" y="1699604"/>
            <a:ext cx="3053118" cy="3801323"/>
          </a:xfrm>
          <a:custGeom>
            <a:avLst/>
            <a:gdLst/>
            <a:ahLst/>
            <a:cxnLst>
              <a:cxn ang="0">
                <a:pos x="wd2" y="hd2"/>
              </a:cxn>
              <a:cxn ang="5400000">
                <a:pos x="wd2" y="hd2"/>
              </a:cxn>
              <a:cxn ang="10800000">
                <a:pos x="wd2" y="hd2"/>
              </a:cxn>
              <a:cxn ang="16200000">
                <a:pos x="wd2" y="hd2"/>
              </a:cxn>
            </a:cxnLst>
            <a:rect l="0" t="0" r="r" b="b"/>
            <a:pathLst>
              <a:path w="21240" h="21310" extrusionOk="0">
                <a:moveTo>
                  <a:pt x="21240" y="0"/>
                </a:moveTo>
                <a:lnTo>
                  <a:pt x="1080" y="16245"/>
                </a:lnTo>
                <a:cubicBezTo>
                  <a:pt x="-360" y="17406"/>
                  <a:pt x="-360" y="19285"/>
                  <a:pt x="1080" y="20440"/>
                </a:cubicBezTo>
                <a:lnTo>
                  <a:pt x="1080" y="20440"/>
                </a:lnTo>
                <a:cubicBezTo>
                  <a:pt x="2520" y="21600"/>
                  <a:pt x="4852" y="21600"/>
                  <a:pt x="6285" y="20440"/>
                </a:cubicBezTo>
                <a:lnTo>
                  <a:pt x="21240" y="8389"/>
                </a:lnTo>
                <a:lnTo>
                  <a:pt x="21240" y="0"/>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46" name="Shape"/>
          <p:cNvSpPr/>
          <p:nvPr userDrawn="1"/>
        </p:nvSpPr>
        <p:spPr>
          <a:xfrm>
            <a:off x="6352153" y="0"/>
            <a:ext cx="2430011" cy="1621983"/>
          </a:xfrm>
          <a:custGeom>
            <a:avLst/>
            <a:gdLst/>
            <a:ahLst/>
            <a:cxnLst>
              <a:cxn ang="0">
                <a:pos x="wd2" y="hd2"/>
              </a:cxn>
              <a:cxn ang="5400000">
                <a:pos x="wd2" y="hd2"/>
              </a:cxn>
              <a:cxn ang="10800000">
                <a:pos x="wd2" y="hd2"/>
              </a:cxn>
              <a:cxn ang="16200000">
                <a:pos x="wd2" y="hd2"/>
              </a:cxn>
            </a:cxnLst>
            <a:rect l="0" t="0" r="r" b="b"/>
            <a:pathLst>
              <a:path w="21115" h="20882" extrusionOk="0">
                <a:moveTo>
                  <a:pt x="7073" y="0"/>
                </a:moveTo>
                <a:lnTo>
                  <a:pt x="1454" y="8325"/>
                </a:lnTo>
                <a:cubicBezTo>
                  <a:pt x="-485" y="11197"/>
                  <a:pt x="-485" y="15855"/>
                  <a:pt x="1454" y="18727"/>
                </a:cubicBezTo>
                <a:lnTo>
                  <a:pt x="1454" y="18727"/>
                </a:lnTo>
                <a:cubicBezTo>
                  <a:pt x="3393" y="21600"/>
                  <a:pt x="6536" y="21600"/>
                  <a:pt x="8475" y="18727"/>
                </a:cubicBezTo>
                <a:lnTo>
                  <a:pt x="21115" y="0"/>
                </a:lnTo>
                <a:lnTo>
                  <a:pt x="7073" y="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p>
        </p:txBody>
      </p:sp>
      <p:sp>
        <p:nvSpPr>
          <p:cNvPr id="47" name="Shape"/>
          <p:cNvSpPr/>
          <p:nvPr userDrawn="1"/>
        </p:nvSpPr>
        <p:spPr>
          <a:xfrm>
            <a:off x="5497603" y="0"/>
            <a:ext cx="1799777" cy="1202541"/>
          </a:xfrm>
          <a:custGeom>
            <a:avLst/>
            <a:gdLst/>
            <a:ahLst/>
            <a:cxnLst>
              <a:cxn ang="0">
                <a:pos x="wd2" y="hd2"/>
              </a:cxn>
              <a:cxn ang="5400000">
                <a:pos x="wd2" y="hd2"/>
              </a:cxn>
              <a:cxn ang="10800000">
                <a:pos x="wd2" y="hd2"/>
              </a:cxn>
              <a:cxn ang="16200000">
                <a:pos x="wd2" y="hd2"/>
              </a:cxn>
            </a:cxnLst>
            <a:rect l="0" t="0" r="r" b="b"/>
            <a:pathLst>
              <a:path w="21115" h="20883" extrusionOk="0">
                <a:moveTo>
                  <a:pt x="7101" y="0"/>
                </a:moveTo>
                <a:lnTo>
                  <a:pt x="1453" y="8360"/>
                </a:lnTo>
                <a:cubicBezTo>
                  <a:pt x="-485" y="11229"/>
                  <a:pt x="-485" y="15862"/>
                  <a:pt x="1453" y="18731"/>
                </a:cubicBezTo>
                <a:lnTo>
                  <a:pt x="1453" y="18731"/>
                </a:lnTo>
                <a:cubicBezTo>
                  <a:pt x="3392" y="21600"/>
                  <a:pt x="6522" y="21600"/>
                  <a:pt x="8460" y="18731"/>
                </a:cubicBezTo>
                <a:lnTo>
                  <a:pt x="21115" y="0"/>
                </a:lnTo>
                <a:lnTo>
                  <a:pt x="7101" y="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Tree>
  </p:cSld>
  <p:clrMapOvr>
    <a:masterClrMapping/>
  </p:clrMapOvr>
  <mc:AlternateContent xmlns:mc="http://schemas.openxmlformats.org/markup-compatibility/2006">
    <mc:Choice xmlns:p14="http://schemas.microsoft.com/office/powerpoint/2010/main" Requires="p14">
      <p:transition p14:dur="500">
        <p:sndAc>
          <p:stSnd>
            <p:snd r:embed="rId2" name="explode.wav"/>
          </p:stSnd>
        </p:sndAc>
      </p:transition>
    </mc:Choice>
    <mc:Fallback>
      <p:transition>
        <p:sndAc>
          <p:stSnd>
            <p:snd r:embed="rId2" name="explode.wav"/>
          </p:stSnd>
        </p:sndAc>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12" name="Title 1"/>
          <p:cNvSpPr>
            <a:spLocks noGrp="1"/>
          </p:cNvSpPr>
          <p:nvPr>
            <p:ph type="title"/>
          </p:nvPr>
        </p:nvSpPr>
        <p:spPr>
          <a:xfrm>
            <a:off x="2148864" y="365125"/>
            <a:ext cx="9204936" cy="1325563"/>
          </a:xfrm>
        </p:spPr>
        <p:txBody>
          <a:bodyPr/>
          <a:lstStyle/>
          <a:p>
            <a:r>
              <a:rPr lang="en-US" dirty="0"/>
              <a:t>Click to edit Master title style</a:t>
            </a:r>
            <a:endParaRPr lang="en-US" dirty="0"/>
          </a:p>
        </p:txBody>
      </p:sp>
      <p:sp>
        <p:nvSpPr>
          <p:cNvPr id="18" name="Content Placeholder 2"/>
          <p:cNvSpPr>
            <a:spLocks noGrp="1"/>
          </p:cNvSpPr>
          <p:nvPr>
            <p:ph idx="1"/>
          </p:nvPr>
        </p:nvSpPr>
        <p:spPr>
          <a:xfrm>
            <a:off x="2148864" y="1825625"/>
            <a:ext cx="9204936" cy="420040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Shape"/>
          <p:cNvSpPr/>
          <p:nvPr userDrawn="1"/>
        </p:nvSpPr>
        <p:spPr>
          <a:xfrm>
            <a:off x="0" y="5364435"/>
            <a:ext cx="1294165" cy="1493565"/>
          </a:xfrm>
          <a:custGeom>
            <a:avLst/>
            <a:gdLst/>
            <a:ahLst/>
            <a:cxnLst>
              <a:cxn ang="0">
                <a:pos x="wd2" y="hd2"/>
              </a:cxn>
              <a:cxn ang="5400000">
                <a:pos x="wd2" y="hd2"/>
              </a:cxn>
              <a:cxn ang="10800000">
                <a:pos x="wd2" y="hd2"/>
              </a:cxn>
              <a:cxn ang="16200000">
                <a:pos x="wd2" y="hd2"/>
              </a:cxn>
            </a:cxnLst>
            <a:rect l="0" t="0" r="r" b="b"/>
            <a:pathLst>
              <a:path w="21089" h="21156" extrusionOk="0">
                <a:moveTo>
                  <a:pt x="15" y="21156"/>
                </a:moveTo>
                <a:lnTo>
                  <a:pt x="4147" y="21156"/>
                </a:lnTo>
                <a:lnTo>
                  <a:pt x="19558" y="7760"/>
                </a:lnTo>
                <a:cubicBezTo>
                  <a:pt x="21600" y="5985"/>
                  <a:pt x="21600" y="3107"/>
                  <a:pt x="19558" y="1331"/>
                </a:cubicBezTo>
                <a:lnTo>
                  <a:pt x="19558" y="1331"/>
                </a:lnTo>
                <a:cubicBezTo>
                  <a:pt x="17515" y="-444"/>
                  <a:pt x="14204" y="-444"/>
                  <a:pt x="12162" y="1331"/>
                </a:cubicBezTo>
                <a:lnTo>
                  <a:pt x="0" y="11903"/>
                </a:lnTo>
                <a:lnTo>
                  <a:pt x="0" y="21156"/>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p>
        </p:txBody>
      </p:sp>
      <p:sp>
        <p:nvSpPr>
          <p:cNvPr id="3" name="Shape"/>
          <p:cNvSpPr/>
          <p:nvPr userDrawn="1"/>
        </p:nvSpPr>
        <p:spPr>
          <a:xfrm>
            <a:off x="1011357" y="6038581"/>
            <a:ext cx="1137507" cy="819419"/>
          </a:xfrm>
          <a:custGeom>
            <a:avLst/>
            <a:gdLst/>
            <a:ahLst/>
            <a:cxnLst>
              <a:cxn ang="0">
                <a:pos x="wd2" y="hd2"/>
              </a:cxn>
              <a:cxn ang="5400000">
                <a:pos x="wd2" y="hd2"/>
              </a:cxn>
              <a:cxn ang="10800000">
                <a:pos x="wd2" y="hd2"/>
              </a:cxn>
              <a:cxn ang="16200000">
                <a:pos x="wd2" y="hd2"/>
              </a:cxn>
            </a:cxnLst>
            <a:rect l="0" t="0" r="r" b="b"/>
            <a:pathLst>
              <a:path w="21193" h="21039" extrusionOk="0">
                <a:moveTo>
                  <a:pt x="11853" y="21039"/>
                </a:moveTo>
                <a:lnTo>
                  <a:pt x="19972" y="9849"/>
                </a:lnTo>
                <a:cubicBezTo>
                  <a:pt x="21600" y="7606"/>
                  <a:pt x="21600" y="3949"/>
                  <a:pt x="19972" y="1682"/>
                </a:cubicBezTo>
                <a:lnTo>
                  <a:pt x="19972" y="1682"/>
                </a:lnTo>
                <a:cubicBezTo>
                  <a:pt x="18345" y="-561"/>
                  <a:pt x="15691" y="-561"/>
                  <a:pt x="14046" y="1682"/>
                </a:cubicBezTo>
                <a:lnTo>
                  <a:pt x="0" y="21039"/>
                </a:lnTo>
                <a:lnTo>
                  <a:pt x="11853" y="21039"/>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5" name="Shape"/>
          <p:cNvSpPr/>
          <p:nvPr userDrawn="1"/>
        </p:nvSpPr>
        <p:spPr>
          <a:xfrm>
            <a:off x="151706" y="5388411"/>
            <a:ext cx="1719302" cy="1469589"/>
          </a:xfrm>
          <a:custGeom>
            <a:avLst/>
            <a:gdLst/>
            <a:ahLst/>
            <a:cxnLst>
              <a:cxn ang="0">
                <a:pos x="wd2" y="hd2"/>
              </a:cxn>
              <a:cxn ang="5400000">
                <a:pos x="wd2" y="hd2"/>
              </a:cxn>
              <a:cxn ang="10800000">
                <a:pos x="wd2" y="hd2"/>
              </a:cxn>
              <a:cxn ang="16200000">
                <a:pos x="wd2" y="hd2"/>
              </a:cxn>
            </a:cxnLst>
            <a:rect l="0" t="0" r="r" b="b"/>
            <a:pathLst>
              <a:path w="21384" h="21348" extrusionOk="0">
                <a:moveTo>
                  <a:pt x="6212" y="21348"/>
                </a:moveTo>
                <a:lnTo>
                  <a:pt x="20738" y="4382"/>
                </a:lnTo>
                <a:cubicBezTo>
                  <a:pt x="21600" y="3376"/>
                  <a:pt x="21600" y="1748"/>
                  <a:pt x="20738" y="755"/>
                </a:cubicBezTo>
                <a:lnTo>
                  <a:pt x="20738" y="755"/>
                </a:lnTo>
                <a:cubicBezTo>
                  <a:pt x="19876" y="-252"/>
                  <a:pt x="18482" y="-252"/>
                  <a:pt x="17632" y="755"/>
                </a:cubicBezTo>
                <a:lnTo>
                  <a:pt x="0" y="21348"/>
                </a:lnTo>
                <a:lnTo>
                  <a:pt x="6212" y="21348"/>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6" name="Shape"/>
          <p:cNvSpPr/>
          <p:nvPr userDrawn="1"/>
        </p:nvSpPr>
        <p:spPr>
          <a:xfrm>
            <a:off x="0" y="4671538"/>
            <a:ext cx="1413807" cy="1731889"/>
          </a:xfrm>
          <a:custGeom>
            <a:avLst/>
            <a:gdLst/>
            <a:ahLst/>
            <a:cxnLst>
              <a:cxn ang="0">
                <a:pos x="wd2" y="hd2"/>
              </a:cxn>
              <a:cxn ang="5400000">
                <a:pos x="wd2" y="hd2"/>
              </a:cxn>
              <a:cxn ang="10800000">
                <a:pos x="wd2" y="hd2"/>
              </a:cxn>
              <a:cxn ang="16200000">
                <a:pos x="wd2" y="hd2"/>
              </a:cxn>
            </a:cxnLst>
            <a:rect l="0" t="0" r="r" b="b"/>
            <a:pathLst>
              <a:path w="21271" h="21331" extrusionOk="0">
                <a:moveTo>
                  <a:pt x="0" y="21331"/>
                </a:moveTo>
                <a:lnTo>
                  <a:pt x="20286" y="4725"/>
                </a:lnTo>
                <a:cubicBezTo>
                  <a:pt x="21600" y="3649"/>
                  <a:pt x="21600" y="1895"/>
                  <a:pt x="20286" y="807"/>
                </a:cubicBezTo>
                <a:lnTo>
                  <a:pt x="20286" y="807"/>
                </a:lnTo>
                <a:cubicBezTo>
                  <a:pt x="18971" y="-269"/>
                  <a:pt x="16829" y="-269"/>
                  <a:pt x="15500" y="807"/>
                </a:cubicBezTo>
                <a:lnTo>
                  <a:pt x="0" y="13507"/>
                </a:lnTo>
                <a:lnTo>
                  <a:pt x="0" y="21331"/>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7" name="Shape"/>
          <p:cNvSpPr/>
          <p:nvPr userDrawn="1"/>
        </p:nvSpPr>
        <p:spPr>
          <a:xfrm>
            <a:off x="0" y="170910"/>
            <a:ext cx="1686791" cy="2065637"/>
          </a:xfrm>
          <a:custGeom>
            <a:avLst/>
            <a:gdLst/>
            <a:ahLst/>
            <a:cxnLst>
              <a:cxn ang="0">
                <a:pos x="wd2" y="hd2"/>
              </a:cxn>
              <a:cxn ang="5400000">
                <a:pos x="wd2" y="hd2"/>
              </a:cxn>
              <a:cxn ang="10800000">
                <a:pos x="wd2" y="hd2"/>
              </a:cxn>
              <a:cxn ang="16200000">
                <a:pos x="wd2" y="hd2"/>
              </a:cxn>
            </a:cxnLst>
            <a:rect l="0" t="0" r="r" b="b"/>
            <a:pathLst>
              <a:path w="21271" h="21330" extrusionOk="0">
                <a:moveTo>
                  <a:pt x="0" y="21330"/>
                </a:moveTo>
                <a:lnTo>
                  <a:pt x="20283" y="4721"/>
                </a:lnTo>
                <a:cubicBezTo>
                  <a:pt x="21600" y="3642"/>
                  <a:pt x="21600" y="1887"/>
                  <a:pt x="20283" y="809"/>
                </a:cubicBezTo>
                <a:lnTo>
                  <a:pt x="20283" y="809"/>
                </a:lnTo>
                <a:cubicBezTo>
                  <a:pt x="18966" y="-270"/>
                  <a:pt x="16823" y="-270"/>
                  <a:pt x="15506" y="809"/>
                </a:cubicBezTo>
                <a:lnTo>
                  <a:pt x="0" y="13496"/>
                </a:lnTo>
                <a:lnTo>
                  <a:pt x="0" y="2133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p>
        </p:txBody>
      </p:sp>
      <p:sp>
        <p:nvSpPr>
          <p:cNvPr id="8" name="Shape"/>
          <p:cNvSpPr/>
          <p:nvPr userDrawn="1"/>
        </p:nvSpPr>
        <p:spPr>
          <a:xfrm>
            <a:off x="0" y="465256"/>
            <a:ext cx="1098571" cy="1345442"/>
          </a:xfrm>
          <a:custGeom>
            <a:avLst/>
            <a:gdLst/>
            <a:ahLst/>
            <a:cxnLst>
              <a:cxn ang="0">
                <a:pos x="wd2" y="hd2"/>
              </a:cxn>
              <a:cxn ang="5400000">
                <a:pos x="wd2" y="hd2"/>
              </a:cxn>
              <a:cxn ang="10800000">
                <a:pos x="wd2" y="hd2"/>
              </a:cxn>
              <a:cxn ang="16200000">
                <a:pos x="wd2" y="hd2"/>
              </a:cxn>
            </a:cxnLst>
            <a:rect l="0" t="0" r="r" b="b"/>
            <a:pathLst>
              <a:path w="21269" h="21329" extrusionOk="0">
                <a:moveTo>
                  <a:pt x="0" y="21329"/>
                </a:moveTo>
                <a:lnTo>
                  <a:pt x="20276" y="4726"/>
                </a:lnTo>
                <a:cubicBezTo>
                  <a:pt x="21600" y="3643"/>
                  <a:pt x="21600" y="1897"/>
                  <a:pt x="20276" y="813"/>
                </a:cubicBezTo>
                <a:lnTo>
                  <a:pt x="20276" y="813"/>
                </a:lnTo>
                <a:cubicBezTo>
                  <a:pt x="18953" y="-271"/>
                  <a:pt x="16820" y="-271"/>
                  <a:pt x="15497" y="813"/>
                </a:cubicBezTo>
                <a:lnTo>
                  <a:pt x="0" y="13502"/>
                </a:lnTo>
                <a:lnTo>
                  <a:pt x="0" y="21329"/>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9" name="Date Placeholder 3"/>
          <p:cNvSpPr>
            <a:spLocks noGrp="1"/>
          </p:cNvSpPr>
          <p:nvPr>
            <p:ph type="dt" sz="half" idx="10"/>
          </p:nvPr>
        </p:nvSpPr>
        <p:spPr>
          <a:xfrm>
            <a:off x="838200" y="6179264"/>
            <a:ext cx="2743200" cy="365125"/>
          </a:xfrm>
          <a:prstGeom prst="rect">
            <a:avLst/>
          </a:prstGeom>
        </p:spPr>
        <p:txBody>
          <a:bodyPr/>
          <a:lstStyle/>
          <a:p>
            <a:r>
              <a:rPr lang="en-US"/>
              <a:t>Date</a:t>
            </a:r>
            <a:endParaRPr lang="en-US"/>
          </a:p>
        </p:txBody>
      </p:sp>
      <p:sp>
        <p:nvSpPr>
          <p:cNvPr id="10" name="Footer Placeholder 4"/>
          <p:cNvSpPr>
            <a:spLocks noGrp="1"/>
          </p:cNvSpPr>
          <p:nvPr>
            <p:ph type="ftr" sz="quarter" idx="11"/>
          </p:nvPr>
        </p:nvSpPr>
        <p:spPr>
          <a:xfrm>
            <a:off x="4038600" y="6179264"/>
            <a:ext cx="4114800" cy="365125"/>
          </a:xfrm>
          <a:prstGeom prst="rect">
            <a:avLst/>
          </a:prstGeom>
        </p:spPr>
        <p:txBody>
          <a:bodyPr/>
          <a:lstStyle/>
          <a:p>
            <a:r>
              <a:rPr lang="en-US"/>
              <a:t>Your Footer Here</a:t>
            </a:r>
            <a:endParaRPr lang="en-US"/>
          </a:p>
        </p:txBody>
      </p:sp>
      <p:sp>
        <p:nvSpPr>
          <p:cNvPr id="11" name="Slide Number Placeholder 5"/>
          <p:cNvSpPr>
            <a:spLocks noGrp="1"/>
          </p:cNvSpPr>
          <p:nvPr>
            <p:ph type="sldNum" sz="quarter" idx="12"/>
          </p:nvPr>
        </p:nvSpPr>
        <p:spPr>
          <a:xfrm>
            <a:off x="8610600" y="6179264"/>
            <a:ext cx="2743200" cy="365125"/>
          </a:xfrm>
          <a:prstGeom prst="rect">
            <a:avLst/>
          </a:prstGeom>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2" name="explode.wav"/>
          </p:stSnd>
        </p:sndAc>
      </p:transition>
    </mc:Choice>
    <mc:Fallback>
      <p:transition>
        <p:sndAc>
          <p:stSnd>
            <p:snd r:embed="rId2" name="explode.wav"/>
          </p:stSnd>
        </p:sndAc>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12" name="Title 1"/>
          <p:cNvSpPr>
            <a:spLocks noGrp="1"/>
          </p:cNvSpPr>
          <p:nvPr>
            <p:ph type="title"/>
          </p:nvPr>
        </p:nvSpPr>
        <p:spPr>
          <a:xfrm>
            <a:off x="838200" y="365125"/>
            <a:ext cx="10515600" cy="1325563"/>
          </a:xfrm>
        </p:spPr>
        <p:txBody>
          <a:bodyPr/>
          <a:lstStyle/>
          <a:p>
            <a:r>
              <a:rPr lang="en-US"/>
              <a:t>Click to edit Master title style</a:t>
            </a:r>
            <a:endParaRPr lang="en-US"/>
          </a:p>
        </p:txBody>
      </p:sp>
      <p:sp>
        <p:nvSpPr>
          <p:cNvPr id="18" name="Content Placeholder 2"/>
          <p:cNvSpPr>
            <a:spLocks noGrp="1"/>
          </p:cNvSpPr>
          <p:nvPr>
            <p:ph idx="1"/>
          </p:nvPr>
        </p:nvSpPr>
        <p:spPr>
          <a:xfrm>
            <a:off x="838200" y="1825625"/>
            <a:ext cx="9316111" cy="421438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Shape"/>
          <p:cNvSpPr/>
          <p:nvPr userDrawn="1"/>
        </p:nvSpPr>
        <p:spPr>
          <a:xfrm>
            <a:off x="9800154" y="6038581"/>
            <a:ext cx="1137507" cy="819419"/>
          </a:xfrm>
          <a:custGeom>
            <a:avLst/>
            <a:gdLst/>
            <a:ahLst/>
            <a:cxnLst>
              <a:cxn ang="0">
                <a:pos x="wd2" y="hd2"/>
              </a:cxn>
              <a:cxn ang="5400000">
                <a:pos x="wd2" y="hd2"/>
              </a:cxn>
              <a:cxn ang="10800000">
                <a:pos x="wd2" y="hd2"/>
              </a:cxn>
              <a:cxn ang="16200000">
                <a:pos x="wd2" y="hd2"/>
              </a:cxn>
            </a:cxnLst>
            <a:rect l="0" t="0" r="r" b="b"/>
            <a:pathLst>
              <a:path w="21193" h="21039" extrusionOk="0">
                <a:moveTo>
                  <a:pt x="11853" y="21039"/>
                </a:moveTo>
                <a:lnTo>
                  <a:pt x="19972" y="9849"/>
                </a:lnTo>
                <a:cubicBezTo>
                  <a:pt x="21600" y="7606"/>
                  <a:pt x="21600" y="3949"/>
                  <a:pt x="19972" y="1682"/>
                </a:cubicBezTo>
                <a:lnTo>
                  <a:pt x="19972" y="1682"/>
                </a:lnTo>
                <a:cubicBezTo>
                  <a:pt x="18345" y="-561"/>
                  <a:pt x="15691" y="-561"/>
                  <a:pt x="14046" y="1682"/>
                </a:cubicBezTo>
                <a:lnTo>
                  <a:pt x="0" y="21039"/>
                </a:lnTo>
                <a:lnTo>
                  <a:pt x="11853" y="21039"/>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3" name="Shape"/>
          <p:cNvSpPr/>
          <p:nvPr userDrawn="1"/>
        </p:nvSpPr>
        <p:spPr>
          <a:xfrm>
            <a:off x="10271976" y="5387462"/>
            <a:ext cx="1720258" cy="1470538"/>
          </a:xfrm>
          <a:custGeom>
            <a:avLst/>
            <a:gdLst/>
            <a:ahLst/>
            <a:cxnLst>
              <a:cxn ang="0">
                <a:pos x="wd2" y="hd2"/>
              </a:cxn>
              <a:cxn ang="5400000">
                <a:pos x="wd2" y="hd2"/>
              </a:cxn>
              <a:cxn ang="10800000">
                <a:pos x="wd2" y="hd2"/>
              </a:cxn>
              <a:cxn ang="16200000">
                <a:pos x="wd2" y="hd2"/>
              </a:cxn>
            </a:cxnLst>
            <a:rect l="0" t="0" r="r" b="b"/>
            <a:pathLst>
              <a:path w="21385" h="21348" extrusionOk="0">
                <a:moveTo>
                  <a:pt x="6220" y="21334"/>
                </a:moveTo>
                <a:lnTo>
                  <a:pt x="20738" y="4380"/>
                </a:lnTo>
                <a:cubicBezTo>
                  <a:pt x="21600" y="3373"/>
                  <a:pt x="21600" y="1747"/>
                  <a:pt x="20738" y="754"/>
                </a:cubicBezTo>
                <a:lnTo>
                  <a:pt x="20738" y="754"/>
                </a:lnTo>
                <a:cubicBezTo>
                  <a:pt x="19877" y="-252"/>
                  <a:pt x="18484" y="-252"/>
                  <a:pt x="17634" y="754"/>
                </a:cubicBezTo>
                <a:lnTo>
                  <a:pt x="0" y="21348"/>
                </a:lnTo>
                <a:lnTo>
                  <a:pt x="6220" y="21348"/>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5" name="Shape"/>
          <p:cNvSpPr/>
          <p:nvPr userDrawn="1"/>
        </p:nvSpPr>
        <p:spPr>
          <a:xfrm>
            <a:off x="9515060" y="5764650"/>
            <a:ext cx="1278501" cy="1093350"/>
          </a:xfrm>
          <a:custGeom>
            <a:avLst/>
            <a:gdLst/>
            <a:ahLst/>
            <a:cxnLst>
              <a:cxn ang="0">
                <a:pos x="wd2" y="hd2"/>
              </a:cxn>
              <a:cxn ang="5400000">
                <a:pos x="wd2" y="hd2"/>
              </a:cxn>
              <a:cxn ang="10800000">
                <a:pos x="wd2" y="hd2"/>
              </a:cxn>
              <a:cxn ang="16200000">
                <a:pos x="wd2" y="hd2"/>
              </a:cxn>
            </a:cxnLst>
            <a:rect l="0" t="0" r="r" b="b"/>
            <a:pathLst>
              <a:path w="21386" h="21350" extrusionOk="0">
                <a:moveTo>
                  <a:pt x="6210" y="21350"/>
                </a:moveTo>
                <a:lnTo>
                  <a:pt x="20742" y="4385"/>
                </a:lnTo>
                <a:cubicBezTo>
                  <a:pt x="21600" y="3384"/>
                  <a:pt x="21600" y="1752"/>
                  <a:pt x="20742" y="751"/>
                </a:cubicBezTo>
                <a:lnTo>
                  <a:pt x="20742" y="751"/>
                </a:lnTo>
                <a:cubicBezTo>
                  <a:pt x="19885" y="-250"/>
                  <a:pt x="18487" y="-250"/>
                  <a:pt x="17629" y="751"/>
                </a:cubicBezTo>
                <a:lnTo>
                  <a:pt x="0" y="21331"/>
                </a:lnTo>
                <a:lnTo>
                  <a:pt x="6210" y="21331"/>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p>
        </p:txBody>
      </p:sp>
      <p:sp>
        <p:nvSpPr>
          <p:cNvPr id="6" name="Shape"/>
          <p:cNvSpPr/>
          <p:nvPr userDrawn="1"/>
        </p:nvSpPr>
        <p:spPr>
          <a:xfrm>
            <a:off x="10665433" y="3342240"/>
            <a:ext cx="1526567" cy="1900661"/>
          </a:xfrm>
          <a:custGeom>
            <a:avLst/>
            <a:gdLst/>
            <a:ahLst/>
            <a:cxnLst>
              <a:cxn ang="0">
                <a:pos x="wd2" y="hd2"/>
              </a:cxn>
              <a:cxn ang="5400000">
                <a:pos x="wd2" y="hd2"/>
              </a:cxn>
              <a:cxn ang="10800000">
                <a:pos x="wd2" y="hd2"/>
              </a:cxn>
              <a:cxn ang="16200000">
                <a:pos x="wd2" y="hd2"/>
              </a:cxn>
            </a:cxnLst>
            <a:rect l="0" t="0" r="r" b="b"/>
            <a:pathLst>
              <a:path w="21240" h="21310" extrusionOk="0">
                <a:moveTo>
                  <a:pt x="21240" y="0"/>
                </a:moveTo>
                <a:lnTo>
                  <a:pt x="1080" y="16245"/>
                </a:lnTo>
                <a:cubicBezTo>
                  <a:pt x="-360" y="17406"/>
                  <a:pt x="-360" y="19279"/>
                  <a:pt x="1080" y="20440"/>
                </a:cubicBezTo>
                <a:lnTo>
                  <a:pt x="1080" y="20440"/>
                </a:lnTo>
                <a:cubicBezTo>
                  <a:pt x="2520" y="21600"/>
                  <a:pt x="4845" y="21600"/>
                  <a:pt x="6285" y="20440"/>
                </a:cubicBezTo>
                <a:lnTo>
                  <a:pt x="21240" y="8389"/>
                </a:lnTo>
                <a:lnTo>
                  <a:pt x="21240" y="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7" name="Shape"/>
          <p:cNvSpPr/>
          <p:nvPr userDrawn="1"/>
        </p:nvSpPr>
        <p:spPr>
          <a:xfrm>
            <a:off x="11030529" y="2620620"/>
            <a:ext cx="1161471" cy="1446326"/>
          </a:xfrm>
          <a:custGeom>
            <a:avLst/>
            <a:gdLst/>
            <a:ahLst/>
            <a:cxnLst>
              <a:cxn ang="0">
                <a:pos x="wd2" y="hd2"/>
              </a:cxn>
              <a:cxn ang="5400000">
                <a:pos x="wd2" y="hd2"/>
              </a:cxn>
              <a:cxn ang="10800000">
                <a:pos x="wd2" y="hd2"/>
              </a:cxn>
              <a:cxn ang="16200000">
                <a:pos x="wd2" y="hd2"/>
              </a:cxn>
            </a:cxnLst>
            <a:rect l="0" t="0" r="r" b="b"/>
            <a:pathLst>
              <a:path w="21240" h="21310" extrusionOk="0">
                <a:moveTo>
                  <a:pt x="21240" y="0"/>
                </a:moveTo>
                <a:lnTo>
                  <a:pt x="1081" y="16242"/>
                </a:lnTo>
                <a:cubicBezTo>
                  <a:pt x="-360" y="17403"/>
                  <a:pt x="-360" y="19278"/>
                  <a:pt x="1081" y="20439"/>
                </a:cubicBezTo>
                <a:lnTo>
                  <a:pt x="1081" y="20439"/>
                </a:lnTo>
                <a:cubicBezTo>
                  <a:pt x="2522" y="21600"/>
                  <a:pt x="4849" y="21600"/>
                  <a:pt x="6290" y="20439"/>
                </a:cubicBezTo>
                <a:lnTo>
                  <a:pt x="21240" y="8394"/>
                </a:lnTo>
                <a:lnTo>
                  <a:pt x="21240" y="0"/>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8" name="Date Placeholder 3"/>
          <p:cNvSpPr>
            <a:spLocks noGrp="1"/>
          </p:cNvSpPr>
          <p:nvPr>
            <p:ph type="dt" sz="half" idx="10"/>
          </p:nvPr>
        </p:nvSpPr>
        <p:spPr>
          <a:xfrm>
            <a:off x="838200" y="6179264"/>
            <a:ext cx="2743200" cy="365125"/>
          </a:xfrm>
          <a:prstGeom prst="rect">
            <a:avLst/>
          </a:prstGeom>
        </p:spPr>
        <p:txBody>
          <a:bodyPr/>
          <a:lstStyle/>
          <a:p>
            <a:r>
              <a:rPr lang="en-US"/>
              <a:t>Date</a:t>
            </a:r>
            <a:endParaRPr lang="en-US"/>
          </a:p>
        </p:txBody>
      </p:sp>
      <p:sp>
        <p:nvSpPr>
          <p:cNvPr id="9" name="Footer Placeholder 4"/>
          <p:cNvSpPr>
            <a:spLocks noGrp="1"/>
          </p:cNvSpPr>
          <p:nvPr>
            <p:ph type="ftr" sz="quarter" idx="11"/>
          </p:nvPr>
        </p:nvSpPr>
        <p:spPr>
          <a:xfrm>
            <a:off x="4038600" y="6179264"/>
            <a:ext cx="4114800" cy="365125"/>
          </a:xfrm>
          <a:prstGeom prst="rect">
            <a:avLst/>
          </a:prstGeom>
        </p:spPr>
        <p:txBody>
          <a:bodyPr/>
          <a:lstStyle/>
          <a:p>
            <a:r>
              <a:rPr lang="en-US"/>
              <a:t>Your Footer Here</a:t>
            </a:r>
            <a:endParaRPr lang="en-US"/>
          </a:p>
        </p:txBody>
      </p:sp>
      <p:sp>
        <p:nvSpPr>
          <p:cNvPr id="10" name="Slide Number Placeholder 5"/>
          <p:cNvSpPr>
            <a:spLocks noGrp="1"/>
          </p:cNvSpPr>
          <p:nvPr>
            <p:ph type="sldNum" sz="quarter" idx="12"/>
          </p:nvPr>
        </p:nvSpPr>
        <p:spPr>
          <a:xfrm>
            <a:off x="8610600" y="6179264"/>
            <a:ext cx="2743200" cy="365125"/>
          </a:xfrm>
          <a:prstGeom prst="rect">
            <a:avLst/>
          </a:prstGeom>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2" name="explode.wav"/>
          </p:stSnd>
        </p:sndAc>
      </p:transition>
    </mc:Choice>
    <mc:Fallback>
      <p:transition>
        <p:sndAc>
          <p:stSnd>
            <p:snd r:embed="rId2" name="explode.wav"/>
          </p:stSnd>
        </p:sndAc>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8" name="Title 1"/>
          <p:cNvSpPr>
            <a:spLocks noGrp="1"/>
          </p:cNvSpPr>
          <p:nvPr>
            <p:ph type="title"/>
          </p:nvPr>
        </p:nvSpPr>
        <p:spPr>
          <a:xfrm>
            <a:off x="831850" y="1709738"/>
            <a:ext cx="6016850" cy="2852737"/>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831850" y="4589464"/>
            <a:ext cx="6016850" cy="1391612"/>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2" name="Shape"/>
          <p:cNvSpPr/>
          <p:nvPr userDrawn="1"/>
        </p:nvSpPr>
        <p:spPr>
          <a:xfrm>
            <a:off x="9615764" y="0"/>
            <a:ext cx="2576236" cy="2974071"/>
          </a:xfrm>
          <a:custGeom>
            <a:avLst/>
            <a:gdLst/>
            <a:ahLst/>
            <a:cxnLst>
              <a:cxn ang="0">
                <a:pos x="wd2" y="hd2"/>
              </a:cxn>
              <a:cxn ang="5400000">
                <a:pos x="wd2" y="hd2"/>
              </a:cxn>
              <a:cxn ang="10800000">
                <a:pos x="wd2" y="hd2"/>
              </a:cxn>
              <a:cxn ang="16200000">
                <a:pos x="wd2" y="hd2"/>
              </a:cxn>
            </a:cxnLst>
            <a:rect l="0" t="0" r="r" b="b"/>
            <a:pathLst>
              <a:path w="21089" h="21156" extrusionOk="0">
                <a:moveTo>
                  <a:pt x="21089" y="0"/>
                </a:moveTo>
                <a:lnTo>
                  <a:pt x="16954" y="0"/>
                </a:lnTo>
                <a:lnTo>
                  <a:pt x="1533" y="13400"/>
                </a:lnTo>
                <a:cubicBezTo>
                  <a:pt x="-511" y="15177"/>
                  <a:pt x="-511" y="18047"/>
                  <a:pt x="1533" y="19824"/>
                </a:cubicBezTo>
                <a:lnTo>
                  <a:pt x="1533" y="19824"/>
                </a:lnTo>
                <a:cubicBezTo>
                  <a:pt x="3577" y="21600"/>
                  <a:pt x="6881" y="21600"/>
                  <a:pt x="8925" y="19824"/>
                </a:cubicBezTo>
                <a:lnTo>
                  <a:pt x="21089" y="9253"/>
                </a:lnTo>
                <a:lnTo>
                  <a:pt x="21089" y="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p>
        </p:txBody>
      </p:sp>
      <p:sp>
        <p:nvSpPr>
          <p:cNvPr id="3" name="Shape"/>
          <p:cNvSpPr/>
          <p:nvPr userDrawn="1"/>
        </p:nvSpPr>
        <p:spPr>
          <a:xfrm>
            <a:off x="7092717" y="0"/>
            <a:ext cx="3026527" cy="2181476"/>
          </a:xfrm>
          <a:custGeom>
            <a:avLst/>
            <a:gdLst/>
            <a:ahLst/>
            <a:cxnLst>
              <a:cxn ang="0">
                <a:pos x="wd2" y="hd2"/>
              </a:cxn>
              <a:cxn ang="5400000">
                <a:pos x="wd2" y="hd2"/>
              </a:cxn>
              <a:cxn ang="10800000">
                <a:pos x="wd2" y="hd2"/>
              </a:cxn>
              <a:cxn ang="16200000">
                <a:pos x="wd2" y="hd2"/>
              </a:cxn>
            </a:cxnLst>
            <a:rect l="0" t="0" r="r" b="b"/>
            <a:pathLst>
              <a:path w="21191" h="21037" extrusionOk="0">
                <a:moveTo>
                  <a:pt x="9351" y="0"/>
                </a:moveTo>
                <a:lnTo>
                  <a:pt x="1226" y="11189"/>
                </a:lnTo>
                <a:cubicBezTo>
                  <a:pt x="-409" y="13442"/>
                  <a:pt x="-409" y="17095"/>
                  <a:pt x="1226" y="19348"/>
                </a:cubicBezTo>
                <a:lnTo>
                  <a:pt x="1226" y="19348"/>
                </a:lnTo>
                <a:cubicBezTo>
                  <a:pt x="2862" y="21600"/>
                  <a:pt x="5515" y="21600"/>
                  <a:pt x="7150" y="19348"/>
                </a:cubicBezTo>
                <a:lnTo>
                  <a:pt x="21191" y="9"/>
                </a:lnTo>
                <a:lnTo>
                  <a:pt x="9351" y="9"/>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4" name="Shape"/>
          <p:cNvSpPr/>
          <p:nvPr userDrawn="1"/>
        </p:nvSpPr>
        <p:spPr>
          <a:xfrm>
            <a:off x="6950293" y="0"/>
            <a:ext cx="4143625" cy="3510301"/>
          </a:xfrm>
          <a:custGeom>
            <a:avLst/>
            <a:gdLst/>
            <a:ahLst/>
            <a:cxnLst>
              <a:cxn ang="0">
                <a:pos x="wd2" y="hd2"/>
              </a:cxn>
              <a:cxn ang="5400000">
                <a:pos x="wd2" y="hd2"/>
              </a:cxn>
              <a:cxn ang="10800000">
                <a:pos x="wd2" y="hd2"/>
              </a:cxn>
              <a:cxn ang="16200000">
                <a:pos x="wd2" y="hd2"/>
              </a:cxn>
            </a:cxnLst>
            <a:rect l="0" t="0" r="r" b="b"/>
            <a:pathLst>
              <a:path w="21375" h="21335" extrusionOk="0">
                <a:moveTo>
                  <a:pt x="14841" y="0"/>
                </a:moveTo>
                <a:lnTo>
                  <a:pt x="676" y="16689"/>
                </a:lnTo>
                <a:cubicBezTo>
                  <a:pt x="-225" y="17751"/>
                  <a:pt x="-225" y="19471"/>
                  <a:pt x="676" y="20538"/>
                </a:cubicBezTo>
                <a:lnTo>
                  <a:pt x="676" y="20538"/>
                </a:lnTo>
                <a:cubicBezTo>
                  <a:pt x="1577" y="21600"/>
                  <a:pt x="3037" y="21600"/>
                  <a:pt x="3943" y="20538"/>
                </a:cubicBezTo>
                <a:lnTo>
                  <a:pt x="21375" y="0"/>
                </a:lnTo>
                <a:lnTo>
                  <a:pt x="14841" y="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5" name="Shape"/>
          <p:cNvSpPr/>
          <p:nvPr userDrawn="1"/>
        </p:nvSpPr>
        <p:spPr>
          <a:xfrm>
            <a:off x="5592509" y="0"/>
            <a:ext cx="2361166" cy="2000360"/>
          </a:xfrm>
          <a:custGeom>
            <a:avLst/>
            <a:gdLst/>
            <a:ahLst/>
            <a:cxnLst>
              <a:cxn ang="0">
                <a:pos x="wd2" y="hd2"/>
              </a:cxn>
              <a:cxn ang="5400000">
                <a:pos x="wd2" y="hd2"/>
              </a:cxn>
              <a:cxn ang="10800000">
                <a:pos x="wd2" y="hd2"/>
              </a:cxn>
              <a:cxn ang="16200000">
                <a:pos x="wd2" y="hd2"/>
              </a:cxn>
            </a:cxnLst>
            <a:rect l="0" t="0" r="r" b="b"/>
            <a:pathLst>
              <a:path w="21374" h="21334" extrusionOk="0">
                <a:moveTo>
                  <a:pt x="14842" y="0"/>
                </a:moveTo>
                <a:lnTo>
                  <a:pt x="677" y="16689"/>
                </a:lnTo>
                <a:cubicBezTo>
                  <a:pt x="-226" y="17752"/>
                  <a:pt x="-226" y="19473"/>
                  <a:pt x="677" y="20537"/>
                </a:cubicBezTo>
                <a:lnTo>
                  <a:pt x="677" y="20537"/>
                </a:lnTo>
                <a:cubicBezTo>
                  <a:pt x="1579" y="21600"/>
                  <a:pt x="3040" y="21600"/>
                  <a:pt x="3943" y="20537"/>
                </a:cubicBezTo>
                <a:lnTo>
                  <a:pt x="21374" y="0"/>
                </a:lnTo>
                <a:lnTo>
                  <a:pt x="14842" y="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6" name="Shape"/>
          <p:cNvSpPr/>
          <p:nvPr userDrawn="1"/>
        </p:nvSpPr>
        <p:spPr>
          <a:xfrm>
            <a:off x="5592509" y="0"/>
            <a:ext cx="1256191" cy="1064390"/>
          </a:xfrm>
          <a:custGeom>
            <a:avLst/>
            <a:gdLst/>
            <a:ahLst/>
            <a:cxnLst>
              <a:cxn ang="0">
                <a:pos x="wd2" y="hd2"/>
              </a:cxn>
              <a:cxn ang="5400000">
                <a:pos x="wd2" y="hd2"/>
              </a:cxn>
              <a:cxn ang="10800000">
                <a:pos x="wd2" y="hd2"/>
              </a:cxn>
              <a:cxn ang="16200000">
                <a:pos x="wd2" y="hd2"/>
              </a:cxn>
            </a:cxnLst>
            <a:rect l="0" t="0" r="r" b="b"/>
            <a:pathLst>
              <a:path w="21374" h="21334" extrusionOk="0">
                <a:moveTo>
                  <a:pt x="14847" y="0"/>
                </a:moveTo>
                <a:lnTo>
                  <a:pt x="679" y="16690"/>
                </a:lnTo>
                <a:cubicBezTo>
                  <a:pt x="-226" y="17756"/>
                  <a:pt x="-226" y="19469"/>
                  <a:pt x="679" y="20534"/>
                </a:cubicBezTo>
                <a:lnTo>
                  <a:pt x="679" y="20534"/>
                </a:lnTo>
                <a:cubicBezTo>
                  <a:pt x="1583" y="21600"/>
                  <a:pt x="3037" y="21600"/>
                  <a:pt x="3942" y="20534"/>
                </a:cubicBezTo>
                <a:lnTo>
                  <a:pt x="21374" y="0"/>
                </a:lnTo>
                <a:lnTo>
                  <a:pt x="14847" y="0"/>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15" name="Shape"/>
          <p:cNvSpPr/>
          <p:nvPr userDrawn="1"/>
        </p:nvSpPr>
        <p:spPr>
          <a:xfrm>
            <a:off x="8403027" y="0"/>
            <a:ext cx="3424617" cy="2927071"/>
          </a:xfrm>
          <a:custGeom>
            <a:avLst/>
            <a:gdLst/>
            <a:ahLst/>
            <a:cxnLst>
              <a:cxn ang="0">
                <a:pos x="wd2" y="hd2"/>
              </a:cxn>
              <a:cxn ang="5400000">
                <a:pos x="wd2" y="hd2"/>
              </a:cxn>
              <a:cxn ang="10800000">
                <a:pos x="wd2" y="hd2"/>
              </a:cxn>
              <a:cxn ang="16200000">
                <a:pos x="wd2" y="hd2"/>
              </a:cxn>
            </a:cxnLst>
            <a:rect l="0" t="0" r="r" b="b"/>
            <a:pathLst>
              <a:path w="21385" h="21349" extrusionOk="0">
                <a:moveTo>
                  <a:pt x="15171" y="0"/>
                </a:moveTo>
                <a:lnTo>
                  <a:pt x="645" y="16967"/>
                </a:lnTo>
                <a:cubicBezTo>
                  <a:pt x="-215" y="17971"/>
                  <a:pt x="-215" y="19592"/>
                  <a:pt x="645" y="20596"/>
                </a:cubicBezTo>
                <a:lnTo>
                  <a:pt x="645" y="20596"/>
                </a:lnTo>
                <a:cubicBezTo>
                  <a:pt x="1504" y="21600"/>
                  <a:pt x="2892" y="21600"/>
                  <a:pt x="3752" y="20596"/>
                </a:cubicBezTo>
                <a:lnTo>
                  <a:pt x="21385" y="0"/>
                </a:lnTo>
                <a:lnTo>
                  <a:pt x="15171" y="0"/>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16" name="Shape"/>
          <p:cNvSpPr/>
          <p:nvPr userDrawn="1"/>
        </p:nvSpPr>
        <p:spPr>
          <a:xfrm>
            <a:off x="9376727" y="835560"/>
            <a:ext cx="2815273" cy="3448584"/>
          </a:xfrm>
          <a:custGeom>
            <a:avLst/>
            <a:gdLst/>
            <a:ahLst/>
            <a:cxnLst>
              <a:cxn ang="0">
                <a:pos x="wd2" y="hd2"/>
              </a:cxn>
              <a:cxn ang="5400000">
                <a:pos x="wd2" y="hd2"/>
              </a:cxn>
              <a:cxn ang="10800000">
                <a:pos x="wd2" y="hd2"/>
              </a:cxn>
              <a:cxn ang="16200000">
                <a:pos x="wd2" y="hd2"/>
              </a:cxn>
            </a:cxnLst>
            <a:rect l="0" t="0" r="r" b="b"/>
            <a:pathLst>
              <a:path w="21270" h="21330" extrusionOk="0">
                <a:moveTo>
                  <a:pt x="21270" y="0"/>
                </a:moveTo>
                <a:lnTo>
                  <a:pt x="990" y="16602"/>
                </a:lnTo>
                <a:cubicBezTo>
                  <a:pt x="-330" y="17683"/>
                  <a:pt x="-330" y="19433"/>
                  <a:pt x="990" y="20519"/>
                </a:cubicBezTo>
                <a:lnTo>
                  <a:pt x="990" y="20519"/>
                </a:lnTo>
                <a:cubicBezTo>
                  <a:pt x="2310" y="21600"/>
                  <a:pt x="4448" y="21600"/>
                  <a:pt x="5775" y="20519"/>
                </a:cubicBezTo>
                <a:lnTo>
                  <a:pt x="21270" y="7834"/>
                </a:lnTo>
                <a:lnTo>
                  <a:pt x="21270" y="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17" name="Shape"/>
          <p:cNvSpPr/>
          <p:nvPr userDrawn="1"/>
        </p:nvSpPr>
        <p:spPr>
          <a:xfrm>
            <a:off x="10721934" y="3703050"/>
            <a:ext cx="1470066" cy="1798590"/>
          </a:xfrm>
          <a:custGeom>
            <a:avLst/>
            <a:gdLst/>
            <a:ahLst/>
            <a:cxnLst>
              <a:cxn ang="0">
                <a:pos x="wd2" y="hd2"/>
              </a:cxn>
              <a:cxn ang="5400000">
                <a:pos x="wd2" y="hd2"/>
              </a:cxn>
              <a:cxn ang="10800000">
                <a:pos x="wd2" y="hd2"/>
              </a:cxn>
              <a:cxn ang="16200000">
                <a:pos x="wd2" y="hd2"/>
              </a:cxn>
            </a:cxnLst>
            <a:rect l="0" t="0" r="r" b="b"/>
            <a:pathLst>
              <a:path w="21274" h="21333" extrusionOk="0">
                <a:moveTo>
                  <a:pt x="21274" y="0"/>
                </a:moveTo>
                <a:lnTo>
                  <a:pt x="979" y="16634"/>
                </a:lnTo>
                <a:cubicBezTo>
                  <a:pt x="-326" y="17703"/>
                  <a:pt x="-326" y="19449"/>
                  <a:pt x="979" y="20530"/>
                </a:cubicBezTo>
                <a:lnTo>
                  <a:pt x="979" y="20530"/>
                </a:lnTo>
                <a:cubicBezTo>
                  <a:pt x="2285" y="21600"/>
                  <a:pt x="4414" y="21600"/>
                  <a:pt x="5733" y="20530"/>
                </a:cubicBezTo>
                <a:lnTo>
                  <a:pt x="21274" y="7793"/>
                </a:lnTo>
                <a:lnTo>
                  <a:pt x="21274" y="0"/>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18" name="Shape"/>
          <p:cNvSpPr/>
          <p:nvPr userDrawn="1"/>
        </p:nvSpPr>
        <p:spPr>
          <a:xfrm>
            <a:off x="9305052" y="1898999"/>
            <a:ext cx="2886948" cy="3594332"/>
          </a:xfrm>
          <a:custGeom>
            <a:avLst/>
            <a:gdLst/>
            <a:ahLst/>
            <a:cxnLst>
              <a:cxn ang="0">
                <a:pos x="wd2" y="hd2"/>
              </a:cxn>
              <a:cxn ang="5400000">
                <a:pos x="wd2" y="hd2"/>
              </a:cxn>
              <a:cxn ang="10800000">
                <a:pos x="wd2" y="hd2"/>
              </a:cxn>
              <a:cxn ang="16200000">
                <a:pos x="wd2" y="hd2"/>
              </a:cxn>
            </a:cxnLst>
            <a:rect l="0" t="0" r="r" b="b"/>
            <a:pathLst>
              <a:path w="21240" h="21310" extrusionOk="0">
                <a:moveTo>
                  <a:pt x="21240" y="0"/>
                </a:moveTo>
                <a:lnTo>
                  <a:pt x="1079" y="16246"/>
                </a:lnTo>
                <a:cubicBezTo>
                  <a:pt x="-360" y="17406"/>
                  <a:pt x="-360" y="19286"/>
                  <a:pt x="1079" y="20440"/>
                </a:cubicBezTo>
                <a:lnTo>
                  <a:pt x="1079" y="20440"/>
                </a:lnTo>
                <a:cubicBezTo>
                  <a:pt x="2518" y="21600"/>
                  <a:pt x="4851" y="21600"/>
                  <a:pt x="6283" y="20440"/>
                </a:cubicBezTo>
                <a:lnTo>
                  <a:pt x="21240" y="8388"/>
                </a:lnTo>
                <a:lnTo>
                  <a:pt x="21240" y="0"/>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19" name="Date Placeholder 3"/>
          <p:cNvSpPr>
            <a:spLocks noGrp="1"/>
          </p:cNvSpPr>
          <p:nvPr>
            <p:ph type="dt" sz="half" idx="10"/>
          </p:nvPr>
        </p:nvSpPr>
        <p:spPr>
          <a:xfrm>
            <a:off x="838200" y="6179264"/>
            <a:ext cx="2743200" cy="365125"/>
          </a:xfrm>
          <a:prstGeom prst="rect">
            <a:avLst/>
          </a:prstGeom>
        </p:spPr>
        <p:txBody>
          <a:bodyPr/>
          <a:lstStyle/>
          <a:p>
            <a:r>
              <a:rPr lang="en-US"/>
              <a:t>Date</a:t>
            </a:r>
            <a:endParaRPr lang="en-US"/>
          </a:p>
        </p:txBody>
      </p:sp>
      <p:sp>
        <p:nvSpPr>
          <p:cNvPr id="20" name="Footer Placeholder 4"/>
          <p:cNvSpPr>
            <a:spLocks noGrp="1"/>
          </p:cNvSpPr>
          <p:nvPr>
            <p:ph type="ftr" sz="quarter" idx="11"/>
          </p:nvPr>
        </p:nvSpPr>
        <p:spPr>
          <a:xfrm>
            <a:off x="4038600" y="6179264"/>
            <a:ext cx="4114800" cy="365125"/>
          </a:xfrm>
          <a:prstGeom prst="rect">
            <a:avLst/>
          </a:prstGeo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179264"/>
            <a:ext cx="2743200" cy="365125"/>
          </a:xfrm>
          <a:prstGeom prst="rect">
            <a:avLst/>
          </a:prstGeom>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2" name="explode.wav"/>
          </p:stSnd>
        </p:sndAc>
      </p:transition>
    </mc:Choice>
    <mc:Fallback>
      <p:transition>
        <p:sndAc>
          <p:stSnd>
            <p:snd r:embed="rId2" name="explode.wav"/>
          </p:stSnd>
        </p:sndAc>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8" name="Title 1"/>
          <p:cNvSpPr>
            <a:spLocks noGrp="1"/>
          </p:cNvSpPr>
          <p:nvPr>
            <p:ph type="title"/>
          </p:nvPr>
        </p:nvSpPr>
        <p:spPr>
          <a:xfrm>
            <a:off x="3417756" y="556166"/>
            <a:ext cx="7929693" cy="2039646"/>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3417756" y="2768885"/>
            <a:ext cx="7929694" cy="102552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2" name="Shape"/>
          <p:cNvSpPr/>
          <p:nvPr userDrawn="1"/>
        </p:nvSpPr>
        <p:spPr>
          <a:xfrm>
            <a:off x="360810" y="3930929"/>
            <a:ext cx="3424616" cy="2927071"/>
          </a:xfrm>
          <a:custGeom>
            <a:avLst/>
            <a:gdLst/>
            <a:ahLst/>
            <a:cxnLst>
              <a:cxn ang="0">
                <a:pos x="wd2" y="hd2"/>
              </a:cxn>
              <a:cxn ang="5400000">
                <a:pos x="wd2" y="hd2"/>
              </a:cxn>
              <a:cxn ang="10800000">
                <a:pos x="wd2" y="hd2"/>
              </a:cxn>
              <a:cxn ang="16200000">
                <a:pos x="wd2" y="hd2"/>
              </a:cxn>
            </a:cxnLst>
            <a:rect l="0" t="0" r="r" b="b"/>
            <a:pathLst>
              <a:path w="21385" h="21349" extrusionOk="0">
                <a:moveTo>
                  <a:pt x="6214" y="21349"/>
                </a:moveTo>
                <a:lnTo>
                  <a:pt x="20740" y="4382"/>
                </a:lnTo>
                <a:cubicBezTo>
                  <a:pt x="21600" y="3378"/>
                  <a:pt x="21600" y="1757"/>
                  <a:pt x="20740" y="753"/>
                </a:cubicBezTo>
                <a:lnTo>
                  <a:pt x="20740" y="753"/>
                </a:lnTo>
                <a:cubicBezTo>
                  <a:pt x="19881" y="-251"/>
                  <a:pt x="18493" y="-251"/>
                  <a:pt x="17633" y="753"/>
                </a:cubicBezTo>
                <a:lnTo>
                  <a:pt x="0" y="21349"/>
                </a:lnTo>
                <a:lnTo>
                  <a:pt x="6214" y="21349"/>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3" name="Shape"/>
          <p:cNvSpPr/>
          <p:nvPr userDrawn="1"/>
        </p:nvSpPr>
        <p:spPr>
          <a:xfrm>
            <a:off x="4139818" y="4957576"/>
            <a:ext cx="2223254" cy="1900424"/>
          </a:xfrm>
          <a:custGeom>
            <a:avLst/>
            <a:gdLst/>
            <a:ahLst/>
            <a:cxnLst>
              <a:cxn ang="0">
                <a:pos x="wd2" y="hd2"/>
              </a:cxn>
              <a:cxn ang="5400000">
                <a:pos x="wd2" y="hd2"/>
              </a:cxn>
              <a:cxn ang="10800000">
                <a:pos x="wd2" y="hd2"/>
              </a:cxn>
              <a:cxn ang="16200000">
                <a:pos x="wd2" y="hd2"/>
              </a:cxn>
            </a:cxnLst>
            <a:rect l="0" t="0" r="r" b="b"/>
            <a:pathLst>
              <a:path w="21385" h="21349" extrusionOk="0">
                <a:moveTo>
                  <a:pt x="6220" y="21338"/>
                </a:moveTo>
                <a:lnTo>
                  <a:pt x="20741" y="4378"/>
                </a:lnTo>
                <a:cubicBezTo>
                  <a:pt x="21600" y="3376"/>
                  <a:pt x="21600" y="1754"/>
                  <a:pt x="20741" y="752"/>
                </a:cubicBezTo>
                <a:lnTo>
                  <a:pt x="20741" y="752"/>
                </a:lnTo>
                <a:cubicBezTo>
                  <a:pt x="19883" y="-251"/>
                  <a:pt x="18495" y="-251"/>
                  <a:pt x="17636" y="752"/>
                </a:cubicBezTo>
                <a:lnTo>
                  <a:pt x="0" y="21349"/>
                </a:lnTo>
                <a:lnTo>
                  <a:pt x="6220" y="21349"/>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4" name="Shape"/>
          <p:cNvSpPr/>
          <p:nvPr userDrawn="1"/>
        </p:nvSpPr>
        <p:spPr>
          <a:xfrm>
            <a:off x="6371143" y="5501876"/>
            <a:ext cx="1585904" cy="1356124"/>
          </a:xfrm>
          <a:custGeom>
            <a:avLst/>
            <a:gdLst/>
            <a:ahLst/>
            <a:cxnLst>
              <a:cxn ang="0">
                <a:pos x="wd2" y="hd2"/>
              </a:cxn>
              <a:cxn ang="5400000">
                <a:pos x="wd2" y="hd2"/>
              </a:cxn>
              <a:cxn ang="10800000">
                <a:pos x="wd2" y="hd2"/>
              </a:cxn>
              <a:cxn ang="16200000">
                <a:pos x="wd2" y="hd2"/>
              </a:cxn>
            </a:cxnLst>
            <a:rect l="0" t="0" r="r" b="b"/>
            <a:pathLst>
              <a:path w="21386" h="21350" extrusionOk="0">
                <a:moveTo>
                  <a:pt x="6210" y="21350"/>
                </a:moveTo>
                <a:lnTo>
                  <a:pt x="20742" y="4384"/>
                </a:lnTo>
                <a:cubicBezTo>
                  <a:pt x="21600" y="3382"/>
                  <a:pt x="21600" y="1753"/>
                  <a:pt x="20742" y="752"/>
                </a:cubicBezTo>
                <a:lnTo>
                  <a:pt x="20742" y="752"/>
                </a:lnTo>
                <a:cubicBezTo>
                  <a:pt x="19884" y="-250"/>
                  <a:pt x="18489" y="-250"/>
                  <a:pt x="17631" y="752"/>
                </a:cubicBezTo>
                <a:lnTo>
                  <a:pt x="0" y="21335"/>
                </a:lnTo>
                <a:lnTo>
                  <a:pt x="6210" y="21335"/>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5" name="Shape"/>
          <p:cNvSpPr/>
          <p:nvPr userDrawn="1"/>
        </p:nvSpPr>
        <p:spPr>
          <a:xfrm>
            <a:off x="4747498" y="4113946"/>
            <a:ext cx="3210251" cy="2744054"/>
          </a:xfrm>
          <a:custGeom>
            <a:avLst/>
            <a:gdLst/>
            <a:ahLst/>
            <a:cxnLst>
              <a:cxn ang="0">
                <a:pos x="wd2" y="hd2"/>
              </a:cxn>
              <a:cxn ang="5400000">
                <a:pos x="wd2" y="hd2"/>
              </a:cxn>
              <a:cxn ang="10800000">
                <a:pos x="wd2" y="hd2"/>
              </a:cxn>
              <a:cxn ang="16200000">
                <a:pos x="wd2" y="hd2"/>
              </a:cxn>
            </a:cxnLst>
            <a:rect l="0" t="0" r="r" b="b"/>
            <a:pathLst>
              <a:path w="21385" h="21349" extrusionOk="0">
                <a:moveTo>
                  <a:pt x="6211" y="21349"/>
                </a:moveTo>
                <a:lnTo>
                  <a:pt x="20740" y="4381"/>
                </a:lnTo>
                <a:cubicBezTo>
                  <a:pt x="21600" y="3376"/>
                  <a:pt x="21600" y="1751"/>
                  <a:pt x="20740" y="754"/>
                </a:cubicBezTo>
                <a:lnTo>
                  <a:pt x="20740" y="754"/>
                </a:lnTo>
                <a:cubicBezTo>
                  <a:pt x="19880" y="-251"/>
                  <a:pt x="18488" y="-251"/>
                  <a:pt x="17634" y="754"/>
                </a:cubicBezTo>
                <a:lnTo>
                  <a:pt x="0" y="21349"/>
                </a:lnTo>
                <a:lnTo>
                  <a:pt x="6211" y="21349"/>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6" name="Shape"/>
          <p:cNvSpPr/>
          <p:nvPr userDrawn="1"/>
        </p:nvSpPr>
        <p:spPr>
          <a:xfrm>
            <a:off x="0" y="2573145"/>
            <a:ext cx="2815273" cy="3448584"/>
          </a:xfrm>
          <a:custGeom>
            <a:avLst/>
            <a:gdLst/>
            <a:ahLst/>
            <a:cxnLst>
              <a:cxn ang="0">
                <a:pos x="wd2" y="hd2"/>
              </a:cxn>
              <a:cxn ang="5400000">
                <a:pos x="wd2" y="hd2"/>
              </a:cxn>
              <a:cxn ang="10800000">
                <a:pos x="wd2" y="hd2"/>
              </a:cxn>
              <a:cxn ang="16200000">
                <a:pos x="wd2" y="hd2"/>
              </a:cxn>
            </a:cxnLst>
            <a:rect l="0" t="0" r="r" b="b"/>
            <a:pathLst>
              <a:path w="21270" h="21330" extrusionOk="0">
                <a:moveTo>
                  <a:pt x="0" y="21330"/>
                </a:moveTo>
                <a:lnTo>
                  <a:pt x="20280" y="4728"/>
                </a:lnTo>
                <a:cubicBezTo>
                  <a:pt x="21600" y="3647"/>
                  <a:pt x="21600" y="1897"/>
                  <a:pt x="20280" y="811"/>
                </a:cubicBezTo>
                <a:lnTo>
                  <a:pt x="20280" y="811"/>
                </a:lnTo>
                <a:cubicBezTo>
                  <a:pt x="18960" y="-270"/>
                  <a:pt x="16822" y="-270"/>
                  <a:pt x="15495" y="811"/>
                </a:cubicBezTo>
                <a:lnTo>
                  <a:pt x="0" y="13496"/>
                </a:lnTo>
                <a:lnTo>
                  <a:pt x="0" y="2133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15" name="Shape"/>
          <p:cNvSpPr/>
          <p:nvPr userDrawn="1"/>
        </p:nvSpPr>
        <p:spPr>
          <a:xfrm>
            <a:off x="0" y="4870934"/>
            <a:ext cx="1470775" cy="1801201"/>
          </a:xfrm>
          <a:custGeom>
            <a:avLst/>
            <a:gdLst/>
            <a:ahLst/>
            <a:cxnLst>
              <a:cxn ang="0">
                <a:pos x="wd2" y="hd2"/>
              </a:cxn>
              <a:cxn ang="5400000">
                <a:pos x="wd2" y="hd2"/>
              </a:cxn>
              <a:cxn ang="10800000">
                <a:pos x="wd2" y="hd2"/>
              </a:cxn>
              <a:cxn ang="16200000">
                <a:pos x="wd2" y="hd2"/>
              </a:cxn>
            </a:cxnLst>
            <a:rect l="0" t="0" r="r" b="b"/>
            <a:pathLst>
              <a:path w="21270" h="21330" extrusionOk="0">
                <a:moveTo>
                  <a:pt x="0" y="21330"/>
                </a:moveTo>
                <a:lnTo>
                  <a:pt x="20282" y="4722"/>
                </a:lnTo>
                <a:cubicBezTo>
                  <a:pt x="21600" y="3643"/>
                  <a:pt x="21600" y="1889"/>
                  <a:pt x="20282" y="809"/>
                </a:cubicBezTo>
                <a:lnTo>
                  <a:pt x="20282" y="809"/>
                </a:lnTo>
                <a:cubicBezTo>
                  <a:pt x="18964" y="-270"/>
                  <a:pt x="16821" y="-270"/>
                  <a:pt x="15503" y="809"/>
                </a:cubicBezTo>
                <a:lnTo>
                  <a:pt x="0" y="13504"/>
                </a:lnTo>
                <a:lnTo>
                  <a:pt x="0" y="2133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p>
        </p:txBody>
      </p:sp>
      <p:sp>
        <p:nvSpPr>
          <p:cNvPr id="16" name="Shape"/>
          <p:cNvSpPr/>
          <p:nvPr userDrawn="1"/>
        </p:nvSpPr>
        <p:spPr>
          <a:xfrm>
            <a:off x="0" y="1357785"/>
            <a:ext cx="1470775" cy="1801202"/>
          </a:xfrm>
          <a:custGeom>
            <a:avLst/>
            <a:gdLst/>
            <a:ahLst/>
            <a:cxnLst>
              <a:cxn ang="0">
                <a:pos x="wd2" y="hd2"/>
              </a:cxn>
              <a:cxn ang="5400000">
                <a:pos x="wd2" y="hd2"/>
              </a:cxn>
              <a:cxn ang="10800000">
                <a:pos x="wd2" y="hd2"/>
              </a:cxn>
              <a:cxn ang="16200000">
                <a:pos x="wd2" y="hd2"/>
              </a:cxn>
            </a:cxnLst>
            <a:rect l="0" t="0" r="r" b="b"/>
            <a:pathLst>
              <a:path w="21270" h="21330" extrusionOk="0">
                <a:moveTo>
                  <a:pt x="0" y="21330"/>
                </a:moveTo>
                <a:lnTo>
                  <a:pt x="20282" y="4722"/>
                </a:lnTo>
                <a:cubicBezTo>
                  <a:pt x="21600" y="3643"/>
                  <a:pt x="21600" y="1889"/>
                  <a:pt x="20282" y="809"/>
                </a:cubicBezTo>
                <a:lnTo>
                  <a:pt x="20282" y="809"/>
                </a:lnTo>
                <a:cubicBezTo>
                  <a:pt x="18964" y="-270"/>
                  <a:pt x="16821" y="-270"/>
                  <a:pt x="15503" y="809"/>
                </a:cubicBezTo>
                <a:lnTo>
                  <a:pt x="0" y="13504"/>
                </a:lnTo>
                <a:lnTo>
                  <a:pt x="0" y="21330"/>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17" name="Shape"/>
          <p:cNvSpPr/>
          <p:nvPr userDrawn="1"/>
        </p:nvSpPr>
        <p:spPr>
          <a:xfrm>
            <a:off x="0" y="1357785"/>
            <a:ext cx="2886948" cy="3594332"/>
          </a:xfrm>
          <a:custGeom>
            <a:avLst/>
            <a:gdLst/>
            <a:ahLst/>
            <a:cxnLst>
              <a:cxn ang="0">
                <a:pos x="wd2" y="hd2"/>
              </a:cxn>
              <a:cxn ang="5400000">
                <a:pos x="wd2" y="hd2"/>
              </a:cxn>
              <a:cxn ang="10800000">
                <a:pos x="wd2" y="hd2"/>
              </a:cxn>
              <a:cxn ang="16200000">
                <a:pos x="wd2" y="hd2"/>
              </a:cxn>
            </a:cxnLst>
            <a:rect l="0" t="0" r="r" b="b"/>
            <a:pathLst>
              <a:path w="21240" h="21310" extrusionOk="0">
                <a:moveTo>
                  <a:pt x="0" y="21310"/>
                </a:moveTo>
                <a:lnTo>
                  <a:pt x="20161" y="5064"/>
                </a:lnTo>
                <a:cubicBezTo>
                  <a:pt x="21600" y="3904"/>
                  <a:pt x="21600" y="2024"/>
                  <a:pt x="20161" y="870"/>
                </a:cubicBezTo>
                <a:lnTo>
                  <a:pt x="20161" y="870"/>
                </a:lnTo>
                <a:cubicBezTo>
                  <a:pt x="18722" y="-290"/>
                  <a:pt x="16389" y="-290"/>
                  <a:pt x="14957" y="870"/>
                </a:cubicBezTo>
                <a:lnTo>
                  <a:pt x="0" y="12922"/>
                </a:lnTo>
                <a:lnTo>
                  <a:pt x="0" y="21310"/>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18" name="Date Placeholder 3"/>
          <p:cNvSpPr>
            <a:spLocks noGrp="1"/>
          </p:cNvSpPr>
          <p:nvPr>
            <p:ph type="dt" sz="half" idx="10"/>
          </p:nvPr>
        </p:nvSpPr>
        <p:spPr>
          <a:xfrm>
            <a:off x="838200" y="6179264"/>
            <a:ext cx="2743200" cy="365125"/>
          </a:xfrm>
          <a:prstGeom prst="rect">
            <a:avLst/>
          </a:prstGeom>
        </p:spPr>
        <p:txBody>
          <a:bodyPr/>
          <a:lstStyle/>
          <a:p>
            <a:r>
              <a:rPr lang="en-US"/>
              <a:t>Date</a:t>
            </a:r>
            <a:endParaRPr lang="en-US"/>
          </a:p>
        </p:txBody>
      </p:sp>
      <p:sp>
        <p:nvSpPr>
          <p:cNvPr id="19" name="Footer Placeholder 4"/>
          <p:cNvSpPr>
            <a:spLocks noGrp="1"/>
          </p:cNvSpPr>
          <p:nvPr>
            <p:ph type="ftr" sz="quarter" idx="11"/>
          </p:nvPr>
        </p:nvSpPr>
        <p:spPr>
          <a:xfrm>
            <a:off x="4038600" y="6179264"/>
            <a:ext cx="4114800" cy="365125"/>
          </a:xfrm>
          <a:prstGeom prst="rect">
            <a:avLst/>
          </a:prstGeom>
        </p:spPr>
        <p:txBody>
          <a:bodyPr/>
          <a:lstStyle/>
          <a:p>
            <a:r>
              <a:rPr lang="en-US"/>
              <a:t>Your Footer Here</a:t>
            </a:r>
            <a:endParaRPr lang="en-US"/>
          </a:p>
        </p:txBody>
      </p:sp>
      <p:sp>
        <p:nvSpPr>
          <p:cNvPr id="20" name="Slide Number Placeholder 5"/>
          <p:cNvSpPr>
            <a:spLocks noGrp="1"/>
          </p:cNvSpPr>
          <p:nvPr>
            <p:ph type="sldNum" sz="quarter" idx="12"/>
          </p:nvPr>
        </p:nvSpPr>
        <p:spPr>
          <a:xfrm>
            <a:off x="8610600" y="6179264"/>
            <a:ext cx="2743200" cy="365125"/>
          </a:xfrm>
          <a:prstGeom prst="rect">
            <a:avLst/>
          </a:prstGeom>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2" name="explode.wav"/>
          </p:stSnd>
        </p:sndAc>
      </p:transition>
    </mc:Choice>
    <mc:Fallback>
      <p:transition>
        <p:sndAc>
          <p:stSnd>
            <p:snd r:embed="rId2" name="explode.wav"/>
          </p:stSnd>
        </p:sndAc>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3" name="Freeform 22"/>
          <p:cNvSpPr>
            <a:spLocks noGrp="1"/>
          </p:cNvSpPr>
          <p:nvPr>
            <p:ph type="pic" sz="quarter" idx="17"/>
          </p:nvPr>
        </p:nvSpPr>
        <p:spPr>
          <a:xfrm>
            <a:off x="8682496" y="0"/>
            <a:ext cx="3509504" cy="4593023"/>
          </a:xfrm>
          <a:custGeom>
            <a:avLst/>
            <a:gdLst>
              <a:gd name="connsiteX0" fmla="*/ 2132684 w 3509504"/>
              <a:gd name="connsiteY0" fmla="*/ 0 h 4593023"/>
              <a:gd name="connsiteX1" fmla="*/ 3508482 w 3509504"/>
              <a:gd name="connsiteY1" fmla="*/ 0 h 4593023"/>
              <a:gd name="connsiteX2" fmla="*/ 3509504 w 3509504"/>
              <a:gd name="connsiteY2" fmla="*/ 0 h 4593023"/>
              <a:gd name="connsiteX3" fmla="*/ 3509504 w 3509504"/>
              <a:gd name="connsiteY3" fmla="*/ 3543619 h 4593023"/>
              <a:gd name="connsiteX4" fmla="*/ 2969200 w 3509504"/>
              <a:gd name="connsiteY4" fmla="*/ 4083839 h 4593023"/>
              <a:gd name="connsiteX5" fmla="*/ 509218 w 3509504"/>
              <a:gd name="connsiteY5" fmla="*/ 4083839 h 4593023"/>
              <a:gd name="connsiteX6" fmla="*/ 509218 w 3509504"/>
              <a:gd name="connsiteY6" fmla="*/ 1623745 h 459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9504" h="4593023">
                <a:moveTo>
                  <a:pt x="2132684" y="0"/>
                </a:moveTo>
                <a:lnTo>
                  <a:pt x="3508482" y="0"/>
                </a:lnTo>
                <a:lnTo>
                  <a:pt x="3509504" y="0"/>
                </a:lnTo>
                <a:lnTo>
                  <a:pt x="3509504" y="3543619"/>
                </a:lnTo>
                <a:lnTo>
                  <a:pt x="2969200" y="4083839"/>
                </a:lnTo>
                <a:cubicBezTo>
                  <a:pt x="2289392" y="4762752"/>
                  <a:pt x="1188004" y="4762752"/>
                  <a:pt x="509218" y="4083839"/>
                </a:cubicBezTo>
                <a:cubicBezTo>
                  <a:pt x="-169739" y="3404044"/>
                  <a:pt x="-169739" y="2302658"/>
                  <a:pt x="509218" y="1623745"/>
                </a:cubicBezTo>
                <a:close/>
              </a:path>
            </a:pathLst>
          </a:custGeom>
          <a:noFill/>
        </p:spPr>
        <p:txBody>
          <a:bodyPr wrap="square" anchor="ctr">
            <a:noAutofit/>
          </a:bodyPr>
          <a:lstStyle>
            <a:lvl1pPr marL="0" indent="0" algn="ctr">
              <a:buNone/>
              <a:defRPr/>
            </a:lvl1pPr>
          </a:lstStyle>
          <a:p>
            <a:endParaRPr lang="en-US"/>
          </a:p>
        </p:txBody>
      </p:sp>
      <p:sp>
        <p:nvSpPr>
          <p:cNvPr id="8" name="Title 1"/>
          <p:cNvSpPr>
            <a:spLocks noGrp="1"/>
          </p:cNvSpPr>
          <p:nvPr>
            <p:ph type="title"/>
          </p:nvPr>
        </p:nvSpPr>
        <p:spPr>
          <a:xfrm>
            <a:off x="831850" y="1128296"/>
            <a:ext cx="5264150" cy="2852737"/>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831850" y="4143375"/>
            <a:ext cx="7997357" cy="122703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3" name="Shape"/>
          <p:cNvSpPr/>
          <p:nvPr userDrawn="1"/>
        </p:nvSpPr>
        <p:spPr>
          <a:xfrm>
            <a:off x="7096746" y="0"/>
            <a:ext cx="3026527" cy="2181476"/>
          </a:xfrm>
          <a:custGeom>
            <a:avLst/>
            <a:gdLst/>
            <a:ahLst/>
            <a:cxnLst>
              <a:cxn ang="0">
                <a:pos x="wd2" y="hd2"/>
              </a:cxn>
              <a:cxn ang="5400000">
                <a:pos x="wd2" y="hd2"/>
              </a:cxn>
              <a:cxn ang="10800000">
                <a:pos x="wd2" y="hd2"/>
              </a:cxn>
              <a:cxn ang="16200000">
                <a:pos x="wd2" y="hd2"/>
              </a:cxn>
            </a:cxnLst>
            <a:rect l="0" t="0" r="r" b="b"/>
            <a:pathLst>
              <a:path w="21191" h="21037" extrusionOk="0">
                <a:moveTo>
                  <a:pt x="9351" y="0"/>
                </a:moveTo>
                <a:lnTo>
                  <a:pt x="1226" y="11189"/>
                </a:lnTo>
                <a:cubicBezTo>
                  <a:pt x="-409" y="13442"/>
                  <a:pt x="-409" y="17095"/>
                  <a:pt x="1226" y="19348"/>
                </a:cubicBezTo>
                <a:lnTo>
                  <a:pt x="1226" y="19348"/>
                </a:lnTo>
                <a:cubicBezTo>
                  <a:pt x="2862" y="21600"/>
                  <a:pt x="5515" y="21600"/>
                  <a:pt x="7150" y="19348"/>
                </a:cubicBezTo>
                <a:lnTo>
                  <a:pt x="21191" y="9"/>
                </a:lnTo>
                <a:lnTo>
                  <a:pt x="9351" y="9"/>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4" name="Shape"/>
          <p:cNvSpPr/>
          <p:nvPr userDrawn="1"/>
        </p:nvSpPr>
        <p:spPr>
          <a:xfrm>
            <a:off x="6954322" y="0"/>
            <a:ext cx="4143625" cy="3510301"/>
          </a:xfrm>
          <a:custGeom>
            <a:avLst/>
            <a:gdLst/>
            <a:ahLst/>
            <a:cxnLst>
              <a:cxn ang="0">
                <a:pos x="wd2" y="hd2"/>
              </a:cxn>
              <a:cxn ang="5400000">
                <a:pos x="wd2" y="hd2"/>
              </a:cxn>
              <a:cxn ang="10800000">
                <a:pos x="wd2" y="hd2"/>
              </a:cxn>
              <a:cxn ang="16200000">
                <a:pos x="wd2" y="hd2"/>
              </a:cxn>
            </a:cxnLst>
            <a:rect l="0" t="0" r="r" b="b"/>
            <a:pathLst>
              <a:path w="21375" h="21335" extrusionOk="0">
                <a:moveTo>
                  <a:pt x="14841" y="0"/>
                </a:moveTo>
                <a:lnTo>
                  <a:pt x="676" y="16689"/>
                </a:lnTo>
                <a:cubicBezTo>
                  <a:pt x="-225" y="17751"/>
                  <a:pt x="-225" y="19471"/>
                  <a:pt x="676" y="20538"/>
                </a:cubicBezTo>
                <a:lnTo>
                  <a:pt x="676" y="20538"/>
                </a:lnTo>
                <a:cubicBezTo>
                  <a:pt x="1577" y="21600"/>
                  <a:pt x="3037" y="21600"/>
                  <a:pt x="3943" y="20538"/>
                </a:cubicBezTo>
                <a:lnTo>
                  <a:pt x="21375" y="0"/>
                </a:lnTo>
                <a:lnTo>
                  <a:pt x="14841" y="0"/>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5" name="Shape"/>
          <p:cNvSpPr/>
          <p:nvPr userDrawn="1"/>
        </p:nvSpPr>
        <p:spPr>
          <a:xfrm>
            <a:off x="6299166" y="0"/>
            <a:ext cx="2255063" cy="1910394"/>
          </a:xfrm>
          <a:custGeom>
            <a:avLst/>
            <a:gdLst/>
            <a:ahLst/>
            <a:cxnLst>
              <a:cxn ang="0">
                <a:pos x="wd2" y="hd2"/>
              </a:cxn>
              <a:cxn ang="5400000">
                <a:pos x="wd2" y="hd2"/>
              </a:cxn>
              <a:cxn ang="10800000">
                <a:pos x="wd2" y="hd2"/>
              </a:cxn>
              <a:cxn ang="16200000">
                <a:pos x="wd2" y="hd2"/>
              </a:cxn>
            </a:cxnLst>
            <a:rect l="0" t="0" r="r" b="b"/>
            <a:pathLst>
              <a:path w="21375" h="21335" extrusionOk="0">
                <a:moveTo>
                  <a:pt x="14841" y="0"/>
                </a:moveTo>
                <a:lnTo>
                  <a:pt x="675" y="16690"/>
                </a:lnTo>
                <a:cubicBezTo>
                  <a:pt x="-225" y="17751"/>
                  <a:pt x="-225" y="19479"/>
                  <a:pt x="675" y="20540"/>
                </a:cubicBezTo>
                <a:lnTo>
                  <a:pt x="675" y="20540"/>
                </a:lnTo>
                <a:cubicBezTo>
                  <a:pt x="1575" y="21600"/>
                  <a:pt x="3042" y="21600"/>
                  <a:pt x="3942" y="20540"/>
                </a:cubicBezTo>
                <a:lnTo>
                  <a:pt x="21375" y="0"/>
                </a:lnTo>
                <a:lnTo>
                  <a:pt x="14841" y="0"/>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w="12700">
            <a:miter lim="400000"/>
          </a:ln>
        </p:spPr>
        <p:txBody>
          <a:bodyPr lIns="38100" tIns="38100" rIns="38100" bIns="38100" anchor="ctr"/>
          <a:lstStyle/>
          <a:p>
            <a:pPr>
              <a:defRPr sz="3000">
                <a:solidFill>
                  <a:srgbClr val="FFFFFF"/>
                </a:solidFill>
              </a:defRPr>
            </a:pPr>
          </a:p>
        </p:txBody>
      </p:sp>
      <p:sp>
        <p:nvSpPr>
          <p:cNvPr id="6" name="Shape"/>
          <p:cNvSpPr/>
          <p:nvPr userDrawn="1"/>
        </p:nvSpPr>
        <p:spPr>
          <a:xfrm>
            <a:off x="260349" y="5529175"/>
            <a:ext cx="1844403" cy="1328825"/>
          </a:xfrm>
          <a:custGeom>
            <a:avLst/>
            <a:gdLst/>
            <a:ahLst/>
            <a:cxnLst>
              <a:cxn ang="0">
                <a:pos x="wd2" y="hd2"/>
              </a:cxn>
              <a:cxn ang="5400000">
                <a:pos x="wd2" y="hd2"/>
              </a:cxn>
              <a:cxn ang="10800000">
                <a:pos x="wd2" y="hd2"/>
              </a:cxn>
              <a:cxn ang="16200000">
                <a:pos x="wd2" y="hd2"/>
              </a:cxn>
            </a:cxnLst>
            <a:rect l="0" t="0" r="r" b="b"/>
            <a:pathLst>
              <a:path w="21191" h="21036" extrusionOk="0">
                <a:moveTo>
                  <a:pt x="11847" y="21036"/>
                </a:moveTo>
                <a:lnTo>
                  <a:pt x="19964" y="9853"/>
                </a:lnTo>
                <a:cubicBezTo>
                  <a:pt x="21600" y="7598"/>
                  <a:pt x="21600" y="3945"/>
                  <a:pt x="19964" y="1691"/>
                </a:cubicBezTo>
                <a:lnTo>
                  <a:pt x="19964" y="1691"/>
                </a:lnTo>
                <a:cubicBezTo>
                  <a:pt x="18327" y="-564"/>
                  <a:pt x="15676" y="-564"/>
                  <a:pt x="14040" y="1691"/>
                </a:cubicBezTo>
                <a:lnTo>
                  <a:pt x="0" y="21036"/>
                </a:lnTo>
                <a:lnTo>
                  <a:pt x="11847" y="21036"/>
                </a:lnTo>
                <a:close/>
              </a:path>
            </a:pathLst>
          </a:custGeom>
          <a:solidFill>
            <a:schemeClr val="accent5">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19" name="Shape"/>
          <p:cNvSpPr/>
          <p:nvPr userDrawn="1"/>
        </p:nvSpPr>
        <p:spPr>
          <a:xfrm>
            <a:off x="1779548" y="5387462"/>
            <a:ext cx="1720258" cy="1470538"/>
          </a:xfrm>
          <a:custGeom>
            <a:avLst/>
            <a:gdLst/>
            <a:ahLst/>
            <a:cxnLst>
              <a:cxn ang="0">
                <a:pos x="wd2" y="hd2"/>
              </a:cxn>
              <a:cxn ang="5400000">
                <a:pos x="wd2" y="hd2"/>
              </a:cxn>
              <a:cxn ang="10800000">
                <a:pos x="wd2" y="hd2"/>
              </a:cxn>
              <a:cxn ang="16200000">
                <a:pos x="wd2" y="hd2"/>
              </a:cxn>
            </a:cxnLst>
            <a:rect l="0" t="0" r="r" b="b"/>
            <a:pathLst>
              <a:path w="21385" h="21348" extrusionOk="0">
                <a:moveTo>
                  <a:pt x="6220" y="21334"/>
                </a:moveTo>
                <a:lnTo>
                  <a:pt x="20738" y="4380"/>
                </a:lnTo>
                <a:cubicBezTo>
                  <a:pt x="21600" y="3373"/>
                  <a:pt x="21600" y="1747"/>
                  <a:pt x="20738" y="754"/>
                </a:cubicBezTo>
                <a:lnTo>
                  <a:pt x="20738" y="754"/>
                </a:lnTo>
                <a:cubicBezTo>
                  <a:pt x="19877" y="-252"/>
                  <a:pt x="18484" y="-252"/>
                  <a:pt x="17634" y="754"/>
                </a:cubicBezTo>
                <a:lnTo>
                  <a:pt x="0" y="21348"/>
                </a:lnTo>
                <a:lnTo>
                  <a:pt x="6220" y="21348"/>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p>
        </p:txBody>
      </p:sp>
      <p:sp>
        <p:nvSpPr>
          <p:cNvPr id="20" name="Shape"/>
          <p:cNvSpPr/>
          <p:nvPr userDrawn="1"/>
        </p:nvSpPr>
        <p:spPr>
          <a:xfrm>
            <a:off x="0" y="5764650"/>
            <a:ext cx="1278501" cy="1093350"/>
          </a:xfrm>
          <a:custGeom>
            <a:avLst/>
            <a:gdLst/>
            <a:ahLst/>
            <a:cxnLst>
              <a:cxn ang="0">
                <a:pos x="wd2" y="hd2"/>
              </a:cxn>
              <a:cxn ang="5400000">
                <a:pos x="wd2" y="hd2"/>
              </a:cxn>
              <a:cxn ang="10800000">
                <a:pos x="wd2" y="hd2"/>
              </a:cxn>
              <a:cxn ang="16200000">
                <a:pos x="wd2" y="hd2"/>
              </a:cxn>
            </a:cxnLst>
            <a:rect l="0" t="0" r="r" b="b"/>
            <a:pathLst>
              <a:path w="21386" h="21350" extrusionOk="0">
                <a:moveTo>
                  <a:pt x="6210" y="21350"/>
                </a:moveTo>
                <a:lnTo>
                  <a:pt x="20742" y="4385"/>
                </a:lnTo>
                <a:cubicBezTo>
                  <a:pt x="21600" y="3384"/>
                  <a:pt x="21600" y="1752"/>
                  <a:pt x="20742" y="751"/>
                </a:cubicBezTo>
                <a:lnTo>
                  <a:pt x="20742" y="751"/>
                </a:lnTo>
                <a:cubicBezTo>
                  <a:pt x="19885" y="-250"/>
                  <a:pt x="18487" y="-250"/>
                  <a:pt x="17629" y="751"/>
                </a:cubicBezTo>
                <a:lnTo>
                  <a:pt x="0" y="21331"/>
                </a:lnTo>
                <a:lnTo>
                  <a:pt x="6210" y="21331"/>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p>
        </p:txBody>
      </p:sp>
      <p:sp>
        <p:nvSpPr>
          <p:cNvPr id="16" name="Text Placeholder 17"/>
          <p:cNvSpPr>
            <a:spLocks noGrp="1"/>
          </p:cNvSpPr>
          <p:nvPr>
            <p:ph type="body" sz="quarter" idx="14" hasCustomPrompt="1"/>
          </p:nvPr>
        </p:nvSpPr>
        <p:spPr>
          <a:xfrm>
            <a:off x="9633595" y="4687147"/>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endParaRPr lang="en-US" dirty="0"/>
          </a:p>
        </p:txBody>
      </p:sp>
      <p:sp>
        <p:nvSpPr>
          <p:cNvPr id="17" name="Text Placeholder 17"/>
          <p:cNvSpPr>
            <a:spLocks noGrp="1"/>
          </p:cNvSpPr>
          <p:nvPr>
            <p:ph type="body" sz="quarter" idx="15" hasCustomPrompt="1"/>
          </p:nvPr>
        </p:nvSpPr>
        <p:spPr>
          <a:xfrm>
            <a:off x="9633595" y="4914480"/>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endParaRPr lang="en-US" dirty="0"/>
          </a:p>
        </p:txBody>
      </p:sp>
      <p:sp>
        <p:nvSpPr>
          <p:cNvPr id="18" name="Text Placeholder 17"/>
          <p:cNvSpPr>
            <a:spLocks noGrp="1"/>
          </p:cNvSpPr>
          <p:nvPr>
            <p:ph type="body" sz="quarter" idx="16" hasCustomPrompt="1"/>
          </p:nvPr>
        </p:nvSpPr>
        <p:spPr>
          <a:xfrm>
            <a:off x="9633595" y="5141813"/>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endParaRPr lang="en-US" dirty="0"/>
          </a:p>
        </p:txBody>
      </p:sp>
      <p:sp>
        <p:nvSpPr>
          <p:cNvPr id="24" name="Date Placeholder 3"/>
          <p:cNvSpPr>
            <a:spLocks noGrp="1"/>
          </p:cNvSpPr>
          <p:nvPr>
            <p:ph type="dt" sz="half" idx="10"/>
          </p:nvPr>
        </p:nvSpPr>
        <p:spPr>
          <a:xfrm>
            <a:off x="838200" y="6179264"/>
            <a:ext cx="2743200" cy="365125"/>
          </a:xfrm>
          <a:prstGeom prst="rect">
            <a:avLst/>
          </a:prstGeom>
        </p:spPr>
        <p:txBody>
          <a:bodyPr/>
          <a:lstStyle/>
          <a:p>
            <a:r>
              <a:rPr lang="en-US"/>
              <a:t>Date</a:t>
            </a:r>
            <a:endParaRPr lang="en-US"/>
          </a:p>
        </p:txBody>
      </p:sp>
      <p:sp>
        <p:nvSpPr>
          <p:cNvPr id="25" name="Footer Placeholder 4"/>
          <p:cNvSpPr>
            <a:spLocks noGrp="1"/>
          </p:cNvSpPr>
          <p:nvPr>
            <p:ph type="ftr" sz="quarter" idx="11"/>
          </p:nvPr>
        </p:nvSpPr>
        <p:spPr>
          <a:xfrm>
            <a:off x="4038600" y="6179264"/>
            <a:ext cx="4114800" cy="365125"/>
          </a:xfrm>
          <a:prstGeom prst="rect">
            <a:avLst/>
          </a:prstGeom>
        </p:spPr>
        <p:txBody>
          <a:bodyPr/>
          <a:lstStyle/>
          <a:p>
            <a:r>
              <a:rPr lang="en-US"/>
              <a:t>Your Footer Here</a:t>
            </a:r>
            <a:endParaRPr lang="en-US"/>
          </a:p>
        </p:txBody>
      </p:sp>
      <p:sp>
        <p:nvSpPr>
          <p:cNvPr id="26" name="Slide Number Placeholder 5"/>
          <p:cNvSpPr>
            <a:spLocks noGrp="1"/>
          </p:cNvSpPr>
          <p:nvPr>
            <p:ph type="sldNum" sz="quarter" idx="12"/>
          </p:nvPr>
        </p:nvSpPr>
        <p:spPr>
          <a:xfrm>
            <a:off x="8610600" y="6179264"/>
            <a:ext cx="2743200" cy="365125"/>
          </a:xfrm>
          <a:prstGeom prst="rect">
            <a:avLst/>
          </a:prstGeom>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2" name="explode.wav"/>
          </p:stSnd>
        </p:sndAc>
      </p:transition>
    </mc:Choice>
    <mc:Fallback>
      <p:transition>
        <p:sndAc>
          <p:stSnd>
            <p:snd r:embed="rId2" name="explode.wav"/>
          </p:stSnd>
        </p:sndAc>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audio" Target="../media/audio1.wav"/><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3000">
              <a:schemeClr val="accent1">
                <a:lumMod val="89000"/>
              </a:schemeClr>
            </a:gs>
            <a:gs pos="97000">
              <a:schemeClr val="accent1">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179264"/>
            <a:ext cx="2743200" cy="365125"/>
          </a:xfrm>
          <a:prstGeom prst="rect">
            <a:avLst/>
          </a:prstGeom>
        </p:spPr>
        <p:txBody>
          <a:bodyPr vert="horz" lIns="91440" tIns="45720" rIns="91440" bIns="45720" rtlCol="0" anchor="ctr"/>
          <a:lstStyle>
            <a:lvl1pPr algn="l">
              <a:defRPr sz="1200">
                <a:solidFill>
                  <a:schemeClr val="bg1">
                    <a:lumMod val="95000"/>
                  </a:schemeClr>
                </a:solidFill>
              </a:defRPr>
            </a:lvl1pPr>
          </a:lstStyle>
          <a:p>
            <a:r>
              <a:rPr lang="en-US"/>
              <a:t>Date</a:t>
            </a:r>
            <a:endParaRPr lang="en-US"/>
          </a:p>
        </p:txBody>
      </p:sp>
      <p:sp>
        <p:nvSpPr>
          <p:cNvPr id="5" name="Footer Placeholder 4"/>
          <p:cNvSpPr>
            <a:spLocks noGrp="1"/>
          </p:cNvSpPr>
          <p:nvPr>
            <p:ph type="ftr" sz="quarter" idx="3"/>
          </p:nvPr>
        </p:nvSpPr>
        <p:spPr>
          <a:xfrm>
            <a:off x="4038600" y="6179264"/>
            <a:ext cx="4114800"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r>
              <a:rPr lang="en-US"/>
              <a:t>Your Footer Here</a:t>
            </a:r>
            <a:endParaRPr lang="en-US"/>
          </a:p>
        </p:txBody>
      </p:sp>
      <p:sp>
        <p:nvSpPr>
          <p:cNvPr id="6" name="Slide Number Placeholder 5"/>
          <p:cNvSpPr>
            <a:spLocks noGrp="1"/>
          </p:cNvSpPr>
          <p:nvPr>
            <p:ph type="sldNum" sz="quarter" idx="4"/>
          </p:nvPr>
        </p:nvSpPr>
        <p:spPr>
          <a:xfrm>
            <a:off x="8610600" y="6179264"/>
            <a:ext cx="2743200" cy="365125"/>
          </a:xfrm>
          <a:prstGeom prst="rect">
            <a:avLst/>
          </a:prstGeom>
        </p:spPr>
        <p:txBody>
          <a:bodyPr vert="horz" lIns="91440" tIns="45720" rIns="91440" bIns="45720" rtlCol="0" anchor="ctr"/>
          <a:lstStyle>
            <a:lvl1pPr algn="r">
              <a:defRPr sz="1200">
                <a:solidFill>
                  <a:schemeClr val="bg1">
                    <a:lumMod val="95000"/>
                  </a:schemeClr>
                </a:solidFill>
              </a:defRPr>
            </a:lvl1pPr>
          </a:lstStyle>
          <a:p>
            <a:fld id="{672B7600-67E3-4D97-B453-880E2742B982}" type="slidenum">
              <a:rPr lang="en-US" smtClean="0"/>
            </a:fld>
            <a:endParaRPr lang="en-US"/>
          </a:p>
        </p:txBody>
      </p:sp>
      <p:sp>
        <p:nvSpPr>
          <p:cNvPr id="13" name="Shape"/>
          <p:cNvSpPr/>
          <p:nvPr/>
        </p:nvSpPr>
        <p:spPr>
          <a:xfrm>
            <a:off x="365769" y="322297"/>
            <a:ext cx="11460461" cy="623441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lnTo>
                  <a:pt x="21600" y="21600"/>
                </a:lnTo>
                <a:close/>
                <a:moveTo>
                  <a:pt x="18" y="21567"/>
                </a:moveTo>
                <a:lnTo>
                  <a:pt x="21582" y="21567"/>
                </a:lnTo>
                <a:lnTo>
                  <a:pt x="21582" y="33"/>
                </a:lnTo>
                <a:lnTo>
                  <a:pt x="18" y="33"/>
                </a:lnTo>
                <a:lnTo>
                  <a:pt x="18" y="21567"/>
                </a:lnTo>
                <a:close/>
              </a:path>
            </a:pathLst>
          </a:custGeom>
          <a:solidFill>
            <a:srgbClr val="FFFFFF"/>
          </a:solidFill>
          <a:ln w="12700">
            <a:miter lim="400000"/>
          </a:ln>
        </p:spPr>
        <p:txBody>
          <a:bodyPr lIns="38100" tIns="38100" rIns="38100" bIns="38100" anchor="ctr"/>
          <a:lstStyle/>
          <a:p>
            <a:pPr>
              <a:defRPr sz="3000">
                <a:solidFill>
                  <a:srgbClr val="FFFFFF"/>
                </a:solidFill>
              </a:defRPr>
            </a:p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mc:Choice xmlns:p14="http://schemas.microsoft.com/office/powerpoint/2010/main" Requires="p14">
      <p:transition p14:dur="500">
        <p:sndAc>
          <p:stSnd>
            <p:snd r:embed="rId7" name="explode.wav"/>
          </p:stSnd>
        </p:sndAc>
      </p:transition>
    </mc:Choice>
    <mc:Fallback>
      <p:transition>
        <p:sndAc>
          <p:stSnd>
            <p:snd r:embed="rId7" name="explode.wav"/>
          </p:stSnd>
        </p:sndAc>
      </p:transition>
    </mc:Fallback>
  </mc:AlternateConten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Title of your Presentation</a:t>
            </a:r>
            <a:endParaRPr lang="en-US" dirty="0"/>
          </a:p>
        </p:txBody>
      </p:sp>
      <p:sp>
        <p:nvSpPr>
          <p:cNvPr id="3" name="Subtitle 2"/>
          <p:cNvSpPr>
            <a:spLocks noGrp="1"/>
          </p:cNvSpPr>
          <p:nvPr>
            <p:ph type="subTitle" idx="1"/>
          </p:nvPr>
        </p:nvSpPr>
        <p:spPr/>
        <p:txBody>
          <a:bodyPr/>
          <a:lstStyle/>
          <a:p>
            <a:r>
              <a:rPr lang="en-US" dirty="0"/>
              <a:t>A Free Presentation Template</a:t>
            </a:r>
            <a:endParaRPr lang="en-US" dirty="0"/>
          </a:p>
        </p:txBody>
      </p:sp>
      <p:sp>
        <p:nvSpPr>
          <p:cNvPr id="4" name="Slide Number Placeholder 3"/>
          <p:cNvSpPr>
            <a:spLocks noGrp="1"/>
          </p:cNvSpPr>
          <p:nvPr>
            <p:ph type="sldNum" sz="quarter" idx="12"/>
          </p:nvPr>
        </p:nvSpPr>
        <p:spPr/>
        <p:txBody>
          <a:bodyPr/>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1" name="explode.wav"/>
          </p:stSnd>
        </p:sndAc>
      </p:transition>
    </mc:Choice>
    <mc:Fallback>
      <p:transition>
        <p:sndAc>
          <p:stSnd>
            <p:snd r:embed="rId1" name="explode.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Slide</a:t>
            </a:r>
            <a:endParaRPr lang="en-US" dirty="0"/>
          </a:p>
        </p:txBody>
      </p:sp>
      <p:sp>
        <p:nvSpPr>
          <p:cNvPr id="5" name="Content Placeholder 4"/>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8" name="Slide Number Placeholder 7"/>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1" name="explode.wav"/>
          </p:stSnd>
        </p:sndAc>
      </p:transition>
    </mc:Choice>
    <mc:Fallback>
      <p:transition>
        <p:sndAc>
          <p:stSnd>
            <p:snd r:embed="rId1" name="explode.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Slide</a:t>
            </a:r>
            <a:endParaRPr lang="en-US" dirty="0"/>
          </a:p>
        </p:txBody>
      </p:sp>
      <p:sp>
        <p:nvSpPr>
          <p:cNvPr id="5" name="Content Placeholder 4"/>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1" name="explode.wav"/>
          </p:stSnd>
        </p:sndAc>
      </p:transition>
    </mc:Choice>
    <mc:Fallback>
      <p:transition>
        <p:sndAc>
          <p:stSnd>
            <p:snd r:embed="rId1" name="explode.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Section</a:t>
            </a:r>
            <a:endParaRPr lang="en-US" dirty="0"/>
          </a:p>
        </p:txBody>
      </p:sp>
      <p:sp>
        <p:nvSpPr>
          <p:cNvPr id="5" name="Text Placeholder 4"/>
          <p:cNvSpPr>
            <a:spLocks noGrp="1"/>
          </p:cNvSpPr>
          <p:nvPr>
            <p:ph type="body" idx="1"/>
          </p:nvPr>
        </p:nvSpPr>
        <p:spPr/>
        <p:txBody>
          <a:bodyPr/>
          <a:lstStyle/>
          <a:p>
            <a:r>
              <a:rPr lang="en-US" dirty="0"/>
              <a:t>Here goes the subtitle of your section</a:t>
            </a:r>
            <a:endParaRPr lang="en-US" dirty="0"/>
          </a:p>
        </p:txBody>
      </p:sp>
      <p:sp>
        <p:nvSpPr>
          <p:cNvPr id="8" name="Slide Number Placeholder 7"/>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1" name="explode.wav"/>
          </p:stSnd>
        </p:sndAc>
      </p:transition>
    </mc:Choice>
    <mc:Fallback>
      <p:transition>
        <p:sndAc>
          <p:stSnd>
            <p:snd r:embed="rId1" name="explode.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Section</a:t>
            </a:r>
            <a:endParaRPr lang="en-US" dirty="0"/>
          </a:p>
        </p:txBody>
      </p:sp>
      <p:sp>
        <p:nvSpPr>
          <p:cNvPr id="5" name="Text Placeholder 4"/>
          <p:cNvSpPr>
            <a:spLocks noGrp="1"/>
          </p:cNvSpPr>
          <p:nvPr>
            <p:ph type="body" idx="1"/>
          </p:nvPr>
        </p:nvSpPr>
        <p:spPr/>
        <p:txBody>
          <a:bodyPr/>
          <a:lstStyle/>
          <a:p>
            <a:r>
              <a:rPr lang="en-US" dirty="0"/>
              <a:t>Here goes the subtitle of your section</a:t>
            </a:r>
            <a:endParaRPr lang="en-US" dirty="0"/>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1" name="explode.wav"/>
          </p:stSnd>
        </p:sndAc>
      </p:transition>
    </mc:Choice>
    <mc:Fallback>
      <p:transition>
        <p:sndAc>
          <p:stSnd>
            <p:snd r:embed="rId1" name="explode.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p:cNvSpPr>
            <a:spLocks noGrp="1"/>
          </p:cNvSpPr>
          <p:nvPr>
            <p:ph type="pic" sz="quarter" idx="17"/>
          </p:nvPr>
        </p:nvSpPr>
        <p:spPr/>
      </p:sp>
      <p:sp>
        <p:nvSpPr>
          <p:cNvPr id="2" name="Title 1"/>
          <p:cNvSpPr>
            <a:spLocks noGrp="1"/>
          </p:cNvSpPr>
          <p:nvPr>
            <p:ph type="title"/>
          </p:nvPr>
        </p:nvSpPr>
        <p:spPr/>
        <p:txBody>
          <a:bodyPr/>
          <a:lstStyle/>
          <a:p>
            <a:r>
              <a:rPr lang="en-US" dirty="0"/>
              <a:t>Thank You!</a:t>
            </a:r>
            <a:endParaRPr lang="en-US" dirty="0"/>
          </a:p>
        </p:txBody>
      </p:sp>
      <p:sp>
        <p:nvSpPr>
          <p:cNvPr id="3" name="Text Placeholder 2"/>
          <p:cNvSpPr>
            <a:spLocks noGrp="1"/>
          </p:cNvSpPr>
          <p:nvPr>
            <p:ph type="body" idx="1"/>
          </p:nvPr>
        </p:nvSpPr>
        <p:spPr/>
        <p:txBody>
          <a:bodyPr/>
          <a:lstStyle/>
          <a:p>
            <a:r>
              <a:rPr lang="en-US" noProof="1"/>
              <a:t>Lorem ipsum dolor sit amet, tollit epicuri est ex, exerci accumsan singulis ei mel.</a:t>
            </a:r>
            <a:endParaRPr lang="en-US" noProof="1"/>
          </a:p>
        </p:txBody>
      </p:sp>
      <p:sp>
        <p:nvSpPr>
          <p:cNvPr id="8" name="Text Placeholder 7"/>
          <p:cNvSpPr>
            <a:spLocks noGrp="1"/>
          </p:cNvSpPr>
          <p:nvPr>
            <p:ph type="body" sz="quarter" idx="14"/>
          </p:nvPr>
        </p:nvSpPr>
        <p:spPr/>
        <p:txBody>
          <a:bodyPr/>
          <a:lstStyle/>
          <a:p>
            <a:r>
              <a:rPr lang="en-US" dirty="0"/>
              <a:t>First / Last Name</a:t>
            </a:r>
            <a:endParaRPr lang="en-US" dirty="0"/>
          </a:p>
        </p:txBody>
      </p:sp>
      <p:sp>
        <p:nvSpPr>
          <p:cNvPr id="9" name="Text Placeholder 8"/>
          <p:cNvSpPr>
            <a:spLocks noGrp="1"/>
          </p:cNvSpPr>
          <p:nvPr>
            <p:ph type="body" sz="quarter" idx="15"/>
          </p:nvPr>
        </p:nvSpPr>
        <p:spPr/>
        <p:txBody>
          <a:bodyPr/>
          <a:lstStyle/>
          <a:p>
            <a:r>
              <a:rPr lang="en-US" dirty="0"/>
              <a:t>(123) 456-7890</a:t>
            </a:r>
            <a:endParaRPr lang="en-US" dirty="0"/>
          </a:p>
        </p:txBody>
      </p:sp>
      <p:sp>
        <p:nvSpPr>
          <p:cNvPr id="11" name="Text Placeholder 10"/>
          <p:cNvSpPr>
            <a:spLocks noGrp="1"/>
          </p:cNvSpPr>
          <p:nvPr>
            <p:ph type="body" sz="quarter" idx="16"/>
          </p:nvPr>
        </p:nvSpPr>
        <p:spPr/>
        <p:txBody>
          <a:bodyPr/>
          <a:lstStyle/>
          <a:p>
            <a:r>
              <a:rPr lang="en-US" dirty="0"/>
              <a:t>Your Company</a:t>
            </a:r>
            <a:endParaRPr lang="en-US" dirty="0"/>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sndAc>
          <p:stSnd>
            <p:snd r:embed="rId1" name="explode.wav"/>
          </p:stSnd>
        </p:sndAc>
      </p:transition>
    </mc:Choice>
    <mc:Fallback>
      <p:transition>
        <p:sndAc>
          <p:stSnd>
            <p:snd r:embed="rId1" name="explode.wav"/>
          </p:stSnd>
        </p:sndAc>
      </p:transition>
    </mc:Fallback>
  </mc:AlternateContent>
</p:sld>
</file>

<file path=ppt/theme/theme1.xml><?xml version="1.0" encoding="utf-8"?>
<a:theme xmlns:a="http://schemas.openxmlformats.org/drawingml/2006/main" name="PresentationG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1162</Words>
  <Application>WPS Presentation</Application>
  <PresentationFormat>Widescreen</PresentationFormat>
  <Paragraphs>44</Paragraphs>
  <Slides>6</Slides>
  <Notes>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SimSun</vt:lpstr>
      <vt:lpstr>Wingdings</vt:lpstr>
      <vt:lpstr>Open Sans</vt:lpstr>
      <vt:lpstr>T2_131</vt:lpstr>
      <vt:lpstr>Calibri</vt:lpstr>
      <vt:lpstr>Calibri</vt:lpstr>
      <vt:lpstr>Calibri Light</vt:lpstr>
      <vt:lpstr>Microsoft YaHei</vt:lpstr>
      <vt:lpstr>Arial Unicode MS</vt:lpstr>
      <vt:lpstr>PresentationGO</vt:lpstr>
      <vt:lpstr>Title of your Presentation</vt:lpstr>
      <vt:lpstr>Title of your Slide</vt:lpstr>
      <vt:lpstr>Title of your Slide</vt:lpstr>
      <vt:lpstr>Title of your Section</vt:lpstr>
      <vt:lpstr>Title of your Section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Blue Gradient</dc:title>
  <dc:creator>PresentationGO.com</dc:creator>
  <dc:description>© Copyright PresentationGo.com</dc:description>
  <cp:category>Templates</cp:category>
  <cp:lastModifiedBy>Admin</cp:lastModifiedBy>
  <cp:revision>8</cp:revision>
  <dcterms:created xsi:type="dcterms:W3CDTF">2019-11-21T05:02:00Z</dcterms:created>
  <dcterms:modified xsi:type="dcterms:W3CDTF">2026-05-08T09:00:24Z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77B2162CB8AC4866825EF0E025BFB36B_13</vt:lpwstr>
  </property>
  <property fmtid="{D5CDD505-2E9C-101B-9397-08002B2CF9AE}" pid="3" name="KSOProductBuildVer">
    <vt:lpwstr>1033-12.1.0.25862</vt:lpwstr>
  </property>
</Properties>
</file>