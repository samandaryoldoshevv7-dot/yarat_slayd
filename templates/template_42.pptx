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j-ea"/>
              </a:rPr>
              <a:t>Your title here</a:t>
            </a:r>
            <a:endParaRPr lang="en-US" dirty="0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Name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69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Lato</vt:lpstr>
      <vt:lpstr>Alex Brush</vt:lpstr>
      <vt:lpstr>Manrope ExtraBold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B294FC8EA1524C48985F4959E5D87410_11</vt:lpwstr>
  </property>
  <property fmtid="{D5CDD505-2E9C-101B-9397-08002B2CF9AE}" pid="3" name="KSOProductBuildVer">
    <vt:lpwstr>1033-12.1.0.25862</vt:lpwstr>
  </property>
</Properties>
</file>