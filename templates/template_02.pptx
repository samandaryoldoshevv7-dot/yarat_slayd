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94660"/>
  </p:normalViewPr>
  <p:slideViewPr>
    <p:cSldViewPr snapToGrid="0">
      <p:cViewPr>
        <p:scale>
          <a:sx n="50" d="100"/>
          <a:sy n="50" d="100"/>
        </p:scale>
        <p:origin x="2946" y="15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EC0EC5-360C-4963-A357-E6AB921AC2C7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BB79C-7A12-495D-93B0-F5C43D274D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8004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6929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1616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762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7659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0973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6488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5826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646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723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808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43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216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5161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523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200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26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5418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119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6536AD-FC51-B850-D73D-26978FD1EA81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  <a:lumMod val="0"/>
                  <a:lumOff val="100000"/>
                </a:schemeClr>
              </a:gs>
              <a:gs pos="80000">
                <a:schemeClr val="bg2">
                  <a:lumMod val="1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2A6FDFB-46FD-4D32-A054-BC9C55F6A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6468" y="501649"/>
            <a:ext cx="6157332" cy="2114548"/>
          </a:xfrm>
        </p:spPr>
        <p:txBody>
          <a:bodyPr anchor="b"/>
          <a:lstStyle>
            <a:lvl1pPr algn="ctr"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C1F0D0AA-12EA-49AC-BF55-4B2556467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6468" y="2755346"/>
            <a:ext cx="6157332" cy="134730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D611355A-2485-4AA5-91FA-EA5F3157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64A10338-DE30-4CA9-A21B-D50D6579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49D5EB62-2B81-475B-92EC-DEB93DC3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36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7AA3BA-A33E-AA15-CD8D-3153500F7087}"/>
              </a:ext>
            </a:extLst>
          </p:cNvPr>
          <p:cNvSpPr/>
          <p:nvPr userDrawn="1"/>
        </p:nvSpPr>
        <p:spPr>
          <a:xfrm rot="10800000">
            <a:off x="1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  <a:lumMod val="0"/>
                  <a:lumOff val="100000"/>
                </a:schemeClr>
              </a:gs>
              <a:gs pos="80000">
                <a:schemeClr val="bg2">
                  <a:lumMod val="1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D08B00A-9A13-4AB1-A72D-2F499BA2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8060472" cy="1088118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89DC5E6-DDCD-4B67-B47F-0BD6C54B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6406243" cy="4601817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68C53B7-7FCD-400A-9752-7BFFD8BB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0C428BE-FED7-45A5-9425-7445C51F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18FDE52B-46E4-490F-8D9A-1A96457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3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97E347-7114-3E14-BA5E-2CCDA57F29C1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  <a:lumMod val="0"/>
                  <a:lumOff val="100000"/>
                </a:schemeClr>
              </a:gs>
              <a:gs pos="80000">
                <a:schemeClr val="bg2">
                  <a:lumMod val="1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8888851-8419-4D40-B1E3-9D279F24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307" y="365125"/>
            <a:ext cx="8086493" cy="990146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CCD0F33-6122-4DA2-AA9D-CA48CEFB9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057" y="1502229"/>
            <a:ext cx="6215743" cy="4689849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A8A3FA1-377F-4383-B7E8-14D9409A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66F5CF8-699B-4A09-9AD0-718B0175E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C55771C-35B2-4842-A572-EEE14A727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53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40CF60D-C9D6-8E0B-1D00-EA10A861073A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  <a:lumMod val="0"/>
                  <a:lumOff val="100000"/>
                </a:schemeClr>
              </a:gs>
              <a:gs pos="80000">
                <a:schemeClr val="bg2">
                  <a:lumMod val="1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E228BF-1CA5-4856-ADE1-3CF4E8475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572" y="509519"/>
            <a:ext cx="4550228" cy="2066299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5560DB-B208-41C1-AC26-ACACF8AE7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3572" y="2741615"/>
            <a:ext cx="4550228" cy="1374769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BE4794E-B8B9-45F1-346F-E7297097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6DD4566-751E-E458-97E3-FDF90139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5969B7F-7392-2D98-F2DD-7EC3980E8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773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7F12C3-B564-86E3-3F6C-393C2A84E871}"/>
              </a:ext>
            </a:extLst>
          </p:cNvPr>
          <p:cNvSpPr/>
          <p:nvPr userDrawn="1"/>
        </p:nvSpPr>
        <p:spPr>
          <a:xfrm rot="10800000">
            <a:off x="1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  <a:lumMod val="0"/>
                  <a:lumOff val="100000"/>
                </a:schemeClr>
              </a:gs>
              <a:gs pos="80000">
                <a:schemeClr val="bg2">
                  <a:lumMod val="1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8A6F9C6-84D1-561D-B117-D97F3735A0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92AC689-5953-34D0-2444-AC89D4AC5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0C0D48-72D0-9B1C-7F45-71EC7D8EA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C795C7-AA77-98C9-C8AD-1664D381C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79141"/>
            <a:ext cx="4302512" cy="198942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7EDE4BA-59FC-C803-C965-4306C641A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2534358"/>
            <a:ext cx="4302512" cy="137476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14985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69F963-439F-63EB-C5B9-4E856E6EC155}"/>
              </a:ext>
            </a:extLst>
          </p:cNvPr>
          <p:cNvSpPr/>
          <p:nvPr userDrawn="1"/>
        </p:nvSpPr>
        <p:spPr>
          <a:xfrm rot="10800000">
            <a:off x="1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  <a:lumMod val="0"/>
                  <a:lumOff val="100000"/>
                </a:schemeClr>
              </a:gs>
              <a:gs pos="80000">
                <a:schemeClr val="bg2">
                  <a:lumMod val="1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907DC5D-4F3E-4A99-A621-6F93F322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32170"/>
            <a:ext cx="5627914" cy="1869365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DA8F992-7750-4566-AB4F-B2E8F379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2410127"/>
            <a:ext cx="5642940" cy="78805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33CC49E4-6647-47F5-895A-9CFC416CE1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3745843"/>
            <a:ext cx="1333500" cy="13335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A537F86F-E8D6-44FF-939F-7EB5A4693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5262547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17C97F11-0CC0-4E01-8422-6143830432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5489880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Mobile / email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22609FE-C556-4394-9CD9-CACD20BC72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5717213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Company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CE4E427-9DC8-F2A9-D2F1-4487E164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12BA2E-5B78-367E-BFBA-376FC426B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E75FDB-C307-D84D-32D1-0AA4CAE9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5247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lor and Typography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D08B00A-9A13-4AB1-A72D-2F499BA2EBA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BB3FC47E-3339-49A8-AEF2-ECC3BF1514FB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838199" y="3709150"/>
            <a:ext cx="10515600" cy="132588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4400" b="1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29D5438-3BC8-4817-9C86-A9AAA6047492}"/>
              </a:ext>
            </a:extLst>
          </p:cNvPr>
          <p:cNvSpPr txBox="1"/>
          <p:nvPr userDrawn="1"/>
        </p:nvSpPr>
        <p:spPr>
          <a:xfrm>
            <a:off x="4677206" y="4033186"/>
            <a:ext cx="243528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solidFill>
                  <a:schemeClr val="accent2"/>
                </a:solidFill>
              </a:rPr>
              <a:t>Aa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676EAA04-3941-4EEF-875A-DA2DBBB0CA8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697757" y="6124726"/>
            <a:ext cx="2394180" cy="564999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Font name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93ECBA-1736-4F4C-FD84-CE06734CE7E3}"/>
              </a:ext>
            </a:extLst>
          </p:cNvPr>
          <p:cNvSpPr/>
          <p:nvPr userDrawn="1"/>
        </p:nvSpPr>
        <p:spPr>
          <a:xfrm>
            <a:off x="838199" y="1830763"/>
            <a:ext cx="894312" cy="174112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AF8F07-5703-F53D-4A45-B972D400B272}"/>
              </a:ext>
            </a:extLst>
          </p:cNvPr>
          <p:cNvSpPr/>
          <p:nvPr userDrawn="1"/>
        </p:nvSpPr>
        <p:spPr>
          <a:xfrm>
            <a:off x="838199" y="1830763"/>
            <a:ext cx="894312" cy="155130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F7CE17-1562-CEA1-500A-F6C74368068A}"/>
              </a:ext>
            </a:extLst>
          </p:cNvPr>
          <p:cNvSpPr/>
          <p:nvPr userDrawn="1"/>
        </p:nvSpPr>
        <p:spPr>
          <a:xfrm>
            <a:off x="838199" y="1830763"/>
            <a:ext cx="894312" cy="13614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B9506A-12CA-EF9F-61A8-3BD1AADA08D3}"/>
              </a:ext>
            </a:extLst>
          </p:cNvPr>
          <p:cNvSpPr/>
          <p:nvPr userDrawn="1"/>
        </p:nvSpPr>
        <p:spPr>
          <a:xfrm>
            <a:off x="838199" y="1830763"/>
            <a:ext cx="894312" cy="11716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36EF9C-F74E-B170-2C0F-507EB1D2DEE8}"/>
              </a:ext>
            </a:extLst>
          </p:cNvPr>
          <p:cNvSpPr/>
          <p:nvPr userDrawn="1"/>
        </p:nvSpPr>
        <p:spPr>
          <a:xfrm>
            <a:off x="838199" y="1830763"/>
            <a:ext cx="894312" cy="981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6D1DEC-B335-96CA-12FB-9598E03DDC4F}"/>
              </a:ext>
            </a:extLst>
          </p:cNvPr>
          <p:cNvSpPr/>
          <p:nvPr userDrawn="1"/>
        </p:nvSpPr>
        <p:spPr>
          <a:xfrm>
            <a:off x="838200" y="1830763"/>
            <a:ext cx="894312" cy="788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A861F6-B5E9-9874-26E7-B07B110B1B9B}"/>
              </a:ext>
            </a:extLst>
          </p:cNvPr>
          <p:cNvSpPr/>
          <p:nvPr userDrawn="1"/>
        </p:nvSpPr>
        <p:spPr>
          <a:xfrm>
            <a:off x="1907231" y="1830763"/>
            <a:ext cx="894312" cy="174112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8803AC-CDB1-3216-CB12-9C1BEA8E90E4}"/>
              </a:ext>
            </a:extLst>
          </p:cNvPr>
          <p:cNvSpPr/>
          <p:nvPr userDrawn="1"/>
        </p:nvSpPr>
        <p:spPr>
          <a:xfrm>
            <a:off x="1907231" y="1830763"/>
            <a:ext cx="894312" cy="155130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C7D81B-5E24-77AB-275D-CE7897182717}"/>
              </a:ext>
            </a:extLst>
          </p:cNvPr>
          <p:cNvSpPr/>
          <p:nvPr userDrawn="1"/>
        </p:nvSpPr>
        <p:spPr>
          <a:xfrm>
            <a:off x="1907231" y="1830763"/>
            <a:ext cx="894312" cy="13614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01059-4154-0F34-C749-FCD425C5A0EC}"/>
              </a:ext>
            </a:extLst>
          </p:cNvPr>
          <p:cNvSpPr/>
          <p:nvPr userDrawn="1"/>
        </p:nvSpPr>
        <p:spPr>
          <a:xfrm>
            <a:off x="1907231" y="1830763"/>
            <a:ext cx="894312" cy="117166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88BA9A-1C63-C1EF-CC09-397E3454F9F5}"/>
              </a:ext>
            </a:extLst>
          </p:cNvPr>
          <p:cNvSpPr/>
          <p:nvPr userDrawn="1"/>
        </p:nvSpPr>
        <p:spPr>
          <a:xfrm>
            <a:off x="1907231" y="1830763"/>
            <a:ext cx="894312" cy="98184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C8E761-0743-73C3-A16B-F903B9D4690A}"/>
              </a:ext>
            </a:extLst>
          </p:cNvPr>
          <p:cNvSpPr/>
          <p:nvPr userDrawn="1"/>
        </p:nvSpPr>
        <p:spPr>
          <a:xfrm>
            <a:off x="1907232" y="1830763"/>
            <a:ext cx="894312" cy="7882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382C3D-C1AA-DEA3-D17D-825E4F22E7CB}"/>
              </a:ext>
            </a:extLst>
          </p:cNvPr>
          <p:cNvSpPr/>
          <p:nvPr userDrawn="1"/>
        </p:nvSpPr>
        <p:spPr>
          <a:xfrm>
            <a:off x="2976263" y="1830763"/>
            <a:ext cx="894312" cy="174112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8B7614-1E4D-AE9C-0605-AE1833256923}"/>
              </a:ext>
            </a:extLst>
          </p:cNvPr>
          <p:cNvSpPr/>
          <p:nvPr userDrawn="1"/>
        </p:nvSpPr>
        <p:spPr>
          <a:xfrm>
            <a:off x="2976263" y="1830763"/>
            <a:ext cx="894312" cy="155130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6322A9-B072-81AD-416C-8B03E7391245}"/>
              </a:ext>
            </a:extLst>
          </p:cNvPr>
          <p:cNvSpPr/>
          <p:nvPr userDrawn="1"/>
        </p:nvSpPr>
        <p:spPr>
          <a:xfrm>
            <a:off x="2976263" y="1830763"/>
            <a:ext cx="894312" cy="136148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8FCF1F-8AC7-6DEC-9CF4-9EA83CE4EA8C}"/>
              </a:ext>
            </a:extLst>
          </p:cNvPr>
          <p:cNvSpPr/>
          <p:nvPr userDrawn="1"/>
        </p:nvSpPr>
        <p:spPr>
          <a:xfrm>
            <a:off x="2976263" y="1830763"/>
            <a:ext cx="894312" cy="117166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989C89-C34C-4077-3868-C39C0EB071E1}"/>
              </a:ext>
            </a:extLst>
          </p:cNvPr>
          <p:cNvSpPr/>
          <p:nvPr userDrawn="1"/>
        </p:nvSpPr>
        <p:spPr>
          <a:xfrm>
            <a:off x="2976263" y="1830763"/>
            <a:ext cx="894312" cy="98184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1D3FFC-A053-A1C5-054B-586B31313B7F}"/>
              </a:ext>
            </a:extLst>
          </p:cNvPr>
          <p:cNvSpPr/>
          <p:nvPr userDrawn="1"/>
        </p:nvSpPr>
        <p:spPr>
          <a:xfrm>
            <a:off x="2976264" y="1830763"/>
            <a:ext cx="894312" cy="7882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2252A1-964B-0041-86D6-7B9D6E3139E8}"/>
              </a:ext>
            </a:extLst>
          </p:cNvPr>
          <p:cNvSpPr/>
          <p:nvPr userDrawn="1"/>
        </p:nvSpPr>
        <p:spPr>
          <a:xfrm>
            <a:off x="4045295" y="1830763"/>
            <a:ext cx="894312" cy="174112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AC76C5-E45B-5B5F-5336-F56F66972AC5}"/>
              </a:ext>
            </a:extLst>
          </p:cNvPr>
          <p:cNvSpPr/>
          <p:nvPr userDrawn="1"/>
        </p:nvSpPr>
        <p:spPr>
          <a:xfrm>
            <a:off x="4045295" y="1830763"/>
            <a:ext cx="894312" cy="155130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F27179-4140-5D13-8FDB-B54AAB362292}"/>
              </a:ext>
            </a:extLst>
          </p:cNvPr>
          <p:cNvSpPr/>
          <p:nvPr userDrawn="1"/>
        </p:nvSpPr>
        <p:spPr>
          <a:xfrm>
            <a:off x="4045295" y="1830763"/>
            <a:ext cx="894312" cy="136148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6278AF-9DA2-2241-4061-A0E245B74DF5}"/>
              </a:ext>
            </a:extLst>
          </p:cNvPr>
          <p:cNvSpPr/>
          <p:nvPr userDrawn="1"/>
        </p:nvSpPr>
        <p:spPr>
          <a:xfrm>
            <a:off x="4045295" y="1830763"/>
            <a:ext cx="894312" cy="117166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DCD6E6-26BC-A87D-857C-5497F74C772B}"/>
              </a:ext>
            </a:extLst>
          </p:cNvPr>
          <p:cNvSpPr/>
          <p:nvPr userDrawn="1"/>
        </p:nvSpPr>
        <p:spPr>
          <a:xfrm>
            <a:off x="4045295" y="1830763"/>
            <a:ext cx="894312" cy="9818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DB7264-DFA6-CC4E-E08D-94D670DB5ABC}"/>
              </a:ext>
            </a:extLst>
          </p:cNvPr>
          <p:cNvSpPr/>
          <p:nvPr userDrawn="1"/>
        </p:nvSpPr>
        <p:spPr>
          <a:xfrm>
            <a:off x="4045296" y="1830763"/>
            <a:ext cx="894312" cy="788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21F664-92AA-E355-B199-B501956B3F01}"/>
              </a:ext>
            </a:extLst>
          </p:cNvPr>
          <p:cNvSpPr/>
          <p:nvPr userDrawn="1"/>
        </p:nvSpPr>
        <p:spPr>
          <a:xfrm>
            <a:off x="5114327" y="1830763"/>
            <a:ext cx="894312" cy="17411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6762C1-0B48-BC83-93A9-BC91F4B911D6}"/>
              </a:ext>
            </a:extLst>
          </p:cNvPr>
          <p:cNvSpPr/>
          <p:nvPr userDrawn="1"/>
        </p:nvSpPr>
        <p:spPr>
          <a:xfrm>
            <a:off x="5114327" y="1830763"/>
            <a:ext cx="894312" cy="155130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ED955D-5E19-6DEB-D92F-08E4B4E7F5D5}"/>
              </a:ext>
            </a:extLst>
          </p:cNvPr>
          <p:cNvSpPr/>
          <p:nvPr userDrawn="1"/>
        </p:nvSpPr>
        <p:spPr>
          <a:xfrm>
            <a:off x="5114327" y="1830763"/>
            <a:ext cx="894312" cy="13614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7B8BB3-BB9D-2192-2B3D-FD611E44C10C}"/>
              </a:ext>
            </a:extLst>
          </p:cNvPr>
          <p:cNvSpPr/>
          <p:nvPr userDrawn="1"/>
        </p:nvSpPr>
        <p:spPr>
          <a:xfrm>
            <a:off x="5114327" y="1830763"/>
            <a:ext cx="894312" cy="11716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1FA74A-20FB-BC3C-1599-95AAE17D461B}"/>
              </a:ext>
            </a:extLst>
          </p:cNvPr>
          <p:cNvSpPr/>
          <p:nvPr userDrawn="1"/>
        </p:nvSpPr>
        <p:spPr>
          <a:xfrm>
            <a:off x="5114327" y="1830763"/>
            <a:ext cx="894312" cy="9818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730FEB-5B96-16CE-ED26-A2ADD6543393}"/>
              </a:ext>
            </a:extLst>
          </p:cNvPr>
          <p:cNvSpPr/>
          <p:nvPr userDrawn="1"/>
        </p:nvSpPr>
        <p:spPr>
          <a:xfrm>
            <a:off x="5114328" y="1830763"/>
            <a:ext cx="894312" cy="7882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5D598BD-F3E8-9B48-BF59-E988F8DC7502}"/>
              </a:ext>
            </a:extLst>
          </p:cNvPr>
          <p:cNvSpPr/>
          <p:nvPr userDrawn="1"/>
        </p:nvSpPr>
        <p:spPr>
          <a:xfrm>
            <a:off x="6183359" y="1830763"/>
            <a:ext cx="894312" cy="1741127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565BFE-ED62-64AD-17B5-9128B7E3002E}"/>
              </a:ext>
            </a:extLst>
          </p:cNvPr>
          <p:cNvSpPr/>
          <p:nvPr userDrawn="1"/>
        </p:nvSpPr>
        <p:spPr>
          <a:xfrm>
            <a:off x="6183359" y="1830763"/>
            <a:ext cx="894312" cy="15513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C17E359-702D-75FC-CF03-08972600373A}"/>
              </a:ext>
            </a:extLst>
          </p:cNvPr>
          <p:cNvSpPr/>
          <p:nvPr userDrawn="1"/>
        </p:nvSpPr>
        <p:spPr>
          <a:xfrm>
            <a:off x="6183359" y="1830763"/>
            <a:ext cx="894312" cy="13614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6FF288-7B3C-94C0-2285-5E06FB1FEF42}"/>
              </a:ext>
            </a:extLst>
          </p:cNvPr>
          <p:cNvSpPr/>
          <p:nvPr userDrawn="1"/>
        </p:nvSpPr>
        <p:spPr>
          <a:xfrm>
            <a:off x="6183359" y="1830763"/>
            <a:ext cx="894312" cy="117166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5F4B24-F4EE-60F0-0F82-519BBF592116}"/>
              </a:ext>
            </a:extLst>
          </p:cNvPr>
          <p:cNvSpPr/>
          <p:nvPr userDrawn="1"/>
        </p:nvSpPr>
        <p:spPr>
          <a:xfrm>
            <a:off x="6183359" y="1830763"/>
            <a:ext cx="894312" cy="9818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680AB23-B44E-7955-FD1C-1F4F6CC9E721}"/>
              </a:ext>
            </a:extLst>
          </p:cNvPr>
          <p:cNvSpPr/>
          <p:nvPr userDrawn="1"/>
        </p:nvSpPr>
        <p:spPr>
          <a:xfrm>
            <a:off x="6183360" y="1830763"/>
            <a:ext cx="894312" cy="7882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46D764F-26C6-F7FA-ACDC-74D503BAFE52}"/>
              </a:ext>
            </a:extLst>
          </p:cNvPr>
          <p:cNvSpPr/>
          <p:nvPr userDrawn="1"/>
        </p:nvSpPr>
        <p:spPr>
          <a:xfrm>
            <a:off x="7252391" y="1830763"/>
            <a:ext cx="894312" cy="174112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35A10D-4424-D343-1F69-953852D90DD7}"/>
              </a:ext>
            </a:extLst>
          </p:cNvPr>
          <p:cNvSpPr/>
          <p:nvPr userDrawn="1"/>
        </p:nvSpPr>
        <p:spPr>
          <a:xfrm>
            <a:off x="7252391" y="1830763"/>
            <a:ext cx="894312" cy="155130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3016102-BC96-F911-ACAE-1C4086731970}"/>
              </a:ext>
            </a:extLst>
          </p:cNvPr>
          <p:cNvSpPr/>
          <p:nvPr userDrawn="1"/>
        </p:nvSpPr>
        <p:spPr>
          <a:xfrm>
            <a:off x="7252391" y="1830763"/>
            <a:ext cx="894312" cy="136148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13AD6CC-7A8B-DD51-EBE0-CE4AF8D7EFA7}"/>
              </a:ext>
            </a:extLst>
          </p:cNvPr>
          <p:cNvSpPr/>
          <p:nvPr userDrawn="1"/>
        </p:nvSpPr>
        <p:spPr>
          <a:xfrm>
            <a:off x="7252391" y="1830763"/>
            <a:ext cx="894312" cy="117166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93393CD-C9EB-1329-15D1-1683123D49E7}"/>
              </a:ext>
            </a:extLst>
          </p:cNvPr>
          <p:cNvSpPr/>
          <p:nvPr userDrawn="1"/>
        </p:nvSpPr>
        <p:spPr>
          <a:xfrm>
            <a:off x="7252391" y="1830763"/>
            <a:ext cx="894312" cy="98184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B90F2A6-CEA1-50C3-FEF5-7389863072CB}"/>
              </a:ext>
            </a:extLst>
          </p:cNvPr>
          <p:cNvSpPr/>
          <p:nvPr userDrawn="1"/>
        </p:nvSpPr>
        <p:spPr>
          <a:xfrm>
            <a:off x="7252392" y="1830763"/>
            <a:ext cx="894312" cy="7882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EB7AD77-2859-7728-D3E0-AAA90EBE21E1}"/>
              </a:ext>
            </a:extLst>
          </p:cNvPr>
          <p:cNvSpPr/>
          <p:nvPr userDrawn="1"/>
        </p:nvSpPr>
        <p:spPr>
          <a:xfrm>
            <a:off x="8321423" y="1830763"/>
            <a:ext cx="894312" cy="174112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2DEE2FA-3C8E-47EF-0BE6-D652CCB8FB81}"/>
              </a:ext>
            </a:extLst>
          </p:cNvPr>
          <p:cNvSpPr/>
          <p:nvPr userDrawn="1"/>
        </p:nvSpPr>
        <p:spPr>
          <a:xfrm>
            <a:off x="8321423" y="1830763"/>
            <a:ext cx="894312" cy="155130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EF10F80-45F2-4527-B99E-AF25496CD750}"/>
              </a:ext>
            </a:extLst>
          </p:cNvPr>
          <p:cNvSpPr/>
          <p:nvPr userDrawn="1"/>
        </p:nvSpPr>
        <p:spPr>
          <a:xfrm>
            <a:off x="8321423" y="1830763"/>
            <a:ext cx="894312" cy="13614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CD98D29-593F-ED6B-9B37-BEB51F9B3525}"/>
              </a:ext>
            </a:extLst>
          </p:cNvPr>
          <p:cNvSpPr/>
          <p:nvPr userDrawn="1"/>
        </p:nvSpPr>
        <p:spPr>
          <a:xfrm>
            <a:off x="8321423" y="1830763"/>
            <a:ext cx="894312" cy="11716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6848087-8BDA-D28E-2773-4938E6FFB797}"/>
              </a:ext>
            </a:extLst>
          </p:cNvPr>
          <p:cNvSpPr/>
          <p:nvPr userDrawn="1"/>
        </p:nvSpPr>
        <p:spPr>
          <a:xfrm>
            <a:off x="8321423" y="1830763"/>
            <a:ext cx="894312" cy="9818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7A36ABB-BC54-8AE0-BE14-A85508808B17}"/>
              </a:ext>
            </a:extLst>
          </p:cNvPr>
          <p:cNvSpPr/>
          <p:nvPr userDrawn="1"/>
        </p:nvSpPr>
        <p:spPr>
          <a:xfrm>
            <a:off x="8321424" y="1830763"/>
            <a:ext cx="894312" cy="7882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C77C5D8-C1DE-51BB-F76F-10A399F31C21}"/>
              </a:ext>
            </a:extLst>
          </p:cNvPr>
          <p:cNvSpPr/>
          <p:nvPr userDrawn="1"/>
        </p:nvSpPr>
        <p:spPr>
          <a:xfrm>
            <a:off x="9390455" y="1830763"/>
            <a:ext cx="894312" cy="174112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12C6835-E504-C306-A5F4-552E0F37B070}"/>
              </a:ext>
            </a:extLst>
          </p:cNvPr>
          <p:cNvSpPr/>
          <p:nvPr userDrawn="1"/>
        </p:nvSpPr>
        <p:spPr>
          <a:xfrm>
            <a:off x="9390455" y="1830763"/>
            <a:ext cx="894312" cy="155130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C6A27EF-604D-FF75-5746-6692B1FB431B}"/>
              </a:ext>
            </a:extLst>
          </p:cNvPr>
          <p:cNvSpPr/>
          <p:nvPr userDrawn="1"/>
        </p:nvSpPr>
        <p:spPr>
          <a:xfrm>
            <a:off x="9390455" y="1830763"/>
            <a:ext cx="894312" cy="13614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F204E36-28D0-84EC-9050-569E090CD178}"/>
              </a:ext>
            </a:extLst>
          </p:cNvPr>
          <p:cNvSpPr/>
          <p:nvPr userDrawn="1"/>
        </p:nvSpPr>
        <p:spPr>
          <a:xfrm>
            <a:off x="9390455" y="1830763"/>
            <a:ext cx="894312" cy="11716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5EF9503-B830-EE9E-65A6-5600CF178C43}"/>
              </a:ext>
            </a:extLst>
          </p:cNvPr>
          <p:cNvSpPr/>
          <p:nvPr userDrawn="1"/>
        </p:nvSpPr>
        <p:spPr>
          <a:xfrm>
            <a:off x="9390455" y="1830763"/>
            <a:ext cx="894312" cy="9818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4670FF-2A62-DFB4-ECE0-28650DBAAFD0}"/>
              </a:ext>
            </a:extLst>
          </p:cNvPr>
          <p:cNvSpPr/>
          <p:nvPr userDrawn="1"/>
        </p:nvSpPr>
        <p:spPr>
          <a:xfrm>
            <a:off x="9390456" y="1830763"/>
            <a:ext cx="894312" cy="78825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27E9C5C-2C28-B6DF-BAD8-5EA9CD7449D3}"/>
              </a:ext>
            </a:extLst>
          </p:cNvPr>
          <p:cNvSpPr/>
          <p:nvPr userDrawn="1"/>
        </p:nvSpPr>
        <p:spPr>
          <a:xfrm>
            <a:off x="10459488" y="1830763"/>
            <a:ext cx="894312" cy="17411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D7B3487-87A4-C9BF-F6DC-0A3068DC5B98}"/>
              </a:ext>
            </a:extLst>
          </p:cNvPr>
          <p:cNvSpPr/>
          <p:nvPr userDrawn="1"/>
        </p:nvSpPr>
        <p:spPr>
          <a:xfrm>
            <a:off x="10459488" y="1830763"/>
            <a:ext cx="894312" cy="155130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3D787B0-4DE8-1B48-D2D2-A6A2EAC9D77A}"/>
              </a:ext>
            </a:extLst>
          </p:cNvPr>
          <p:cNvSpPr/>
          <p:nvPr userDrawn="1"/>
        </p:nvSpPr>
        <p:spPr>
          <a:xfrm>
            <a:off x="10459488" y="1830763"/>
            <a:ext cx="894312" cy="13614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C390977-DBF9-22D4-EE3E-CDF5EDC411B4}"/>
              </a:ext>
            </a:extLst>
          </p:cNvPr>
          <p:cNvSpPr/>
          <p:nvPr userDrawn="1"/>
        </p:nvSpPr>
        <p:spPr>
          <a:xfrm>
            <a:off x="10459488" y="1830763"/>
            <a:ext cx="894312" cy="11716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03A6227-310A-3E99-9A60-6805F6959A57}"/>
              </a:ext>
            </a:extLst>
          </p:cNvPr>
          <p:cNvSpPr/>
          <p:nvPr userDrawn="1"/>
        </p:nvSpPr>
        <p:spPr>
          <a:xfrm>
            <a:off x="10459488" y="1830763"/>
            <a:ext cx="894312" cy="9818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48EA2ED-5A31-7A49-F9CB-5E258B43E2EA}"/>
              </a:ext>
            </a:extLst>
          </p:cNvPr>
          <p:cNvSpPr/>
          <p:nvPr userDrawn="1"/>
        </p:nvSpPr>
        <p:spPr>
          <a:xfrm>
            <a:off x="10459487" y="1830763"/>
            <a:ext cx="894312" cy="78825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538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6D478-CD51-41B5-853C-B2CC25D898D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055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96478-0438-4D0D-A7E9-EF6F93B41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6468" y="501649"/>
            <a:ext cx="6157332" cy="2114548"/>
          </a:xfrm>
        </p:spPr>
        <p:txBody>
          <a:bodyPr>
            <a:normAutofit/>
          </a:bodyPr>
          <a:lstStyle/>
          <a:p>
            <a:r>
              <a:rPr lang="en-US" dirty="0"/>
              <a:t>Title of Your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D2917B-2853-4208-8FE6-72388B0C5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6468" y="2755346"/>
            <a:ext cx="6157332" cy="1347307"/>
          </a:xfrm>
        </p:spPr>
        <p:txBody>
          <a:bodyPr/>
          <a:lstStyle/>
          <a:p>
            <a:r>
              <a:rPr lang="en-US" dirty="0"/>
              <a:t>A Free Presentation Template</a:t>
            </a:r>
          </a:p>
        </p:txBody>
      </p:sp>
    </p:spTree>
    <p:extLst>
      <p:ext uri="{BB962C8B-B14F-4D97-AF65-F5344CB8AC3E}">
        <p14:creationId xmlns:p14="http://schemas.microsoft.com/office/powerpoint/2010/main" val="542240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8060472" cy="1088118"/>
          </a:xfrm>
        </p:spPr>
        <p:txBody>
          <a:bodyPr/>
          <a:lstStyle/>
          <a:p>
            <a:r>
              <a:rPr lang="en-US" dirty="0"/>
              <a:t>Title of Your Slide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6406243" cy="4601817"/>
          </a:xfrm>
        </p:spPr>
        <p:txBody>
          <a:bodyPr>
            <a:norm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Fermentum et sollicitudin ac orci.</a:t>
            </a:r>
          </a:p>
          <a:p>
            <a:r>
              <a:rPr lang="en-US" noProof="1"/>
              <a:t>Duis aute irure dolor in reprehenderit in voluptate velit esse cillum dolore eu fugiat nulla pariatur. Excepteur sint occaecat cupidatat non proident, sunt in.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CD26F59-6975-4286-98FB-2D4E004578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337D04-F29E-4894-AA2C-9C669787F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58367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307" y="365125"/>
            <a:ext cx="8086493" cy="990146"/>
          </a:xfrm>
        </p:spPr>
        <p:txBody>
          <a:bodyPr/>
          <a:lstStyle/>
          <a:p>
            <a:r>
              <a:rPr lang="en-US" dirty="0"/>
              <a:t>Title of Your Slide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057" y="1502229"/>
            <a:ext cx="6215743" cy="4689849"/>
          </a:xfrm>
        </p:spPr>
        <p:txBody>
          <a:bodyPr>
            <a:norm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Fermentum et sollicitudin ac orci.</a:t>
            </a:r>
          </a:p>
          <a:p>
            <a:r>
              <a:rPr lang="en-US" noProof="1"/>
              <a:t>Duis aute irure dolor in reprehenderit in voluptate velit esse cillum dolore eu fugiat nulla pariatur. Excepteur sint occaecat cupidatat non proident, sunt.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2E0B8-7E8C-4D5B-8720-7D6DF574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8D2D0-7ED2-46AF-8889-FC318862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92738-5ABF-4B0E-8DE3-867BE4D4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00338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84E382-9EF1-4EBC-8F04-8C4130B8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572" y="509519"/>
            <a:ext cx="4550228" cy="2066299"/>
          </a:xfrm>
        </p:spPr>
        <p:txBody>
          <a:bodyPr/>
          <a:lstStyle/>
          <a:p>
            <a:r>
              <a:rPr lang="en-US" dirty="0"/>
              <a:t>Title of Your Section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BD888B-972E-42BE-8FD6-806C5A5A3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3572" y="2741615"/>
            <a:ext cx="4550228" cy="1374769"/>
          </a:xfrm>
        </p:spPr>
        <p:txBody>
          <a:bodyPr/>
          <a:lstStyle/>
          <a:p>
            <a:r>
              <a:rPr lang="en-US" dirty="0"/>
              <a:t>Here Goes the Subtitle of Your Section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3DC3FBB-70C8-4B6F-AF79-5136DB1F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23E8A3A-6FB3-4A01-980B-E2DB20DE2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2ABB03D-568D-4321-8FC9-B6B10C34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65621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290AD6-CF4F-40D6-93FA-5F998F8EE6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2D6725-98B3-4236-A20D-B359CC0DF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8A21-3691-4C04-B978-15B30DA2E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5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84E382-9EF1-4EBC-8F04-8C4130B8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79141"/>
            <a:ext cx="4302512" cy="1989420"/>
          </a:xfrm>
        </p:spPr>
        <p:txBody>
          <a:bodyPr/>
          <a:lstStyle/>
          <a:p>
            <a:r>
              <a:rPr lang="en-US" dirty="0"/>
              <a:t>Title of Your Section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BD888B-972E-42BE-8FD6-806C5A5A3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2534358"/>
            <a:ext cx="4302512" cy="1374769"/>
          </a:xfrm>
        </p:spPr>
        <p:txBody>
          <a:bodyPr/>
          <a:lstStyle/>
          <a:p>
            <a:r>
              <a:rPr lang="en-US" dirty="0"/>
              <a:t>Here Goes the Subtitle of Your Section</a:t>
            </a:r>
          </a:p>
        </p:txBody>
      </p:sp>
    </p:spTree>
    <p:extLst>
      <p:ext uri="{BB962C8B-B14F-4D97-AF65-F5344CB8AC3E}">
        <p14:creationId xmlns:p14="http://schemas.microsoft.com/office/powerpoint/2010/main" val="2536068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435-CC94-4A79-91D6-FFCD67E9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32170"/>
            <a:ext cx="5627914" cy="186936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CB89D-0D9C-4549-AD4E-9811C01F9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2410127"/>
            <a:ext cx="5642940" cy="788054"/>
          </a:xfrm>
        </p:spPr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</a:t>
            </a:r>
          </a:p>
        </p:txBody>
      </p:sp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C7E833B3-B6CF-62EA-9463-109747575E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noFill/>
        </p:spPr>
        <p:txBody>
          <a:bodyPr/>
          <a:lstStyle/>
          <a:p>
            <a:endParaRPr lang="fr-F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706E319-CFF6-47B5-A20A-6B1263E9CF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5262547"/>
            <a:ext cx="1701800" cy="228600"/>
          </a:xfrm>
        </p:spPr>
        <p:txBody>
          <a:bodyPr/>
          <a:lstStyle/>
          <a:p>
            <a:r>
              <a:rPr lang="en-US" dirty="0"/>
              <a:t>First / Last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8D2B60-6EBF-438D-ACDF-B187F77591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5489880"/>
            <a:ext cx="1701800" cy="228600"/>
          </a:xfrm>
        </p:spPr>
        <p:txBody>
          <a:bodyPr/>
          <a:lstStyle/>
          <a:p>
            <a:r>
              <a:rPr lang="en-US" dirty="0"/>
              <a:t>(123) 456-7890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EAF7DC0-4335-4DB8-9A10-5BE769E707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8200" y="5717213"/>
            <a:ext cx="1701800" cy="228600"/>
          </a:xfrm>
        </p:spPr>
        <p:txBody>
          <a:bodyPr/>
          <a:lstStyle/>
          <a:p>
            <a:r>
              <a:rPr lang="en-US" dirty="0"/>
              <a:t>Your Company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E543D-C5A6-4D43-B39E-5403AE6384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ECD98-5237-4EFB-ACE2-3AF54D228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8E58-1DFD-4153-BE18-AC20F7B4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94377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30BCEAC-9D2A-4F2E-911E-7147EC865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Color Theme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0AC6566-81E8-42BE-A88A-2D036A429A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3709150"/>
            <a:ext cx="10515600" cy="1325880"/>
          </a:xfrm>
        </p:spPr>
        <p:txBody>
          <a:bodyPr/>
          <a:lstStyle/>
          <a:p>
            <a:r>
              <a:rPr lang="en-US" dirty="0"/>
              <a:t>Typography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8A80D6-0B80-42D9-A22D-0E8D2FA473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97757" y="6124726"/>
            <a:ext cx="2394180" cy="564999"/>
          </a:xfrm>
        </p:spPr>
        <p:txBody>
          <a:bodyPr>
            <a:noAutofit/>
          </a:bodyPr>
          <a:lstStyle/>
          <a:p>
            <a:r>
              <a:rPr lang="en-US" dirty="0"/>
              <a:t>Calibri</a:t>
            </a:r>
          </a:p>
        </p:txBody>
      </p:sp>
    </p:spTree>
    <p:extLst>
      <p:ext uri="{BB962C8B-B14F-4D97-AF65-F5344CB8AC3E}">
        <p14:creationId xmlns:p14="http://schemas.microsoft.com/office/powerpoint/2010/main" val="29422359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.2" id="{B2785715-E855-4C0C-8F7C-1C0ED4D28E93}" vid="{4A99F666-24D4-4661-ADBD-90514556CDC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314</Words>
  <Application>Microsoft Office PowerPoint</Application>
  <PresentationFormat>Широкоэкранный</PresentationFormat>
  <Paragraphs>49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Title of Your Presentation</vt:lpstr>
      <vt:lpstr>Title of Your Slide</vt:lpstr>
      <vt:lpstr>Title of Your Slide</vt:lpstr>
      <vt:lpstr>Title of Your Section</vt:lpstr>
      <vt:lpstr>Title of Your Section</vt:lpstr>
      <vt:lpstr>Thank You!</vt:lpstr>
      <vt:lpstr>Color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Your Presentation</dc:title>
  <dc:creator>204</dc:creator>
  <cp:lastModifiedBy>204</cp:lastModifiedBy>
  <cp:revision>1</cp:revision>
  <dcterms:created xsi:type="dcterms:W3CDTF">2026-05-06T09:08:47Z</dcterms:created>
  <dcterms:modified xsi:type="dcterms:W3CDTF">2026-05-06T09:26:02Z</dcterms:modified>
</cp:coreProperties>
</file>