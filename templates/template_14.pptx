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
  </p:handoutMasterIdLst>
  <p:sldIdLst>
    <p:sldId id="257" r:id="rId3"/>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10" name="Rectangle"/>
          <p:cNvSpPr/>
          <p:nvPr userDrawn="1"/>
        </p:nvSpPr>
        <p:spPr>
          <a:xfrm>
            <a:off x="0" y="0"/>
            <a:ext cx="8171180" cy="3980179"/>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1" name="Shape"/>
          <p:cNvSpPr/>
          <p:nvPr userDrawn="1"/>
        </p:nvSpPr>
        <p:spPr>
          <a:xfrm>
            <a:off x="8171180" y="-1"/>
            <a:ext cx="4020820" cy="398018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70"/>
                  <a:pt x="11930"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2" name="Shape"/>
          <p:cNvSpPr/>
          <p:nvPr userDrawn="1"/>
        </p:nvSpPr>
        <p:spPr>
          <a:xfrm>
            <a:off x="5321299" y="3980178"/>
            <a:ext cx="2849881" cy="287782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26"/>
                  <a:pt x="9674" y="21600"/>
                  <a:pt x="21600" y="2160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
        <p:nvSpPr>
          <p:cNvPr id="13" name="Shape"/>
          <p:cNvSpPr/>
          <p:nvPr userDrawn="1"/>
        </p:nvSpPr>
        <p:spPr>
          <a:xfrm>
            <a:off x="6502400" y="2311399"/>
            <a:ext cx="1668780" cy="166878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21600"/>
                </a:lnTo>
                <a:lnTo>
                  <a:pt x="21600" y="21600"/>
                </a:lnTo>
                <a:lnTo>
                  <a:pt x="21600" y="0"/>
                </a:lnTo>
                <a:lnTo>
                  <a:pt x="21600" y="0"/>
                </a:lnTo>
                <a:cubicBezTo>
                  <a:pt x="9666" y="0"/>
                  <a:pt x="0" y="9666"/>
                  <a:pt x="0" y="21600"/>
                </a:cubicBezTo>
                <a:close/>
              </a:path>
            </a:pathLst>
          </a:custGeom>
          <a:solidFill>
            <a:schemeClr val="accent3">
              <a:lumMod val="50000"/>
            </a:schemeClr>
          </a:solidFill>
          <a:ln w="12700">
            <a:miter lim="400000"/>
          </a:ln>
        </p:spPr>
        <p:txBody>
          <a:bodyPr lIns="38100" tIns="38100" rIns="38100" bIns="38100" anchor="ctr"/>
          <a:lstStyle/>
          <a:p>
            <a:pPr>
              <a:defRPr sz="3000">
                <a:solidFill>
                  <a:srgbClr val="FFFFFF"/>
                </a:solidFill>
              </a:defRPr>
            </a:pPr>
          </a:p>
        </p:txBody>
      </p:sp>
      <p:sp>
        <p:nvSpPr>
          <p:cNvPr id="14" name="Shape"/>
          <p:cNvSpPr/>
          <p:nvPr userDrawn="1"/>
        </p:nvSpPr>
        <p:spPr>
          <a:xfrm>
            <a:off x="8171180" y="3980178"/>
            <a:ext cx="1668780" cy="166878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4" y="21600"/>
                  <a:pt x="21600" y="11934"/>
                  <a:pt x="2160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8" name="Title 1"/>
          <p:cNvSpPr>
            <a:spLocks noGrp="1"/>
          </p:cNvSpPr>
          <p:nvPr>
            <p:ph type="ctrTitle"/>
          </p:nvPr>
        </p:nvSpPr>
        <p:spPr>
          <a:xfrm>
            <a:off x="690880" y="512122"/>
            <a:ext cx="7069797" cy="1820129"/>
          </a:xfrm>
        </p:spPr>
        <p:txBody>
          <a:bodyPr anchor="b"/>
          <a:lstStyle>
            <a:lvl1pPr algn="l">
              <a:defRPr sz="6000"/>
            </a:lvl1pPr>
          </a:lstStyle>
          <a:p>
            <a:r>
              <a:rPr lang="en-US" dirty="0"/>
              <a:t>Click to edit Master title style</a:t>
            </a:r>
            <a:endParaRPr lang="en-US" dirty="0"/>
          </a:p>
        </p:txBody>
      </p:sp>
      <p:sp>
        <p:nvSpPr>
          <p:cNvPr id="20" name="Subtitle 2"/>
          <p:cNvSpPr>
            <a:spLocks noGrp="1"/>
          </p:cNvSpPr>
          <p:nvPr>
            <p:ph type="subTitle" idx="1"/>
          </p:nvPr>
        </p:nvSpPr>
        <p:spPr>
          <a:xfrm>
            <a:off x="690880" y="2461205"/>
            <a:ext cx="5545797" cy="1211314"/>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21"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3"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10" name="Rectangle"/>
          <p:cNvSpPr/>
          <p:nvPr userDrawn="1"/>
        </p:nvSpPr>
        <p:spPr>
          <a:xfrm>
            <a:off x="0" y="863288"/>
            <a:ext cx="10689591" cy="5994712"/>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1" name="Shape"/>
          <p:cNvSpPr/>
          <p:nvPr userDrawn="1"/>
        </p:nvSpPr>
        <p:spPr>
          <a:xfrm>
            <a:off x="10689591" y="0"/>
            <a:ext cx="1502409" cy="150083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75"/>
                  <a:pt x="11944"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3" name="Shape"/>
          <p:cNvSpPr/>
          <p:nvPr userDrawn="1"/>
        </p:nvSpPr>
        <p:spPr>
          <a:xfrm>
            <a:off x="9855201" y="0"/>
            <a:ext cx="834390" cy="86328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4"/>
                  <a:pt x="9666" y="21600"/>
                  <a:pt x="21600" y="21600"/>
                </a:cubicBezTo>
                <a:close/>
              </a:path>
            </a:pathLst>
          </a:custGeom>
          <a:solidFill>
            <a:schemeClr val="accent3">
              <a:lumMod val="50000"/>
            </a:schemeClr>
          </a:solidFill>
          <a:ln w="12700">
            <a:miter lim="400000"/>
          </a:ln>
        </p:spPr>
        <p:txBody>
          <a:bodyPr lIns="38100" tIns="38100" rIns="38100" bIns="38100" anchor="ctr"/>
          <a:lstStyle/>
          <a:p>
            <a:pPr>
              <a:defRPr sz="3000">
                <a:solidFill>
                  <a:srgbClr val="FFFFFF"/>
                </a:solidFill>
              </a:defRPr>
            </a:pPr>
          </a:p>
        </p:txBody>
      </p:sp>
      <p:sp>
        <p:nvSpPr>
          <p:cNvPr id="14" name="Shape"/>
          <p:cNvSpPr/>
          <p:nvPr userDrawn="1"/>
        </p:nvSpPr>
        <p:spPr>
          <a:xfrm>
            <a:off x="0" y="6023606"/>
            <a:ext cx="834390" cy="83439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66"/>
                  <a:pt x="11934" y="0"/>
                  <a:pt x="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2" name="Title 1"/>
          <p:cNvSpPr>
            <a:spLocks noGrp="1"/>
          </p:cNvSpPr>
          <p:nvPr>
            <p:ph type="title"/>
          </p:nvPr>
        </p:nvSpPr>
        <p:spPr>
          <a:xfrm>
            <a:off x="838200" y="1051567"/>
            <a:ext cx="9665677" cy="872181"/>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838200" y="2038049"/>
            <a:ext cx="9665677" cy="4138913"/>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10" name="Rectangle"/>
          <p:cNvSpPr/>
          <p:nvPr userDrawn="1"/>
        </p:nvSpPr>
        <p:spPr>
          <a:xfrm>
            <a:off x="1507488" y="1"/>
            <a:ext cx="10680068" cy="5373372"/>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1" name="Shape"/>
          <p:cNvSpPr/>
          <p:nvPr userDrawn="1"/>
        </p:nvSpPr>
        <p:spPr>
          <a:xfrm>
            <a:off x="10524488" y="0"/>
            <a:ext cx="1667512" cy="166750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27"/>
                  <a:pt x="9673" y="21600"/>
                  <a:pt x="21600" y="21600"/>
                </a:cubicBezTo>
                <a:close/>
              </a:path>
            </a:pathLst>
          </a:custGeom>
          <a:solidFill>
            <a:schemeClr val="accent3">
              <a:lumMod val="50000"/>
            </a:schemeClr>
          </a:solidFill>
          <a:ln w="12700">
            <a:miter lim="400000"/>
          </a:ln>
        </p:spPr>
        <p:txBody>
          <a:bodyPr lIns="38100" tIns="38100" rIns="38100" bIns="38100" anchor="ctr"/>
          <a:lstStyle/>
          <a:p>
            <a:pPr>
              <a:defRPr sz="3000">
                <a:solidFill>
                  <a:srgbClr val="FFFFFF"/>
                </a:solidFill>
              </a:defRPr>
            </a:pPr>
          </a:p>
        </p:txBody>
      </p:sp>
      <p:sp>
        <p:nvSpPr>
          <p:cNvPr id="13" name="Shape"/>
          <p:cNvSpPr/>
          <p:nvPr userDrawn="1"/>
        </p:nvSpPr>
        <p:spPr>
          <a:xfrm>
            <a:off x="0" y="5359400"/>
            <a:ext cx="1510028" cy="149860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25"/>
                  <a:pt x="9675" y="21600"/>
                  <a:pt x="21600" y="2160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4" name="Shape"/>
          <p:cNvSpPr/>
          <p:nvPr userDrawn="1"/>
        </p:nvSpPr>
        <p:spPr>
          <a:xfrm>
            <a:off x="1510028" y="5981700"/>
            <a:ext cx="828845" cy="8763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66"/>
                  <a:pt x="11934" y="0"/>
                  <a:pt x="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5" name="Shape"/>
          <p:cNvSpPr/>
          <p:nvPr userDrawn="1"/>
        </p:nvSpPr>
        <p:spPr>
          <a:xfrm>
            <a:off x="0" y="4528458"/>
            <a:ext cx="881379" cy="830944"/>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66"/>
                  <a:pt x="11934" y="0"/>
                  <a:pt x="0" y="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
        <p:nvSpPr>
          <p:cNvPr id="12" name="Title 1"/>
          <p:cNvSpPr>
            <a:spLocks noGrp="1"/>
          </p:cNvSpPr>
          <p:nvPr>
            <p:ph type="title"/>
          </p:nvPr>
        </p:nvSpPr>
        <p:spPr>
          <a:xfrm>
            <a:off x="1664677" y="365125"/>
            <a:ext cx="8855368" cy="1325563"/>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1664676" y="1825625"/>
            <a:ext cx="9689123" cy="3391144"/>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20"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sp>
        <p:nvSpPr>
          <p:cNvPr id="15" name="Rectangle"/>
          <p:cNvSpPr/>
          <p:nvPr userDrawn="1"/>
        </p:nvSpPr>
        <p:spPr>
          <a:xfrm>
            <a:off x="4587240" y="1689101"/>
            <a:ext cx="7604759" cy="5168899"/>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6" name="Shape"/>
          <p:cNvSpPr/>
          <p:nvPr userDrawn="1"/>
        </p:nvSpPr>
        <p:spPr>
          <a:xfrm>
            <a:off x="9622789" y="0"/>
            <a:ext cx="2569211" cy="256920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7"/>
                  <a:pt x="9663" y="21600"/>
                  <a:pt x="21600" y="2160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17" name="Shape"/>
          <p:cNvSpPr/>
          <p:nvPr userDrawn="1"/>
        </p:nvSpPr>
        <p:spPr>
          <a:xfrm>
            <a:off x="0" y="2844800"/>
            <a:ext cx="4014468" cy="40132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593" y="9670"/>
                  <a:pt x="11923"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8" name="Shape"/>
          <p:cNvSpPr/>
          <p:nvPr userDrawn="1"/>
        </p:nvSpPr>
        <p:spPr>
          <a:xfrm>
            <a:off x="1685288" y="1689101"/>
            <a:ext cx="2901951" cy="290195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0"/>
                  <a:pt x="9670" y="21600"/>
                  <a:pt x="21600" y="2160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
        <p:nvSpPr>
          <p:cNvPr id="19" name="Shape"/>
          <p:cNvSpPr/>
          <p:nvPr userDrawn="1"/>
        </p:nvSpPr>
        <p:spPr>
          <a:xfrm>
            <a:off x="2891789" y="1"/>
            <a:ext cx="1695451" cy="168910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21600"/>
                </a:lnTo>
                <a:lnTo>
                  <a:pt x="21600" y="21600"/>
                </a:lnTo>
                <a:lnTo>
                  <a:pt x="21600" y="0"/>
                </a:lnTo>
                <a:lnTo>
                  <a:pt x="21600" y="0"/>
                </a:lnTo>
                <a:cubicBezTo>
                  <a:pt x="9670" y="0"/>
                  <a:pt x="0" y="9670"/>
                  <a:pt x="0" y="21600"/>
                </a:cubicBezTo>
                <a:close/>
              </a:path>
            </a:pathLst>
          </a:custGeom>
          <a:solidFill>
            <a:schemeClr val="accent3">
              <a:lumMod val="50000"/>
            </a:schemeClr>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4771292" y="2461846"/>
            <a:ext cx="6576158" cy="2100629"/>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4771292" y="4589463"/>
            <a:ext cx="6576158"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sp>
        <p:nvSpPr>
          <p:cNvPr id="15" name="Shape"/>
          <p:cNvSpPr/>
          <p:nvPr userDrawn="1"/>
        </p:nvSpPr>
        <p:spPr>
          <a:xfrm>
            <a:off x="5295899" y="-1271"/>
            <a:ext cx="2496823" cy="253619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2" y="21600"/>
                  <a:pt x="21600" y="11932"/>
                  <a:pt x="21600" y="0"/>
                </a:cubicBezTo>
                <a:close/>
              </a:path>
            </a:pathLst>
          </a:custGeom>
          <a:solidFill>
            <a:schemeClr val="accent3">
              <a:lumMod val="50000"/>
            </a:schemeClr>
          </a:solidFill>
          <a:ln w="12700">
            <a:miter lim="400000"/>
          </a:ln>
        </p:spPr>
        <p:txBody>
          <a:bodyPr lIns="38100" tIns="38100" rIns="38100" bIns="38100" anchor="ctr"/>
          <a:lstStyle/>
          <a:p>
            <a:pPr>
              <a:defRPr sz="3000">
                <a:solidFill>
                  <a:srgbClr val="FFFFFF"/>
                </a:solidFill>
              </a:defRPr>
            </a:pPr>
          </a:p>
        </p:txBody>
      </p:sp>
      <p:sp>
        <p:nvSpPr>
          <p:cNvPr id="17" name="Shape"/>
          <p:cNvSpPr/>
          <p:nvPr userDrawn="1"/>
        </p:nvSpPr>
        <p:spPr>
          <a:xfrm>
            <a:off x="1244600" y="-1271"/>
            <a:ext cx="4490722" cy="448437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70"/>
                  <a:pt x="11930" y="0"/>
                  <a:pt x="0" y="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8" name="Rectangle"/>
          <p:cNvSpPr/>
          <p:nvPr userDrawn="1"/>
        </p:nvSpPr>
        <p:spPr>
          <a:xfrm>
            <a:off x="1244600" y="4483100"/>
            <a:ext cx="10947400" cy="2374900"/>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19" name="Shape"/>
          <p:cNvSpPr/>
          <p:nvPr userDrawn="1"/>
        </p:nvSpPr>
        <p:spPr>
          <a:xfrm>
            <a:off x="5727699" y="2425699"/>
            <a:ext cx="2049780" cy="205740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21600"/>
                </a:lnTo>
                <a:lnTo>
                  <a:pt x="21600" y="21600"/>
                </a:lnTo>
                <a:lnTo>
                  <a:pt x="21600" y="0"/>
                </a:lnTo>
                <a:lnTo>
                  <a:pt x="21600" y="0"/>
                </a:lnTo>
                <a:cubicBezTo>
                  <a:pt x="9665" y="0"/>
                  <a:pt x="0" y="9665"/>
                  <a:pt x="0" y="2160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1465385" y="976812"/>
            <a:ext cx="3516924" cy="3354998"/>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1465384" y="4589463"/>
            <a:ext cx="9882065"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16" name="Shape"/>
          <p:cNvSpPr/>
          <p:nvPr userDrawn="1"/>
        </p:nvSpPr>
        <p:spPr>
          <a:xfrm>
            <a:off x="0" y="4483100"/>
            <a:ext cx="1244600" cy="123697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1"/>
                  <a:pt x="9669" y="21600"/>
                  <a:pt x="21600" y="21600"/>
                </a:cubicBezTo>
                <a:close/>
              </a:path>
            </a:pathLst>
          </a:custGeom>
          <a:solidFill>
            <a:schemeClr val="tx2"/>
          </a:solidFill>
          <a:ln w="12700">
            <a:miter lim="400000"/>
          </a:ln>
        </p:spPr>
        <p:txBody>
          <a:bodyPr lIns="38100" tIns="38100" rIns="38100" bIns="38100" anchor="ctr"/>
          <a:lstStyle/>
          <a:p>
            <a:pPr>
              <a:defRPr sz="3000">
                <a:solidFill>
                  <a:srgbClr val="FFFFFF"/>
                </a:solidFill>
              </a:defRPr>
            </a:p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9" name="Picture Placeholder 18"/>
          <p:cNvSpPr>
            <a:spLocks noGrp="1"/>
          </p:cNvSpPr>
          <p:nvPr>
            <p:ph type="pic" sz="quarter" idx="17"/>
          </p:nvPr>
        </p:nvSpPr>
        <p:spPr>
          <a:xfrm>
            <a:off x="9622790" y="0"/>
            <a:ext cx="2569207" cy="2569210"/>
          </a:xfrm>
          <a:custGeom>
            <a:avLst/>
            <a:gdLst>
              <a:gd name="connsiteX0" fmla="*/ 2569209 w 2569209"/>
              <a:gd name="connsiteY0" fmla="*/ 0 h 2569209"/>
              <a:gd name="connsiteX1" fmla="*/ 2569209 w 2569209"/>
              <a:gd name="connsiteY1" fmla="*/ 2569209 h 2569209"/>
              <a:gd name="connsiteX2" fmla="*/ 0 w 2569209"/>
              <a:gd name="connsiteY2" fmla="*/ 2569209 h 2569209"/>
              <a:gd name="connsiteX3" fmla="*/ 2569209 w 2569209"/>
              <a:gd name="connsiteY3" fmla="*/ 0 h 2569209"/>
            </a:gdLst>
            <a:ahLst/>
            <a:cxnLst>
              <a:cxn ang="0">
                <a:pos x="connsiteX0" y="connsiteY0"/>
              </a:cxn>
              <a:cxn ang="0">
                <a:pos x="connsiteX1" y="connsiteY1"/>
              </a:cxn>
              <a:cxn ang="0">
                <a:pos x="connsiteX2" y="connsiteY2"/>
              </a:cxn>
              <a:cxn ang="0">
                <a:pos x="connsiteX3" y="connsiteY3"/>
              </a:cxn>
            </a:cxnLst>
            <a:rect l="l" t="t" r="r" b="b"/>
            <a:pathLst>
              <a:path w="2569209" h="2569209">
                <a:moveTo>
                  <a:pt x="2569209" y="0"/>
                </a:moveTo>
                <a:lnTo>
                  <a:pt x="2569209" y="2569209"/>
                </a:lnTo>
                <a:lnTo>
                  <a:pt x="0" y="2569209"/>
                </a:lnTo>
                <a:cubicBezTo>
                  <a:pt x="0" y="1150673"/>
                  <a:pt x="1150673" y="0"/>
                  <a:pt x="2569209" y="0"/>
                </a:cubicBezTo>
                <a:close/>
              </a:path>
            </a:pathLst>
          </a:custGeom>
          <a:solidFill>
            <a:schemeClr val="tx2"/>
          </a:solidFill>
        </p:spPr>
        <p:txBody>
          <a:bodyPr wrap="square" anchor="ctr">
            <a:noAutofit/>
          </a:bodyPr>
          <a:lstStyle>
            <a:lvl1pPr marL="0" indent="0" algn="ctr">
              <a:buNone/>
              <a:defRPr>
                <a:solidFill>
                  <a:schemeClr val="bg1">
                    <a:lumMod val="95000"/>
                  </a:schemeClr>
                </a:solidFill>
              </a:defRPr>
            </a:lvl1pPr>
          </a:lstStyle>
          <a:p>
            <a:endParaRPr lang="en-US"/>
          </a:p>
        </p:txBody>
      </p:sp>
      <p:sp>
        <p:nvSpPr>
          <p:cNvPr id="20" name="Rectangle"/>
          <p:cNvSpPr/>
          <p:nvPr userDrawn="1"/>
        </p:nvSpPr>
        <p:spPr>
          <a:xfrm>
            <a:off x="9622791" y="2565401"/>
            <a:ext cx="2569208" cy="4292599"/>
          </a:xfrm>
          <a:prstGeom prst="rect">
            <a:avLst/>
          </a:pr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endParaRPr>
              <a:solidFill>
                <a:schemeClr val="bg1">
                  <a:lumMod val="95000"/>
                </a:schemeClr>
              </a:solidFill>
            </a:endParaRPr>
          </a:p>
        </p:txBody>
      </p:sp>
      <p:sp>
        <p:nvSpPr>
          <p:cNvPr id="21" name="Shape"/>
          <p:cNvSpPr/>
          <p:nvPr userDrawn="1"/>
        </p:nvSpPr>
        <p:spPr>
          <a:xfrm>
            <a:off x="8555990" y="2565401"/>
            <a:ext cx="1066799" cy="106425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21600"/>
                </a:lnTo>
                <a:lnTo>
                  <a:pt x="21600" y="0"/>
                </a:lnTo>
                <a:lnTo>
                  <a:pt x="0" y="0"/>
                </a:lnTo>
                <a:lnTo>
                  <a:pt x="0" y="0"/>
                </a:lnTo>
                <a:cubicBezTo>
                  <a:pt x="0" y="11934"/>
                  <a:pt x="9666" y="21600"/>
                  <a:pt x="21600" y="2160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p:ph type="title"/>
          </p:nvPr>
        </p:nvSpPr>
        <p:spPr>
          <a:xfrm>
            <a:off x="831850" y="2565401"/>
            <a:ext cx="7597042" cy="1997074"/>
          </a:xfrm>
        </p:spPr>
        <p:txBody>
          <a:bodyPr anchor="b"/>
          <a:lstStyle>
            <a:lvl1pPr>
              <a:defRPr sz="6000"/>
            </a:lvl1pPr>
          </a:lstStyle>
          <a:p>
            <a:r>
              <a:rPr lang="en-US"/>
              <a:t>Click to edit Master title style</a:t>
            </a:r>
            <a:endParaRPr lang="en-US"/>
          </a:p>
        </p:txBody>
      </p:sp>
      <p:sp>
        <p:nvSpPr>
          <p:cNvPr id="9" name="Text Placeholder 2"/>
          <p:cNvSpPr>
            <a:spLocks noGrp="1"/>
          </p:cNvSpPr>
          <p:nvPr>
            <p:ph type="body" idx="1"/>
          </p:nvPr>
        </p:nvSpPr>
        <p:spPr>
          <a:xfrm>
            <a:off x="2074985" y="5067300"/>
            <a:ext cx="7397262" cy="10223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1" name="Footer Placeholder 4"/>
          <p:cNvSpPr>
            <a:spLocks noGrp="1"/>
          </p:cNvSpPr>
          <p:nvPr>
            <p:ph type="ftr" sz="quarter" idx="11"/>
          </p:nvPr>
        </p:nvSpPr>
        <p:spPr>
          <a:xfrm>
            <a:off x="4038600" y="635635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22" name="Shape"/>
          <p:cNvSpPr/>
          <p:nvPr userDrawn="1"/>
        </p:nvSpPr>
        <p:spPr>
          <a:xfrm>
            <a:off x="0" y="0"/>
            <a:ext cx="1935479" cy="193547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4" y="21600"/>
                  <a:pt x="21600" y="11934"/>
                  <a:pt x="21600" y="0"/>
                </a:cubicBezTo>
                <a:close/>
              </a:path>
            </a:pathLst>
          </a:custGeom>
          <a:solidFill>
            <a:schemeClr val="accent5">
              <a:lumMod val="50000"/>
            </a:schemeClr>
          </a:solidFill>
          <a:ln w="12700">
            <a:miter lim="400000"/>
          </a:ln>
        </p:spPr>
        <p:txBody>
          <a:bodyPr lIns="38100" tIns="38100" rIns="38100" bIns="38100" anchor="ctr"/>
          <a:lstStyle/>
          <a:p>
            <a:pPr>
              <a:defRPr sz="3000">
                <a:solidFill>
                  <a:srgbClr val="FFFFFF"/>
                </a:solidFill>
              </a:defRPr>
            </a:pPr>
          </a:p>
        </p:txBody>
      </p:sp>
      <p:sp>
        <p:nvSpPr>
          <p:cNvPr id="23" name="Shape"/>
          <p:cNvSpPr/>
          <p:nvPr userDrawn="1"/>
        </p:nvSpPr>
        <p:spPr>
          <a:xfrm>
            <a:off x="0" y="5067300"/>
            <a:ext cx="1822452" cy="179070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0"/>
                </a:lnTo>
                <a:lnTo>
                  <a:pt x="0" y="0"/>
                </a:lnTo>
                <a:lnTo>
                  <a:pt x="0" y="21600"/>
                </a:lnTo>
                <a:lnTo>
                  <a:pt x="0" y="21600"/>
                </a:lnTo>
                <a:cubicBezTo>
                  <a:pt x="11936" y="21600"/>
                  <a:pt x="21600" y="11921"/>
                  <a:pt x="21600" y="0"/>
                </a:cubicBezTo>
                <a:close/>
              </a:path>
            </a:pathLst>
          </a:custGeom>
          <a:solidFill>
            <a:schemeClr val="accent3"/>
          </a:solidFill>
          <a:ln w="12700">
            <a:miter lim="400000"/>
          </a:ln>
        </p:spPr>
        <p:txBody>
          <a:bodyPr lIns="38100" tIns="38100" rIns="38100" bIns="38100" anchor="ctr"/>
          <a:lstStyle/>
          <a:p>
            <a:pPr>
              <a:defRPr sz="3000">
                <a:solidFill>
                  <a:srgbClr val="FFFFFF"/>
                </a:solidFill>
              </a:defRPr>
            </a:pPr>
          </a:p>
        </p:txBody>
      </p:sp>
      <p:sp>
        <p:nvSpPr>
          <p:cNvPr id="24" name="Shape"/>
          <p:cNvSpPr/>
          <p:nvPr userDrawn="1"/>
        </p:nvSpPr>
        <p:spPr>
          <a:xfrm>
            <a:off x="1571599" y="5981701"/>
            <a:ext cx="911858" cy="87629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lnTo>
                  <a:pt x="0" y="21600"/>
                </a:lnTo>
                <a:lnTo>
                  <a:pt x="21600" y="21600"/>
                </a:lnTo>
                <a:lnTo>
                  <a:pt x="21600" y="21600"/>
                </a:lnTo>
                <a:cubicBezTo>
                  <a:pt x="21600" y="9687"/>
                  <a:pt x="11913" y="0"/>
                  <a:pt x="0" y="0"/>
                </a:cubicBezTo>
                <a:close/>
              </a:path>
            </a:pathLst>
          </a:custGeom>
          <a:solidFill>
            <a:srgbClr val="565964"/>
          </a:solidFill>
          <a:ln w="12700">
            <a:miter lim="400000"/>
          </a:ln>
        </p:spPr>
        <p:txBody>
          <a:bodyPr lIns="38100" tIns="38100" rIns="38100" bIns="38100" anchor="ctr"/>
          <a:lstStyle/>
          <a:p>
            <a:pPr>
              <a:defRPr sz="3000">
                <a:solidFill>
                  <a:srgbClr val="FFFFFF"/>
                </a:solidFill>
              </a:defRPr>
            </a:pPr>
          </a:p>
        </p:txBody>
      </p:sp>
      <p:sp>
        <p:nvSpPr>
          <p:cNvPr id="10" name="Date Placeholder 3"/>
          <p:cNvSpPr>
            <a:spLocks noGrp="1"/>
          </p:cNvSpPr>
          <p:nvPr>
            <p:ph type="dt" sz="half" idx="10"/>
          </p:nvPr>
        </p:nvSpPr>
        <p:spPr>
          <a:xfrm>
            <a:off x="838200" y="6356350"/>
            <a:ext cx="2743200" cy="365125"/>
          </a:xfrm>
        </p:spPr>
        <p:txBody>
          <a:bodyPr/>
          <a:lstStyle/>
          <a:p>
            <a:r>
              <a:rPr lang="en-US"/>
              <a:t>Date</a:t>
            </a:r>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0880" y="512122"/>
            <a:ext cx="7069797" cy="1820129"/>
          </a:xfrm>
        </p:spPr>
        <p:txBody>
          <a:bodyPr/>
          <a:lstStyle/>
          <a:p>
            <a:r>
              <a:rPr lang="en-US" dirty="0"/>
              <a:t>Title of your Presentation</a:t>
            </a:r>
            <a:endParaRPr lang="en-US" dirty="0"/>
          </a:p>
        </p:txBody>
      </p:sp>
      <p:sp>
        <p:nvSpPr>
          <p:cNvPr id="3" name="Subtitle 2"/>
          <p:cNvSpPr>
            <a:spLocks noGrp="1"/>
          </p:cNvSpPr>
          <p:nvPr>
            <p:ph type="subTitle" idx="1"/>
          </p:nvPr>
        </p:nvSpPr>
        <p:spPr>
          <a:xfrm>
            <a:off x="690880" y="2461205"/>
            <a:ext cx="5545797" cy="1211314"/>
          </a:xfrm>
        </p:spPr>
        <p:txBody>
          <a:bodyPr/>
          <a:lstStyle/>
          <a:p>
            <a:r>
              <a:rPr lang="en-US" dirty="0"/>
              <a:t>A Free Presentation Template</a:t>
            </a:r>
            <a:endParaRPr lang="en-US" dirty="0"/>
          </a:p>
        </p:txBody>
      </p:sp>
      <p:sp>
        <p:nvSpPr>
          <p:cNvPr id="6" name="Text Box 5"/>
          <p:cNvSpPr txBox="1"/>
          <p:nvPr/>
        </p:nvSpPr>
        <p:spPr>
          <a:xfrm>
            <a:off x="6918960" y="3329940"/>
            <a:ext cx="4064000" cy="368300"/>
          </a:xfrm>
          <a:prstGeom prst="rect">
            <a:avLst/>
          </a:prstGeom>
          <a:noFill/>
        </p:spPr>
        <p:txBody>
          <a:bodyPr wrap="square" rtlCol="0">
            <a:spAutoFit/>
          </a:bodyPr>
          <a:p>
            <a:endParaRPr lang="en-US"/>
          </a:p>
        </p:txBody>
      </p:sp>
      <p:sp>
        <p:nvSpPr>
          <p:cNvPr id="7" name="Slide Number Placeholder 6"/>
          <p:cNvSpPr>
            <a:spLocks noGrp="1"/>
          </p:cNvSpPr>
          <p:nvPr>
            <p:ph type="sldNum" sz="quarter" idx="12"/>
          </p:nvPr>
        </p:nvSpPr>
        <p:spPr/>
        <p:txBody>
          <a:bodyPr/>
          <a:p>
            <a:fld id="{672B7600-67E3-4D97-B453-880E2742B982}"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051567"/>
            <a:ext cx="9665677" cy="872181"/>
          </a:xfrm>
        </p:spPr>
        <p:txBody>
          <a:bodyPr>
            <a:normAutofit/>
          </a:bodyPr>
          <a:lstStyle/>
          <a:p>
            <a:r>
              <a:rPr lang="en-US" dirty="0"/>
              <a:t>Title of your Slide</a:t>
            </a:r>
            <a:endParaRPr lang="en-US" dirty="0"/>
          </a:p>
        </p:txBody>
      </p:sp>
      <p:sp>
        <p:nvSpPr>
          <p:cNvPr id="5" name="Content Placeholder 4"/>
          <p:cNvSpPr>
            <a:spLocks noGrp="1"/>
          </p:cNvSpPr>
          <p:nvPr>
            <p:ph idx="1"/>
          </p:nvPr>
        </p:nvSpPr>
        <p:spPr>
          <a:xfrm>
            <a:off x="838200" y="2038049"/>
            <a:ext cx="9665677" cy="4138913"/>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8" name="Slide Number Placeholder 7"/>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64677" y="365125"/>
            <a:ext cx="8855368" cy="1325563"/>
          </a:xfrm>
        </p:spPr>
        <p:txBody>
          <a:bodyPr/>
          <a:lstStyle/>
          <a:p>
            <a:r>
              <a:rPr lang="en-US" dirty="0"/>
              <a:t>Title of your Slide</a:t>
            </a:r>
            <a:endParaRPr lang="en-US" dirty="0"/>
          </a:p>
        </p:txBody>
      </p:sp>
      <p:sp>
        <p:nvSpPr>
          <p:cNvPr id="5" name="Content Placeholder 4"/>
          <p:cNvSpPr>
            <a:spLocks noGrp="1"/>
          </p:cNvSpPr>
          <p:nvPr>
            <p:ph idx="1"/>
          </p:nvPr>
        </p:nvSpPr>
        <p:spPr>
          <a:xfrm>
            <a:off x="1664676" y="1825625"/>
            <a:ext cx="9689123" cy="3391144"/>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771292" y="2461846"/>
            <a:ext cx="6576158" cy="2100629"/>
          </a:xfrm>
        </p:spPr>
        <p:txBody>
          <a:bodyPr/>
          <a:lstStyle/>
          <a:p>
            <a:r>
              <a:rPr lang="en-US" dirty="0"/>
              <a:t>Title of your Section</a:t>
            </a:r>
            <a:endParaRPr lang="en-US" dirty="0"/>
          </a:p>
        </p:txBody>
      </p:sp>
      <p:sp>
        <p:nvSpPr>
          <p:cNvPr id="5" name="Text Placeholder 4"/>
          <p:cNvSpPr>
            <a:spLocks noGrp="1"/>
          </p:cNvSpPr>
          <p:nvPr>
            <p:ph type="body" idx="1"/>
          </p:nvPr>
        </p:nvSpPr>
        <p:spPr>
          <a:xfrm>
            <a:off x="4771292" y="4589463"/>
            <a:ext cx="6576158" cy="1500187"/>
          </a:xfrm>
        </p:spPr>
        <p:txBody>
          <a:bodyPr/>
          <a:lstStyle/>
          <a:p>
            <a:r>
              <a:rPr lang="en-US" dirty="0"/>
              <a:t>Here goes the subtitle of your section</a:t>
            </a:r>
            <a:endParaRPr lang="en-US" dirty="0"/>
          </a:p>
        </p:txBody>
      </p:sp>
      <p:sp>
        <p:nvSpPr>
          <p:cNvPr id="8" name="Slide Number Placeholder 7"/>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65385" y="976812"/>
            <a:ext cx="3516924" cy="3354998"/>
          </a:xfrm>
        </p:spPr>
        <p:txBody>
          <a:bodyPr/>
          <a:lstStyle/>
          <a:p>
            <a:r>
              <a:rPr lang="en-US" dirty="0"/>
              <a:t>Title of your Section</a:t>
            </a:r>
            <a:endParaRPr lang="en-US" dirty="0"/>
          </a:p>
        </p:txBody>
      </p:sp>
      <p:sp>
        <p:nvSpPr>
          <p:cNvPr id="5" name="Text Placeholder 4"/>
          <p:cNvSpPr>
            <a:spLocks noGrp="1"/>
          </p:cNvSpPr>
          <p:nvPr>
            <p:ph type="body" idx="1"/>
          </p:nvPr>
        </p:nvSpPr>
        <p:spPr>
          <a:xfrm>
            <a:off x="1465384" y="4589463"/>
            <a:ext cx="9882065" cy="1500187"/>
          </a:xfrm>
        </p:spPr>
        <p:txBody>
          <a:bodyPr/>
          <a:lstStyle/>
          <a:p>
            <a:r>
              <a:rPr lang="en-US" dirty="0"/>
              <a:t>Here goes the subtitle of your section</a:t>
            </a:r>
            <a:endParaRPr lang="en-US" dirty="0"/>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2565401"/>
            <a:ext cx="7597042" cy="1997074"/>
          </a:xfrm>
        </p:spPr>
        <p:txBody>
          <a:bodyPr/>
          <a:lstStyle/>
          <a:p>
            <a:r>
              <a:rPr lang="en-US" dirty="0"/>
              <a:t>Thank You!</a:t>
            </a:r>
            <a:endParaRPr lang="en-US" dirty="0"/>
          </a:p>
        </p:txBody>
      </p:sp>
      <p:sp>
        <p:nvSpPr>
          <p:cNvPr id="3" name="Text Placeholder 2"/>
          <p:cNvSpPr>
            <a:spLocks noGrp="1"/>
          </p:cNvSpPr>
          <p:nvPr>
            <p:ph type="body" idx="1"/>
          </p:nvPr>
        </p:nvSpPr>
        <p:spPr>
          <a:xfrm>
            <a:off x="2074985" y="5067300"/>
            <a:ext cx="7397262" cy="1022350"/>
          </a:xfrm>
        </p:spPr>
        <p:txBody>
          <a:bodyPr/>
          <a:lstStyle/>
          <a:p>
            <a:r>
              <a:rPr lang="en-US" noProof="1"/>
              <a:t>Lorem ipsum dolor sit amet, tollit epicuri est ex, exerci accumsan singulis ei mel.</a:t>
            </a:r>
            <a:endParaRPr lang="en-US" noProof="1"/>
          </a:p>
        </p:txBody>
      </p:sp>
      <p:sp>
        <p:nvSpPr>
          <p:cNvPr id="6" name="Slide Number Placeholder 5"/>
          <p:cNvSpPr>
            <a:spLocks noGrp="1"/>
          </p:cNvSpPr>
          <p:nvPr>
            <p:ph type="sldNum" sz="quarter" idx="12"/>
          </p:nvPr>
        </p:nvSpPr>
        <p:spPr>
          <a:xfrm>
            <a:off x="8610600" y="6356350"/>
            <a:ext cx="2743200" cy="365125"/>
          </a:xfrm>
        </p:spPr>
        <p:txBody>
          <a:bodyPr/>
          <a:lstStyle/>
          <a:p>
            <a:fld id="{672B7600-67E3-4D97-B453-880E2742B982}" type="slidenum">
              <a:rPr lang="en-US" smtClean="0"/>
            </a:fld>
            <a:endParaRPr lang="en-US"/>
          </a:p>
        </p:txBody>
      </p:sp>
      <p:sp>
        <p:nvSpPr>
          <p:cNvPr id="8" name="Text Placeholder 7"/>
          <p:cNvSpPr>
            <a:spLocks noGrp="1"/>
          </p:cNvSpPr>
          <p:nvPr>
            <p:ph type="body" sz="quarter" idx="4294967295"/>
          </p:nvPr>
        </p:nvSpPr>
        <p:spPr>
          <a:xfrm>
            <a:off x="10224634" y="2736013"/>
            <a:ext cx="1701800" cy="228600"/>
          </a:xfrm>
        </p:spPr>
        <p:txBody>
          <a:bodyPr/>
          <a:lstStyle/>
          <a:p>
            <a:r>
              <a:rPr lang="en-US" dirty="0"/>
              <a:t>First / Last Name</a:t>
            </a:r>
            <a:endParaRPr lang="en-US" dirty="0"/>
          </a:p>
        </p:txBody>
      </p:sp>
      <p:sp>
        <p:nvSpPr>
          <p:cNvPr id="9" name="Text Placeholder 8"/>
          <p:cNvSpPr>
            <a:spLocks noGrp="1"/>
          </p:cNvSpPr>
          <p:nvPr>
            <p:ph type="body" sz="quarter" idx="4294967295"/>
          </p:nvPr>
        </p:nvSpPr>
        <p:spPr>
          <a:xfrm>
            <a:off x="10224634" y="2963346"/>
            <a:ext cx="1701800" cy="228600"/>
          </a:xfrm>
        </p:spPr>
        <p:txBody>
          <a:bodyPr/>
          <a:lstStyle/>
          <a:p>
            <a:r>
              <a:rPr lang="en-US" dirty="0"/>
              <a:t>(123) 456-7890</a:t>
            </a:r>
            <a:endParaRPr lang="en-US" dirty="0"/>
          </a:p>
        </p:txBody>
      </p:sp>
      <p:sp>
        <p:nvSpPr>
          <p:cNvPr id="11" name="Text Placeholder 10"/>
          <p:cNvSpPr>
            <a:spLocks noGrp="1"/>
          </p:cNvSpPr>
          <p:nvPr>
            <p:ph type="body" sz="quarter" idx="4294967295"/>
          </p:nvPr>
        </p:nvSpPr>
        <p:spPr>
          <a:xfrm>
            <a:off x="10224634" y="3190679"/>
            <a:ext cx="1701800" cy="228600"/>
          </a:xfrm>
        </p:spPr>
        <p:txBody>
          <a:bodyPr/>
          <a:lstStyle/>
          <a:p>
            <a:r>
              <a:rPr lang="en-US" dirty="0"/>
              <a:t>Your Company</a:t>
            </a:r>
            <a:endParaRPr lang="en-US" dirty="0"/>
          </a:p>
        </p:txBody>
      </p:sp>
      <p:sp>
        <p:nvSpPr>
          <p:cNvPr id="12" name="Picture Placeholder 11"/>
          <p:cNvSpPr>
            <a:spLocks noGrp="1"/>
          </p:cNvSpPr>
          <p:nvPr>
            <p:ph type="pic" sz="quarter" idx="17"/>
          </p:nvPr>
        </p:nvSpPr>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1162</Words>
  <Application>WPS Presentation</Application>
  <PresentationFormat>Widescreen</PresentationFormat>
  <Paragraphs>44</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Calibri Light</vt:lpstr>
      <vt:lpstr>Calibri</vt:lpstr>
      <vt:lpstr>Microsoft YaHei</vt:lpstr>
      <vt:lpstr>Arial Unicode MS</vt:lpstr>
      <vt:lpstr>Calibri</vt:lpstr>
      <vt:lpstr>Office Theme</vt:lpstr>
      <vt:lpstr>Title of your Presentation</vt:lpstr>
      <vt:lpstr>Title of your Slide</vt:lpstr>
      <vt:lpstr>Title of your Slide</vt:lpstr>
      <vt:lpstr>Title of your Section</vt:lpstr>
      <vt:lpstr>Title of your Section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Admin</cp:lastModifiedBy>
  <cp:revision>3</cp:revision>
  <dcterms:created xsi:type="dcterms:W3CDTF">2025-07-23T00:59:00Z</dcterms:created>
  <dcterms:modified xsi:type="dcterms:W3CDTF">2026-05-08T08:07:02Z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79385FFE21B143608B0F44072DD7FFB5_11</vt:lpwstr>
  </property>
  <property fmtid="{D5CDD505-2E9C-101B-9397-08002B2CF9AE}" pid="3" name="KSOProductBuildVer">
    <vt:lpwstr>1033-12.1.0.25862</vt:lpwstr>
  </property>
</Properties>
</file>