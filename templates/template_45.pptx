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3" name="椭圆 4"/>
          <p:cNvSpPr/>
          <p:nvPr userDrawn="1">
            <p:custDataLst>
              <p:tags r:id="rId3"/>
            </p:custDataLst>
          </p:nvPr>
        </p:nvSpPr>
        <p:spPr>
          <a:xfrm flipH="1">
            <a:off x="12700" y="-18415"/>
            <a:ext cx="3677285" cy="3043555"/>
          </a:xfrm>
          <a:custGeom>
            <a:avLst/>
            <a:gdLst>
              <a:gd name="connsiteX0" fmla="*/ 5791 w 5791"/>
              <a:gd name="connsiteY0" fmla="*/ 4793 h 4793"/>
              <a:gd name="connsiteX1" fmla="*/ 0 w 5791"/>
              <a:gd name="connsiteY1" fmla="*/ 0 h 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91" h="4793">
                <a:moveTo>
                  <a:pt x="5791" y="4793"/>
                </a:moveTo>
                <a:cubicBezTo>
                  <a:pt x="3491" y="4753"/>
                  <a:pt x="411" y="3773"/>
                  <a:pt x="0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6">
                    <a:alpha val="0"/>
                  </a:schemeClr>
                </a:gs>
              </a:gsLst>
              <a:lin ang="15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9" hasCustomPrompt="1"/>
            <p:custDataLst>
              <p:tags r:id="rId4"/>
            </p:custDataLst>
          </p:nvPr>
        </p:nvSpPr>
        <p:spPr>
          <a:xfrm>
            <a:off x="982800" y="4124815"/>
            <a:ext cx="5519420" cy="544836"/>
          </a:xfrm>
          <a:prstGeom prst="rect">
            <a:avLst/>
          </a:prstGeom>
          <a:solidFill>
            <a:schemeClr val="tx1">
              <a:alpha val="0"/>
            </a:schemeClr>
          </a:solidFill>
          <a:effectLst/>
        </p:spPr>
        <p:txBody>
          <a:bodyPr wrap="square" lIns="91440" tIns="45720" rIns="91440" bIns="45720" rtlCol="0" anchor="t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sym typeface="Microsoft YaHei" panose="020B0503020204020204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椭圆 2"/>
          <p:cNvSpPr/>
          <p:nvPr userDrawn="1">
            <p:custDataLst>
              <p:tags r:id="rId5"/>
            </p:custDataLst>
          </p:nvPr>
        </p:nvSpPr>
        <p:spPr>
          <a:xfrm flipH="1">
            <a:off x="7527290" y="2088893"/>
            <a:ext cx="4664710" cy="4769107"/>
          </a:xfrm>
          <a:custGeom>
            <a:avLst/>
            <a:gdLst>
              <a:gd name="adj" fmla="val 477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346" h="7510">
                <a:moveTo>
                  <a:pt x="0" y="0"/>
                </a:moveTo>
                <a:lnTo>
                  <a:pt x="2" y="0"/>
                </a:lnTo>
                <a:cubicBezTo>
                  <a:pt x="4067" y="51"/>
                  <a:pt x="7346" y="3363"/>
                  <a:pt x="7346" y="7439"/>
                </a:cubicBezTo>
                <a:lnTo>
                  <a:pt x="7346" y="7510"/>
                </a:lnTo>
                <a:lnTo>
                  <a:pt x="6635" y="7510"/>
                </a:lnTo>
                <a:lnTo>
                  <a:pt x="6635" y="7439"/>
                </a:lnTo>
                <a:cubicBezTo>
                  <a:pt x="6635" y="3781"/>
                  <a:pt x="3716" y="805"/>
                  <a:pt x="80" y="713"/>
                </a:cubicBezTo>
                <a:lnTo>
                  <a:pt x="0" y="7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50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17" name="椭圆 12"/>
          <p:cNvSpPr/>
          <p:nvPr userDrawn="1">
            <p:custDataLst>
              <p:tags r:id="rId6"/>
            </p:custDataLst>
          </p:nvPr>
        </p:nvSpPr>
        <p:spPr>
          <a:xfrm>
            <a:off x="9285605" y="878840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8" name="弧 9"/>
          <p:cNvSpPr/>
          <p:nvPr userDrawn="1">
            <p:custDataLst>
              <p:tags r:id="rId7"/>
            </p:custDataLst>
          </p:nvPr>
        </p:nvSpPr>
        <p:spPr>
          <a:xfrm rot="300000" flipH="1">
            <a:off x="5975985" y="915035"/>
            <a:ext cx="5842000" cy="5842000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1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9" name="弧 10"/>
          <p:cNvSpPr/>
          <p:nvPr userDrawn="1">
            <p:custDataLst>
              <p:tags r:id="rId8"/>
            </p:custDataLst>
          </p:nvPr>
        </p:nvSpPr>
        <p:spPr>
          <a:xfrm rot="21060000" flipH="1">
            <a:off x="7099300" y="2038350"/>
            <a:ext cx="3595370" cy="3595370"/>
          </a:xfrm>
          <a:prstGeom prst="arc">
            <a:avLst>
              <a:gd name="adj1" fmla="val 3916977"/>
              <a:gd name="adj2" fmla="val 18579731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3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20" name="bRQB5ljLEGlw4nI椭圆 15"/>
          <p:cNvSpPr/>
          <p:nvPr userDrawn="1">
            <p:custDataLst>
              <p:tags r:id="rId9"/>
            </p:custDataLst>
          </p:nvPr>
        </p:nvSpPr>
        <p:spPr>
          <a:xfrm flipH="1">
            <a:off x="8118157" y="3057208"/>
            <a:ext cx="1557655" cy="155765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99000">
                <a:schemeClr val="bg1">
                  <a:lumMod val="95000"/>
                </a:schemeClr>
              </a:gs>
            </a:gsLst>
            <a:lin ang="2700000" scaled="1"/>
            <a:tileRect/>
          </a:gradFill>
          <a:ln w="3175">
            <a:solidFill>
              <a:schemeClr val="accent1">
                <a:alpha val="40000"/>
              </a:schemeClr>
            </a:solidFill>
          </a:ln>
          <a:effectLst>
            <a:outerShdw blurRad="152400" dist="1524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21" name="椭圆 11"/>
          <p:cNvSpPr/>
          <p:nvPr userDrawn="1">
            <p:custDataLst>
              <p:tags r:id="rId10"/>
            </p:custDataLst>
          </p:nvPr>
        </p:nvSpPr>
        <p:spPr>
          <a:xfrm>
            <a:off x="7503160" y="2549525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957600" y="566964"/>
            <a:ext cx="6545560" cy="3411788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all" spc="0" normalizeH="0" baseline="0" noProof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101600" dir="5400000" algn="ctr" rotWithShape="0">
                    <a:schemeClr val="accent1">
                      <a:alpha val="12000"/>
                    </a:schemeClr>
                  </a:outerShdw>
                </a:effectLst>
                <a:uLnTx/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图形 3" descr="3b343532353530353bc8cfd6a4c9f3bacb"/>
          <p:cNvSpPr/>
          <p:nvPr userDrawn="1">
            <p:custDataLst>
              <p:tags r:id="rId15"/>
            </p:custDataLst>
          </p:nvPr>
        </p:nvSpPr>
        <p:spPr>
          <a:xfrm>
            <a:off x="8575213" y="3476035"/>
            <a:ext cx="643543" cy="720002"/>
          </a:xfrm>
          <a:custGeom>
            <a:avLst/>
            <a:gdLst>
              <a:gd name="connsiteX0" fmla="*/ 465883 w 643543"/>
              <a:gd name="connsiteY0" fmla="*/ 69728 h 720002"/>
              <a:gd name="connsiteX1" fmla="*/ 614430 w 643543"/>
              <a:gd name="connsiteY1" fmla="*/ 98492 h 720002"/>
              <a:gd name="connsiteX2" fmla="*/ 643543 w 643543"/>
              <a:gd name="connsiteY2" fmla="*/ 130709 h 720002"/>
              <a:gd name="connsiteX3" fmla="*/ 643543 w 643543"/>
              <a:gd name="connsiteY3" fmla="*/ 404866 h 720002"/>
              <a:gd name="connsiteX4" fmla="*/ 321385 w 643543"/>
              <a:gd name="connsiteY4" fmla="*/ 720001 h 720002"/>
              <a:gd name="connsiteX5" fmla="*/ 0 w 643543"/>
              <a:gd name="connsiteY5" fmla="*/ 404866 h 720002"/>
              <a:gd name="connsiteX6" fmla="*/ 0 w 643543"/>
              <a:gd name="connsiteY6" fmla="*/ 128793 h 720002"/>
              <a:gd name="connsiteX7" fmla="*/ 27542 w 643543"/>
              <a:gd name="connsiteY7" fmla="*/ 96701 h 720002"/>
              <a:gd name="connsiteX8" fmla="*/ 177619 w 643543"/>
              <a:gd name="connsiteY8" fmla="*/ 69728 h 720002"/>
              <a:gd name="connsiteX9" fmla="*/ 305840 w 643543"/>
              <a:gd name="connsiteY9" fmla="*/ 4704 h 720002"/>
              <a:gd name="connsiteX10" fmla="*/ 337707 w 643543"/>
              <a:gd name="connsiteY10" fmla="*/ 4701 h 720002"/>
              <a:gd name="connsiteX11" fmla="*/ 465883 w 643543"/>
              <a:gd name="connsiteY11" fmla="*/ 69728 h 720002"/>
              <a:gd name="connsiteX12" fmla="*/ 298562 w 643543"/>
              <a:gd name="connsiteY12" fmla="*/ 390266 h 720002"/>
              <a:gd name="connsiteX13" fmla="*/ 233556 w 643543"/>
              <a:gd name="connsiteY13" fmla="*/ 321839 h 720002"/>
              <a:gd name="connsiteX14" fmla="*/ 190216 w 643543"/>
              <a:gd name="connsiteY14" fmla="*/ 321839 h 720002"/>
              <a:gd name="connsiteX15" fmla="*/ 190216 w 643543"/>
              <a:gd name="connsiteY15" fmla="*/ 367459 h 720002"/>
              <a:gd name="connsiteX16" fmla="*/ 276892 w 643543"/>
              <a:gd name="connsiteY16" fmla="*/ 458697 h 720002"/>
              <a:gd name="connsiteX17" fmla="*/ 320232 w 643543"/>
              <a:gd name="connsiteY17" fmla="*/ 458697 h 720002"/>
              <a:gd name="connsiteX18" fmla="*/ 471916 w 643543"/>
              <a:gd name="connsiteY18" fmla="*/ 299029 h 720002"/>
              <a:gd name="connsiteX19" fmla="*/ 471916 w 643543"/>
              <a:gd name="connsiteY19" fmla="*/ 253408 h 720002"/>
              <a:gd name="connsiteX20" fmla="*/ 428577 w 643543"/>
              <a:gd name="connsiteY20" fmla="*/ 253408 h 720002"/>
              <a:gd name="connsiteX21" fmla="*/ 298562 w 643543"/>
              <a:gd name="connsiteY21" fmla="*/ 390266 h 72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3543" h="720002">
                <a:moveTo>
                  <a:pt x="465883" y="69728"/>
                </a:moveTo>
                <a:cubicBezTo>
                  <a:pt x="507928" y="85903"/>
                  <a:pt x="557442" y="95491"/>
                  <a:pt x="614430" y="98492"/>
                </a:cubicBezTo>
                <a:cubicBezTo>
                  <a:pt x="630737" y="99350"/>
                  <a:pt x="643543" y="113520"/>
                  <a:pt x="643543" y="130709"/>
                </a:cubicBezTo>
                <a:lnTo>
                  <a:pt x="643543" y="404866"/>
                </a:lnTo>
                <a:cubicBezTo>
                  <a:pt x="643156" y="558055"/>
                  <a:pt x="433920" y="720001"/>
                  <a:pt x="321385" y="720001"/>
                </a:cubicBezTo>
                <a:cubicBezTo>
                  <a:pt x="208852" y="720001"/>
                  <a:pt x="0" y="558055"/>
                  <a:pt x="0" y="404866"/>
                </a:cubicBezTo>
                <a:lnTo>
                  <a:pt x="0" y="128793"/>
                </a:lnTo>
                <a:cubicBezTo>
                  <a:pt x="0" y="112242"/>
                  <a:pt x="11899" y="98377"/>
                  <a:pt x="27542" y="96701"/>
                </a:cubicBezTo>
                <a:cubicBezTo>
                  <a:pt x="99727" y="88967"/>
                  <a:pt x="149753" y="79976"/>
                  <a:pt x="177619" y="69728"/>
                </a:cubicBezTo>
                <a:cubicBezTo>
                  <a:pt x="222172" y="52608"/>
                  <a:pt x="264914" y="30934"/>
                  <a:pt x="305840" y="4704"/>
                </a:cubicBezTo>
                <a:cubicBezTo>
                  <a:pt x="315627" y="-1569"/>
                  <a:pt x="327920" y="-1570"/>
                  <a:pt x="337707" y="4701"/>
                </a:cubicBezTo>
                <a:cubicBezTo>
                  <a:pt x="378652" y="30932"/>
                  <a:pt x="421379" y="52608"/>
                  <a:pt x="465883" y="69728"/>
                </a:cubicBezTo>
                <a:moveTo>
                  <a:pt x="298562" y="390266"/>
                </a:moveTo>
                <a:lnTo>
                  <a:pt x="233556" y="321839"/>
                </a:lnTo>
                <a:cubicBezTo>
                  <a:pt x="221586" y="309242"/>
                  <a:pt x="202184" y="309242"/>
                  <a:pt x="190216" y="321839"/>
                </a:cubicBezTo>
                <a:cubicBezTo>
                  <a:pt x="178249" y="334436"/>
                  <a:pt x="178249" y="354859"/>
                  <a:pt x="190216" y="367459"/>
                </a:cubicBezTo>
                <a:lnTo>
                  <a:pt x="276892" y="458697"/>
                </a:lnTo>
                <a:cubicBezTo>
                  <a:pt x="288859" y="471293"/>
                  <a:pt x="308265" y="471293"/>
                  <a:pt x="320232" y="458697"/>
                </a:cubicBezTo>
                <a:lnTo>
                  <a:pt x="471916" y="299029"/>
                </a:lnTo>
                <a:cubicBezTo>
                  <a:pt x="483883" y="286432"/>
                  <a:pt x="483883" y="266009"/>
                  <a:pt x="471916" y="253408"/>
                </a:cubicBezTo>
                <a:cubicBezTo>
                  <a:pt x="459949" y="240812"/>
                  <a:pt x="440544" y="240812"/>
                  <a:pt x="428577" y="253408"/>
                </a:cubicBezTo>
                <a:lnTo>
                  <a:pt x="298562" y="390266"/>
                </a:lnTo>
              </a:path>
            </a:pathLst>
          </a:custGeom>
          <a:solidFill>
            <a:schemeClr val="accent1"/>
          </a:solidFill>
          <a:ln w="37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2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1062990" y="4813097"/>
            <a:ext cx="2975659" cy="690015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6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1186815" y="3015615"/>
            <a:ext cx="3695700" cy="646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8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 algn="ctr"/>
            <a:r>
              <a:rPr lang="en-US"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椭圆 6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rot="3180000">
            <a:off x="2370455" y="2711450"/>
            <a:ext cx="1296035" cy="1296035"/>
          </a:xfrm>
          <a:prstGeom prst="ellipse">
            <a:avLst/>
          </a:prstGeom>
          <a:noFill/>
          <a:ln>
            <a:solidFill>
              <a:schemeClr val="accent1">
                <a:lumMod val="75000"/>
                <a:alpha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弧 9"/>
          <p:cNvSpPr/>
          <p:nvPr>
            <p:custDataLst>
              <p:tags r:id="rId5"/>
            </p:custDataLst>
          </p:nvPr>
        </p:nvSpPr>
        <p:spPr>
          <a:xfrm rot="2040000" flipH="1">
            <a:off x="733425" y="1073785"/>
            <a:ext cx="4570095" cy="4570095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20000"/>
                  </a:srgbClr>
                </a:gs>
                <a:gs pos="80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7" name="椭圆 12"/>
          <p:cNvSpPr/>
          <p:nvPr>
            <p:custDataLst>
              <p:tags r:id="rId6"/>
            </p:custDataLst>
          </p:nvPr>
        </p:nvSpPr>
        <p:spPr>
          <a:xfrm rot="1740000">
            <a:off x="4400550" y="1534160"/>
            <a:ext cx="116205" cy="11620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36" name="椭圆 2"/>
          <p:cNvSpPr/>
          <p:nvPr>
            <p:custDataLst>
              <p:tags r:id="rId7"/>
            </p:custDataLst>
          </p:nvPr>
        </p:nvSpPr>
        <p:spPr>
          <a:xfrm rot="18540000" flipH="1">
            <a:off x="1268730" y="1609090"/>
            <a:ext cx="3500120" cy="3500120"/>
          </a:xfrm>
          <a:prstGeom prst="donut">
            <a:avLst>
              <a:gd name="adj" fmla="val 11124"/>
            </a:avLst>
          </a:prstGeom>
          <a:gradFill>
            <a:gsLst>
              <a:gs pos="0">
                <a:schemeClr val="accent2">
                  <a:alpha val="90000"/>
                </a:schemeClr>
              </a:gs>
              <a:gs pos="100000">
                <a:schemeClr val="accent4">
                  <a:alpha val="30000"/>
                </a:schemeClr>
              </a:gs>
            </a:gsLst>
            <a:lin ang="156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5" hasCustomPrompt="1"/>
            <p:custDataLst>
              <p:tags r:id="rId3"/>
            </p:custDataLst>
          </p:nvPr>
        </p:nvSpPr>
        <p:spPr>
          <a:xfrm>
            <a:off x="1089025" y="2258695"/>
            <a:ext cx="1838325" cy="18618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1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n-lt"/>
              </a:defRPr>
            </a:lvl1pPr>
          </a:lstStyle>
          <a:p>
            <a:pPr lvl="0" algn="r"/>
            <a:r>
              <a:rPr dirty="0">
                <a:sym typeface="+mn-ea"/>
              </a:rPr>
              <a:t>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4" hasCustomPrompt="1"/>
            <p:custDataLst>
              <p:tags r:id="rId4"/>
            </p:custDataLst>
          </p:nvPr>
        </p:nvSpPr>
        <p:spPr>
          <a:xfrm>
            <a:off x="3218815" y="2044700"/>
            <a:ext cx="7991475" cy="2274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50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lang="en-US"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5" name="任意多边形 14"/>
          <p:cNvSpPr/>
          <p:nvPr>
            <p:custDataLst>
              <p:tags r:id="rId5"/>
            </p:custDataLst>
          </p:nvPr>
        </p:nvSpPr>
        <p:spPr>
          <a:xfrm>
            <a:off x="-4445" y="5634587"/>
            <a:ext cx="12195810" cy="1232773"/>
          </a:xfrm>
          <a:custGeom>
            <a:avLst/>
            <a:gdLst>
              <a:gd name="connsiteX0" fmla="*/ 0 w 19206"/>
              <a:gd name="connsiteY0" fmla="*/ 283 h 1941"/>
              <a:gd name="connsiteX1" fmla="*/ 5107 w 19206"/>
              <a:gd name="connsiteY1" fmla="*/ 655 h 1941"/>
              <a:gd name="connsiteX2" fmla="*/ 19206 w 19206"/>
              <a:gd name="connsiteY2" fmla="*/ 1591 h 1941"/>
              <a:gd name="connsiteX3" fmla="*/ 19206 w 19206"/>
              <a:gd name="connsiteY3" fmla="*/ 1941 h 1941"/>
              <a:gd name="connsiteX4" fmla="*/ 7 w 19206"/>
              <a:gd name="connsiteY4" fmla="*/ 1941 h 1941"/>
              <a:gd name="connsiteX5" fmla="*/ 0 w 19206"/>
              <a:gd name="connsiteY5" fmla="*/ 283 h 1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941">
                <a:moveTo>
                  <a:pt x="0" y="283"/>
                </a:moveTo>
                <a:cubicBezTo>
                  <a:pt x="943" y="76"/>
                  <a:pt x="2511" y="-388"/>
                  <a:pt x="5107" y="655"/>
                </a:cubicBezTo>
                <a:cubicBezTo>
                  <a:pt x="7703" y="1697"/>
                  <a:pt x="10626" y="1762"/>
                  <a:pt x="19206" y="1591"/>
                </a:cubicBezTo>
                <a:lnTo>
                  <a:pt x="19206" y="1941"/>
                </a:lnTo>
                <a:lnTo>
                  <a:pt x="7" y="1941"/>
                </a:lnTo>
                <a:lnTo>
                  <a:pt x="0" y="283"/>
                </a:lnTo>
                <a:close/>
              </a:path>
            </a:pathLst>
          </a:custGeom>
          <a:gradFill>
            <a:gsLst>
              <a:gs pos="22000">
                <a:schemeClr val="accent1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Arial" panose="020B0604020202020204" pitchFamily="34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6"/>
            </p:custDataLst>
          </p:nvPr>
        </p:nvSpPr>
        <p:spPr>
          <a:xfrm flipH="1">
            <a:off x="-19685" y="5432425"/>
            <a:ext cx="12192000" cy="1427480"/>
          </a:xfrm>
          <a:custGeom>
            <a:avLst/>
            <a:gdLst>
              <a:gd name="connsiteX0" fmla="*/ 0 w 19200"/>
              <a:gd name="connsiteY0" fmla="*/ 747 h 2557"/>
              <a:gd name="connsiteX1" fmla="*/ 3975 w 19200"/>
              <a:gd name="connsiteY1" fmla="*/ 106 h 2557"/>
              <a:gd name="connsiteX2" fmla="*/ 19200 w 19200"/>
              <a:gd name="connsiteY2" fmla="*/ 2160 h 2557"/>
              <a:gd name="connsiteX3" fmla="*/ 19200 w 19200"/>
              <a:gd name="connsiteY3" fmla="*/ 2558 h 2557"/>
              <a:gd name="connsiteX4" fmla="*/ 1 w 19200"/>
              <a:gd name="connsiteY4" fmla="*/ 2558 h 2557"/>
              <a:gd name="connsiteX5" fmla="*/ 0 w 19200"/>
              <a:gd name="connsiteY5" fmla="*/ 747 h 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0" h="2558">
                <a:moveTo>
                  <a:pt x="0" y="747"/>
                </a:moveTo>
                <a:cubicBezTo>
                  <a:pt x="203" y="607"/>
                  <a:pt x="1793" y="-305"/>
                  <a:pt x="3975" y="106"/>
                </a:cubicBezTo>
                <a:cubicBezTo>
                  <a:pt x="6157" y="517"/>
                  <a:pt x="7452" y="2105"/>
                  <a:pt x="19200" y="2160"/>
                </a:cubicBezTo>
                <a:lnTo>
                  <a:pt x="19200" y="2558"/>
                </a:lnTo>
                <a:lnTo>
                  <a:pt x="1" y="2558"/>
                </a:lnTo>
                <a:lnTo>
                  <a:pt x="0" y="747"/>
                </a:lnTo>
                <a:close/>
              </a:path>
            </a:pathLst>
          </a:custGeom>
          <a:gradFill>
            <a:gsLst>
              <a:gs pos="32000">
                <a:schemeClr val="accent1">
                  <a:alpha val="20000"/>
                </a:schemeClr>
              </a:gs>
              <a:gs pos="90000">
                <a:schemeClr val="accent3">
                  <a:lumMod val="40000"/>
                  <a:lumOff val="60000"/>
                  <a:alpha val="64000"/>
                </a:scheme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Arial" panose="020B0604020202020204" pitchFamily="34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7"/>
            </p:custDataLst>
          </p:nvPr>
        </p:nvSpPr>
        <p:spPr>
          <a:xfrm flipH="1">
            <a:off x="-23495" y="5995035"/>
            <a:ext cx="12214860" cy="873125"/>
          </a:xfrm>
          <a:custGeom>
            <a:avLst/>
            <a:gdLst>
              <a:gd name="connsiteX0" fmla="*/ 0 w 19206"/>
              <a:gd name="connsiteY0" fmla="*/ 534 h 1465"/>
              <a:gd name="connsiteX1" fmla="*/ 5787 w 19206"/>
              <a:gd name="connsiteY1" fmla="*/ 384 h 1465"/>
              <a:gd name="connsiteX2" fmla="*/ 19206 w 19206"/>
              <a:gd name="connsiteY2" fmla="*/ 553 h 1465"/>
              <a:gd name="connsiteX3" fmla="*/ 19206 w 19206"/>
              <a:gd name="connsiteY3" fmla="*/ 1465 h 1465"/>
              <a:gd name="connsiteX4" fmla="*/ 7 w 19206"/>
              <a:gd name="connsiteY4" fmla="*/ 1465 h 1465"/>
              <a:gd name="connsiteX5" fmla="*/ 0 w 19206"/>
              <a:gd name="connsiteY5" fmla="*/ 534 h 1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465">
                <a:moveTo>
                  <a:pt x="0" y="534"/>
                </a:moveTo>
                <a:cubicBezTo>
                  <a:pt x="1073" y="-26"/>
                  <a:pt x="3196" y="-252"/>
                  <a:pt x="5787" y="384"/>
                </a:cubicBezTo>
                <a:cubicBezTo>
                  <a:pt x="8378" y="1020"/>
                  <a:pt x="15553" y="1551"/>
                  <a:pt x="19206" y="553"/>
                </a:cubicBezTo>
                <a:lnTo>
                  <a:pt x="19206" y="1465"/>
                </a:lnTo>
                <a:lnTo>
                  <a:pt x="7" y="1465"/>
                </a:lnTo>
                <a:lnTo>
                  <a:pt x="0" y="53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60000"/>
                </a:schemeClr>
              </a:gs>
              <a:gs pos="78000">
                <a:schemeClr val="accent3">
                  <a:lumMod val="20000"/>
                  <a:lumOff val="80000"/>
                  <a:alpha val="25000"/>
                </a:schemeClr>
              </a:gs>
            </a:gsLst>
            <a:lin ang="4200000" scaled="0"/>
          </a:gradFill>
          <a:ln>
            <a:noFill/>
          </a:ln>
          <a:effectLst>
            <a:outerShdw blurRad="177800" dist="508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dk1"/>
                </a:solidFill>
                <a:cs typeface="Arial" panose="020B0604020202020204" pitchFamily="34" charset="0"/>
              </a:rPr>
              <a:t> </a:t>
            </a:r>
            <a:endParaRPr lang="en-US">
              <a:solidFill>
                <a:schemeClr val="dk1"/>
              </a:solidFill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5" hasCustomPrompt="1"/>
            <p:custDataLst>
              <p:tags r:id="rId3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4" hasCustomPrompt="1"/>
            <p:custDataLst>
              <p:tags r:id="rId4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7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5" name="正文"/>
          <p:cNvSpPr txBox="1">
            <a:spLocks noGrp="1"/>
          </p:cNvSpPr>
          <p:nvPr>
            <p:ph idx="7" hasCustomPrompt="1"/>
            <p:custDataLst>
              <p:tags r:id="rId3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6" hasCustomPrompt="1"/>
            <p:custDataLst>
              <p:tags r:id="rId4"/>
            </p:custDataLst>
          </p:nvPr>
        </p:nvSpPr>
        <p:spPr>
          <a:xfrm>
            <a:off x="6235200" y="1419070"/>
            <a:ext cx="5342400" cy="420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5" hasCustomPrompt="1"/>
            <p:custDataLst>
              <p:tags r:id="rId5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4" hasCustomPrompt="1"/>
            <p:custDataLst>
              <p:tags r:id="rId6"/>
            </p:custDataLst>
          </p:nvPr>
        </p:nvSpPr>
        <p:spPr>
          <a:xfrm>
            <a:off x="608400" y="1419070"/>
            <a:ext cx="5342400" cy="420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9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3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3" hasCustomPrompt="1"/>
            <p:custDataLst>
              <p:tags r:id="rId3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4" hasCustomPrompt="1"/>
            <p:custDataLst>
              <p:tags r:id="rId3"/>
            </p:custDataLst>
          </p:nvPr>
        </p:nvSpPr>
        <p:spPr>
          <a:xfrm>
            <a:off x="695960" y="1301750"/>
            <a:ext cx="10799088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6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1">
                  <a:alpha val="10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cs typeface="Arial" panose="020B0604020202020204" pitchFamily="34" charset="0"/>
              <a:sym typeface="+mn-lt"/>
            </a:endParaRPr>
          </a:p>
        </p:txBody>
      </p:sp>
      <p:sp>
        <p:nvSpPr>
          <p:cNvPr id="14" name="椭圆 4"/>
          <p:cNvSpPr/>
          <p:nvPr userDrawn="1">
            <p:custDataLst>
              <p:tags r:id="rId3"/>
            </p:custDataLst>
          </p:nvPr>
        </p:nvSpPr>
        <p:spPr>
          <a:xfrm flipH="1">
            <a:off x="12700" y="-18415"/>
            <a:ext cx="3677285" cy="3043555"/>
          </a:xfrm>
          <a:custGeom>
            <a:avLst/>
            <a:gdLst>
              <a:gd name="connsiteX0" fmla="*/ 5791 w 5791"/>
              <a:gd name="connsiteY0" fmla="*/ 4793 h 4793"/>
              <a:gd name="connsiteX1" fmla="*/ 0 w 5791"/>
              <a:gd name="connsiteY1" fmla="*/ 0 h 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91" h="4793">
                <a:moveTo>
                  <a:pt x="5791" y="4793"/>
                </a:moveTo>
                <a:cubicBezTo>
                  <a:pt x="3491" y="4753"/>
                  <a:pt x="411" y="3773"/>
                  <a:pt x="0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6">
                    <a:alpha val="0"/>
                  </a:schemeClr>
                </a:gs>
              </a:gsLst>
              <a:lin ang="15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椭圆 2"/>
          <p:cNvSpPr/>
          <p:nvPr userDrawn="1">
            <p:custDataLst>
              <p:tags r:id="rId4"/>
            </p:custDataLst>
          </p:nvPr>
        </p:nvSpPr>
        <p:spPr>
          <a:xfrm flipH="1">
            <a:off x="7527290" y="2088893"/>
            <a:ext cx="4664710" cy="4769107"/>
          </a:xfrm>
          <a:custGeom>
            <a:avLst/>
            <a:gdLst>
              <a:gd name="adj" fmla="val 477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346" h="7510">
                <a:moveTo>
                  <a:pt x="0" y="0"/>
                </a:moveTo>
                <a:lnTo>
                  <a:pt x="2" y="0"/>
                </a:lnTo>
                <a:cubicBezTo>
                  <a:pt x="4067" y="51"/>
                  <a:pt x="7346" y="3363"/>
                  <a:pt x="7346" y="7439"/>
                </a:cubicBezTo>
                <a:lnTo>
                  <a:pt x="7346" y="7510"/>
                </a:lnTo>
                <a:lnTo>
                  <a:pt x="6635" y="7510"/>
                </a:lnTo>
                <a:lnTo>
                  <a:pt x="6635" y="7439"/>
                </a:lnTo>
                <a:cubicBezTo>
                  <a:pt x="6635" y="3781"/>
                  <a:pt x="3716" y="805"/>
                  <a:pt x="80" y="713"/>
                </a:cubicBezTo>
                <a:lnTo>
                  <a:pt x="0" y="7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50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8" hasCustomPrompt="1"/>
            <p:custDataLst>
              <p:tags r:id="rId5"/>
            </p:custDataLst>
          </p:nvPr>
        </p:nvSpPr>
        <p:spPr>
          <a:xfrm>
            <a:off x="1163955" y="1460361"/>
            <a:ext cx="5520055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all" spc="0" normalizeH="0" baseline="0" noProof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101600" dir="5400000" algn="ctr" rotWithShape="0">
                    <a:schemeClr val="accent1">
                      <a:alpha val="12000"/>
                    </a:schemeClr>
                  </a:outerShdw>
                </a:effectLst>
                <a:uLnTx/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10" name="椭圆 12"/>
          <p:cNvSpPr/>
          <p:nvPr userDrawn="1">
            <p:custDataLst>
              <p:tags r:id="rId6"/>
            </p:custDataLst>
          </p:nvPr>
        </p:nvSpPr>
        <p:spPr>
          <a:xfrm>
            <a:off x="9285605" y="878840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1" name="弧 9"/>
          <p:cNvSpPr/>
          <p:nvPr userDrawn="1">
            <p:custDataLst>
              <p:tags r:id="rId7"/>
            </p:custDataLst>
          </p:nvPr>
        </p:nvSpPr>
        <p:spPr>
          <a:xfrm rot="300000" flipH="1">
            <a:off x="5975985" y="915035"/>
            <a:ext cx="5842000" cy="5842000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1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2" name="弧 10"/>
          <p:cNvSpPr/>
          <p:nvPr userDrawn="1">
            <p:custDataLst>
              <p:tags r:id="rId8"/>
            </p:custDataLst>
          </p:nvPr>
        </p:nvSpPr>
        <p:spPr>
          <a:xfrm rot="21060000" flipH="1">
            <a:off x="7099300" y="2038350"/>
            <a:ext cx="3595370" cy="3595370"/>
          </a:xfrm>
          <a:prstGeom prst="arc">
            <a:avLst>
              <a:gd name="adj1" fmla="val 3916977"/>
              <a:gd name="adj2" fmla="val 18579731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3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bRQB5ljLEGlw4nI椭圆 15"/>
          <p:cNvSpPr/>
          <p:nvPr userDrawn="1">
            <p:custDataLst>
              <p:tags r:id="rId9"/>
            </p:custDataLst>
          </p:nvPr>
        </p:nvSpPr>
        <p:spPr>
          <a:xfrm flipH="1">
            <a:off x="8118157" y="3057208"/>
            <a:ext cx="1557655" cy="155765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99000">
                <a:schemeClr val="bg1">
                  <a:lumMod val="95000"/>
                </a:schemeClr>
              </a:gs>
            </a:gsLst>
            <a:lin ang="2700000" scaled="1"/>
            <a:tileRect/>
          </a:gradFill>
          <a:ln w="3175">
            <a:solidFill>
              <a:schemeClr val="accent1">
                <a:alpha val="40000"/>
              </a:schemeClr>
            </a:solidFill>
          </a:ln>
          <a:effectLst>
            <a:outerShdw blurRad="152400" dist="1524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21" name="椭圆 11"/>
          <p:cNvSpPr/>
          <p:nvPr userDrawn="1">
            <p:custDataLst>
              <p:tags r:id="rId10"/>
            </p:custDataLst>
          </p:nvPr>
        </p:nvSpPr>
        <p:spPr>
          <a:xfrm>
            <a:off x="7503160" y="2549525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图形 3" descr="3b343532353530353bc8cfd6a4c9f3bacb"/>
          <p:cNvSpPr/>
          <p:nvPr userDrawn="1">
            <p:custDataLst>
              <p:tags r:id="rId14"/>
            </p:custDataLst>
          </p:nvPr>
        </p:nvSpPr>
        <p:spPr>
          <a:xfrm>
            <a:off x="8575213" y="3476035"/>
            <a:ext cx="643543" cy="720002"/>
          </a:xfrm>
          <a:custGeom>
            <a:avLst/>
            <a:gdLst>
              <a:gd name="connsiteX0" fmla="*/ 465883 w 643543"/>
              <a:gd name="connsiteY0" fmla="*/ 69728 h 720002"/>
              <a:gd name="connsiteX1" fmla="*/ 614430 w 643543"/>
              <a:gd name="connsiteY1" fmla="*/ 98492 h 720002"/>
              <a:gd name="connsiteX2" fmla="*/ 643543 w 643543"/>
              <a:gd name="connsiteY2" fmla="*/ 130709 h 720002"/>
              <a:gd name="connsiteX3" fmla="*/ 643543 w 643543"/>
              <a:gd name="connsiteY3" fmla="*/ 404866 h 720002"/>
              <a:gd name="connsiteX4" fmla="*/ 321385 w 643543"/>
              <a:gd name="connsiteY4" fmla="*/ 720001 h 720002"/>
              <a:gd name="connsiteX5" fmla="*/ 0 w 643543"/>
              <a:gd name="connsiteY5" fmla="*/ 404866 h 720002"/>
              <a:gd name="connsiteX6" fmla="*/ 0 w 643543"/>
              <a:gd name="connsiteY6" fmla="*/ 128793 h 720002"/>
              <a:gd name="connsiteX7" fmla="*/ 27542 w 643543"/>
              <a:gd name="connsiteY7" fmla="*/ 96701 h 720002"/>
              <a:gd name="connsiteX8" fmla="*/ 177619 w 643543"/>
              <a:gd name="connsiteY8" fmla="*/ 69728 h 720002"/>
              <a:gd name="connsiteX9" fmla="*/ 305840 w 643543"/>
              <a:gd name="connsiteY9" fmla="*/ 4704 h 720002"/>
              <a:gd name="connsiteX10" fmla="*/ 337707 w 643543"/>
              <a:gd name="connsiteY10" fmla="*/ 4701 h 720002"/>
              <a:gd name="connsiteX11" fmla="*/ 465883 w 643543"/>
              <a:gd name="connsiteY11" fmla="*/ 69728 h 720002"/>
              <a:gd name="connsiteX12" fmla="*/ 298562 w 643543"/>
              <a:gd name="connsiteY12" fmla="*/ 390266 h 720002"/>
              <a:gd name="connsiteX13" fmla="*/ 233556 w 643543"/>
              <a:gd name="connsiteY13" fmla="*/ 321839 h 720002"/>
              <a:gd name="connsiteX14" fmla="*/ 190216 w 643543"/>
              <a:gd name="connsiteY14" fmla="*/ 321839 h 720002"/>
              <a:gd name="connsiteX15" fmla="*/ 190216 w 643543"/>
              <a:gd name="connsiteY15" fmla="*/ 367459 h 720002"/>
              <a:gd name="connsiteX16" fmla="*/ 276892 w 643543"/>
              <a:gd name="connsiteY16" fmla="*/ 458697 h 720002"/>
              <a:gd name="connsiteX17" fmla="*/ 320232 w 643543"/>
              <a:gd name="connsiteY17" fmla="*/ 458697 h 720002"/>
              <a:gd name="connsiteX18" fmla="*/ 471916 w 643543"/>
              <a:gd name="connsiteY18" fmla="*/ 299029 h 720002"/>
              <a:gd name="connsiteX19" fmla="*/ 471916 w 643543"/>
              <a:gd name="connsiteY19" fmla="*/ 253408 h 720002"/>
              <a:gd name="connsiteX20" fmla="*/ 428577 w 643543"/>
              <a:gd name="connsiteY20" fmla="*/ 253408 h 720002"/>
              <a:gd name="connsiteX21" fmla="*/ 298562 w 643543"/>
              <a:gd name="connsiteY21" fmla="*/ 390266 h 72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3543" h="720002">
                <a:moveTo>
                  <a:pt x="465883" y="69728"/>
                </a:moveTo>
                <a:cubicBezTo>
                  <a:pt x="507928" y="85903"/>
                  <a:pt x="557442" y="95491"/>
                  <a:pt x="614430" y="98492"/>
                </a:cubicBezTo>
                <a:cubicBezTo>
                  <a:pt x="630737" y="99350"/>
                  <a:pt x="643543" y="113520"/>
                  <a:pt x="643543" y="130709"/>
                </a:cubicBezTo>
                <a:lnTo>
                  <a:pt x="643543" y="404866"/>
                </a:lnTo>
                <a:cubicBezTo>
                  <a:pt x="643156" y="558055"/>
                  <a:pt x="433920" y="720001"/>
                  <a:pt x="321385" y="720001"/>
                </a:cubicBezTo>
                <a:cubicBezTo>
                  <a:pt x="208852" y="720001"/>
                  <a:pt x="0" y="558055"/>
                  <a:pt x="0" y="404866"/>
                </a:cubicBezTo>
                <a:lnTo>
                  <a:pt x="0" y="128793"/>
                </a:lnTo>
                <a:cubicBezTo>
                  <a:pt x="0" y="112242"/>
                  <a:pt x="11899" y="98377"/>
                  <a:pt x="27542" y="96701"/>
                </a:cubicBezTo>
                <a:cubicBezTo>
                  <a:pt x="99727" y="88967"/>
                  <a:pt x="149753" y="79976"/>
                  <a:pt x="177619" y="69728"/>
                </a:cubicBezTo>
                <a:cubicBezTo>
                  <a:pt x="222172" y="52608"/>
                  <a:pt x="264914" y="30934"/>
                  <a:pt x="305840" y="4704"/>
                </a:cubicBezTo>
                <a:cubicBezTo>
                  <a:pt x="315627" y="-1569"/>
                  <a:pt x="327920" y="-1570"/>
                  <a:pt x="337707" y="4701"/>
                </a:cubicBezTo>
                <a:cubicBezTo>
                  <a:pt x="378652" y="30932"/>
                  <a:pt x="421379" y="52608"/>
                  <a:pt x="465883" y="69728"/>
                </a:cubicBezTo>
                <a:moveTo>
                  <a:pt x="298562" y="390266"/>
                </a:moveTo>
                <a:lnTo>
                  <a:pt x="233556" y="321839"/>
                </a:lnTo>
                <a:cubicBezTo>
                  <a:pt x="221586" y="309242"/>
                  <a:pt x="202184" y="309242"/>
                  <a:pt x="190216" y="321839"/>
                </a:cubicBezTo>
                <a:cubicBezTo>
                  <a:pt x="178249" y="334436"/>
                  <a:pt x="178249" y="354859"/>
                  <a:pt x="190216" y="367459"/>
                </a:cubicBezTo>
                <a:lnTo>
                  <a:pt x="276892" y="458697"/>
                </a:lnTo>
                <a:cubicBezTo>
                  <a:pt x="288859" y="471293"/>
                  <a:pt x="308265" y="471293"/>
                  <a:pt x="320232" y="458697"/>
                </a:cubicBezTo>
                <a:lnTo>
                  <a:pt x="471916" y="299029"/>
                </a:lnTo>
                <a:cubicBezTo>
                  <a:pt x="483883" y="286432"/>
                  <a:pt x="483883" y="266009"/>
                  <a:pt x="471916" y="253408"/>
                </a:cubicBezTo>
                <a:cubicBezTo>
                  <a:pt x="459949" y="240812"/>
                  <a:pt x="440544" y="240812"/>
                  <a:pt x="428577" y="253408"/>
                </a:cubicBezTo>
                <a:lnTo>
                  <a:pt x="298562" y="390266"/>
                </a:lnTo>
              </a:path>
            </a:pathLst>
          </a:custGeom>
          <a:solidFill>
            <a:schemeClr val="accent1"/>
          </a:solidFill>
          <a:ln w="37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257885" y="3729990"/>
            <a:ext cx="2975659" cy="612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1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smtClean="0">
          <a:ln>
            <a:noFill/>
            <a:prstDash val="sysDot"/>
          </a:ln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4800000" scaled="0"/>
          </a:gra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9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ea typeface="+mn-ea"/>
              </a:rPr>
              <a:t>Click to add subtitle</a:t>
            </a:r>
            <a:endParaRPr lang="en-US">
              <a:ea typeface="+mn-ea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>
                <a:ea typeface="+mj-ea"/>
              </a:rPr>
              <a:t>CLICK TO ADD TITLE</a:t>
            </a:r>
            <a:endParaRPr lang="en-US" altLang="zh-CN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6" name="文本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62990" y="4813097"/>
            <a:ext cx="2975659" cy="69001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000" tIns="46800" rIns="90000" bIns="46800" rtlCol="0" anchor="ctr">
            <a:norm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smtClean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1">
                    <a:lumMod val="50000"/>
                  </a:schemeClr>
                </a:solidFill>
                <a:ea typeface="+mn-ea"/>
              </a:rPr>
              <a:t>Name</a:t>
            </a:r>
            <a:endParaRPr lang="en-US">
              <a:solidFill>
                <a:schemeClr val="accent1">
                  <a:lumMod val="50000"/>
                </a:schemeClr>
              </a:solidFill>
              <a:ea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你的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2*i*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页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5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6*i*3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7*i*3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8*i*3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112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44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44_1*b*1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44_1*a*1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44_1*f*1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SPECIAL_SOURCE" val="bdnull"/>
  <p:tag name="KSO_WM_TEMPLATE_THUMBS_INDEX" val="1、9"/>
  <p:tag name="KSO_WM_SLIDE_CONTENT_AREA" val="{&quot;left&quot;:&quot;38&quot;,&quot;top&quot;:&quot;120.7&quot;,&quot;width&quot;:&quot;552.8&quot;,&quot;height&quot;:&quot;259.25&quot;}"/>
  <p:tag name="KSO_WM_SLIDE_ID" val="custom2023344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44"/>
  <p:tag name="KSO_WM_SLIDE_LAYOUT" val="a_b_f"/>
  <p:tag name="KSO_WM_SLIDE_LAYOUT_CNT" val="1_1_1"/>
  <p:tag name="KSO_WM_SLIDE_THEME_ID" val="3311853"/>
  <p:tag name="KSO_WM_SLIDE_THEME_NAME" val="Orange Star Trai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34">
      <a:dk1>
        <a:srgbClr val="000000"/>
      </a:dk1>
      <a:lt1>
        <a:srgbClr val="FFFFFF"/>
      </a:lt1>
      <a:dk2>
        <a:srgbClr val="581D00"/>
      </a:dk2>
      <a:lt2>
        <a:srgbClr val="FFE3D4"/>
      </a:lt2>
      <a:accent1>
        <a:srgbClr val="FF7429"/>
      </a:accent1>
      <a:accent2>
        <a:srgbClr val="F84949"/>
      </a:accent2>
      <a:accent3>
        <a:srgbClr val="FFB108"/>
      </a:accent3>
      <a:accent4>
        <a:srgbClr val="DE3500"/>
      </a:accent4>
      <a:accent5>
        <a:srgbClr val="FFCC66"/>
      </a:accent5>
      <a:accent6>
        <a:srgbClr val="92D050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Wingdings</vt:lpstr>
      <vt:lpstr>Lato</vt:lpstr>
      <vt:lpstr>Alex Brush</vt:lpstr>
      <vt:lpstr>Manrope ExtraBold</vt:lpstr>
      <vt:lpstr>Office Theme</vt:lpstr>
      <vt:lpstr>1_Office Theme</vt:lpstr>
      <vt:lpstr>CLICK TO ADD TITLE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7E79CF38D1284D18A9923A65FB65CE6D_11</vt:lpwstr>
  </property>
  <property fmtid="{D5CDD505-2E9C-101B-9397-08002B2CF9AE}" pid="3" name="KSOProductBuildVer">
    <vt:lpwstr>1033-12.1.0.25862</vt:lpwstr>
  </property>
</Properties>
</file>