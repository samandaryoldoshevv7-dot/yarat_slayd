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>
            <a:spLocks noGrp="1"/>
          </p:cNvSpPr>
          <p:nvPr>
            <p:ph type="pic" sz="quarter" idx="13"/>
          </p:nvPr>
        </p:nvSpPr>
        <p:spPr>
          <a:xfrm>
            <a:off x="4003675" y="571500"/>
            <a:ext cx="8188325" cy="6286500"/>
          </a:xfrm>
          <a:custGeom>
            <a:avLst/>
            <a:gdLst>
              <a:gd name="connsiteX0" fmla="*/ 3240876 w 8188325"/>
              <a:gd name="connsiteY0" fmla="*/ 0 h 6286500"/>
              <a:gd name="connsiteX1" fmla="*/ 3254122 w 8188325"/>
              <a:gd name="connsiteY1" fmla="*/ 0 h 6286500"/>
              <a:gd name="connsiteX2" fmla="*/ 3348312 w 8188325"/>
              <a:gd name="connsiteY2" fmla="*/ 4494 h 6286500"/>
              <a:gd name="connsiteX3" fmla="*/ 3990986 w 8188325"/>
              <a:gd name="connsiteY3" fmla="*/ 307536 h 6286500"/>
              <a:gd name="connsiteX4" fmla="*/ 8187373 w 8188325"/>
              <a:gd name="connsiteY4" fmla="*/ 4503670 h 6286500"/>
              <a:gd name="connsiteX5" fmla="*/ 8188325 w 8188325"/>
              <a:gd name="connsiteY5" fmla="*/ 4504620 h 6286500"/>
              <a:gd name="connsiteX6" fmla="*/ 8188325 w 8188325"/>
              <a:gd name="connsiteY6" fmla="*/ 6286500 h 6286500"/>
              <a:gd name="connsiteX7" fmla="*/ 4962458 w 8188325"/>
              <a:gd name="connsiteY7" fmla="*/ 6286500 h 6286500"/>
              <a:gd name="connsiteX8" fmla="*/ 1487059 w 8188325"/>
              <a:gd name="connsiteY8" fmla="*/ 2811313 h 6286500"/>
              <a:gd name="connsiteX9" fmla="*/ 79205 w 8188325"/>
              <a:gd name="connsiteY9" fmla="*/ 2739159 h 6286500"/>
              <a:gd name="connsiteX10" fmla="*/ 0 w 8188325"/>
              <a:gd name="connsiteY10" fmla="*/ 2810743 h 6286500"/>
              <a:gd name="connsiteX11" fmla="*/ 0 w 8188325"/>
              <a:gd name="connsiteY11" fmla="*/ 2810683 h 6286500"/>
              <a:gd name="connsiteX12" fmla="*/ 2503298 w 8188325"/>
              <a:gd name="connsiteY12" fmla="*/ 307536 h 6286500"/>
              <a:gd name="connsiteX13" fmla="*/ 3146676 w 8188325"/>
              <a:gd name="connsiteY13" fmla="*/ 4494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88325" h="6286500">
                <a:moveTo>
                  <a:pt x="3240876" y="0"/>
                </a:moveTo>
                <a:lnTo>
                  <a:pt x="3254122" y="0"/>
                </a:lnTo>
                <a:lnTo>
                  <a:pt x="3348312" y="4494"/>
                </a:lnTo>
                <a:cubicBezTo>
                  <a:pt x="3582947" y="26942"/>
                  <a:pt x="3811395" y="127956"/>
                  <a:pt x="3990986" y="307536"/>
                </a:cubicBezTo>
                <a:lnTo>
                  <a:pt x="8187373" y="4503670"/>
                </a:lnTo>
                <a:lnTo>
                  <a:pt x="8188325" y="4504620"/>
                </a:lnTo>
                <a:lnTo>
                  <a:pt x="8188325" y="6286500"/>
                </a:lnTo>
                <a:lnTo>
                  <a:pt x="4962458" y="6286500"/>
                </a:lnTo>
                <a:lnTo>
                  <a:pt x="1487059" y="2811313"/>
                </a:lnTo>
                <a:cubicBezTo>
                  <a:pt x="1101327" y="2426496"/>
                  <a:pt x="492091" y="2402445"/>
                  <a:pt x="79205" y="2739159"/>
                </a:cubicBezTo>
                <a:lnTo>
                  <a:pt x="0" y="2810743"/>
                </a:lnTo>
                <a:lnTo>
                  <a:pt x="0" y="2810683"/>
                </a:lnTo>
                <a:lnTo>
                  <a:pt x="2503298" y="307536"/>
                </a:lnTo>
                <a:cubicBezTo>
                  <a:pt x="2683306" y="127956"/>
                  <a:pt x="2911989" y="26942"/>
                  <a:pt x="3146676" y="4494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663310" y="3945674"/>
            <a:ext cx="5732942" cy="185274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663310" y="5937572"/>
            <a:ext cx="5732942" cy="65421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reeform 3"/>
          <p:cNvSpPr/>
          <p:nvPr userDrawn="1"/>
        </p:nvSpPr>
        <p:spPr>
          <a:xfrm>
            <a:off x="0" y="1"/>
            <a:ext cx="4961184" cy="3903994"/>
          </a:xfrm>
          <a:custGeom>
            <a:avLst/>
            <a:gdLst>
              <a:gd name="connsiteX0" fmla="*/ 0 w 4966618"/>
              <a:gd name="connsiteY0" fmla="*/ 1295764 h 3908507"/>
              <a:gd name="connsiteX1" fmla="*/ 2304534 w 4966618"/>
              <a:gd name="connsiteY1" fmla="*/ 3600298 h 3908507"/>
              <a:gd name="connsiteX2" fmla="*/ 3793853 w 4966618"/>
              <a:gd name="connsiteY2" fmla="*/ 3600298 h 3908507"/>
              <a:gd name="connsiteX3" fmla="*/ 4966619 w 4966618"/>
              <a:gd name="connsiteY3" fmla="*/ 2427532 h 3908507"/>
              <a:gd name="connsiteX4" fmla="*/ 3477301 w 4966618"/>
              <a:gd name="connsiteY4" fmla="*/ 2427532 h 3908507"/>
              <a:gd name="connsiteX5" fmla="*/ 1049769 w 4966618"/>
              <a:gd name="connsiteY5" fmla="*/ 0 h 3908507"/>
              <a:gd name="connsiteX6" fmla="*/ 0 w 4966618"/>
              <a:gd name="connsiteY6" fmla="*/ 0 h 3908507"/>
              <a:gd name="connsiteX7" fmla="*/ 0 w 4966618"/>
              <a:gd name="connsiteY7" fmla="*/ 1295764 h 3908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6618" h="3908507">
                <a:moveTo>
                  <a:pt x="0" y="1295764"/>
                </a:moveTo>
                <a:lnTo>
                  <a:pt x="2304534" y="3600298"/>
                </a:lnTo>
                <a:cubicBezTo>
                  <a:pt x="2715479" y="4011244"/>
                  <a:pt x="3381954" y="4011244"/>
                  <a:pt x="3793853" y="3600298"/>
                </a:cubicBezTo>
                <a:lnTo>
                  <a:pt x="4966619" y="2427532"/>
                </a:lnTo>
                <a:cubicBezTo>
                  <a:pt x="4555674" y="2838478"/>
                  <a:pt x="3889199" y="2838478"/>
                  <a:pt x="3477301" y="2427532"/>
                </a:cubicBezTo>
                <a:lnTo>
                  <a:pt x="1049769" y="0"/>
                </a:lnTo>
                <a:lnTo>
                  <a:pt x="0" y="0"/>
                </a:lnTo>
                <a:lnTo>
                  <a:pt x="0" y="1295764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2700000" scaled="0"/>
          </a:gradFill>
          <a:ln w="95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/>
          <p:cNvSpPr>
            <a:spLocks noGrp="1"/>
          </p:cNvSpPr>
          <p:nvPr>
            <p:ph type="pic" sz="quarter" idx="13"/>
          </p:nvPr>
        </p:nvSpPr>
        <p:spPr>
          <a:xfrm>
            <a:off x="7356959" y="2095790"/>
            <a:ext cx="4835041" cy="4762210"/>
          </a:xfrm>
          <a:custGeom>
            <a:avLst/>
            <a:gdLst>
              <a:gd name="connsiteX0" fmla="*/ 3277074 w 4835041"/>
              <a:gd name="connsiteY0" fmla="*/ 0 h 4762210"/>
              <a:gd name="connsiteX1" fmla="*/ 4835041 w 4835041"/>
              <a:gd name="connsiteY1" fmla="*/ 1556603 h 4762210"/>
              <a:gd name="connsiteX2" fmla="*/ 4835041 w 4835041"/>
              <a:gd name="connsiteY2" fmla="*/ 4762210 h 4762210"/>
              <a:gd name="connsiteX3" fmla="*/ 0 w 4835041"/>
              <a:gd name="connsiteY3" fmla="*/ 4762210 h 4762210"/>
              <a:gd name="connsiteX4" fmla="*/ 3277074 w 4835041"/>
              <a:gd name="connsiteY4" fmla="*/ 1488013 h 4762210"/>
              <a:gd name="connsiteX5" fmla="*/ 3277074 w 4835041"/>
              <a:gd name="connsiteY5" fmla="*/ 0 h 4762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35041" h="4762210">
                <a:moveTo>
                  <a:pt x="3277074" y="0"/>
                </a:moveTo>
                <a:lnTo>
                  <a:pt x="4835041" y="1556603"/>
                </a:lnTo>
                <a:lnTo>
                  <a:pt x="4835041" y="4762210"/>
                </a:lnTo>
                <a:lnTo>
                  <a:pt x="0" y="4762210"/>
                </a:lnTo>
                <a:lnTo>
                  <a:pt x="3277074" y="1488013"/>
                </a:lnTo>
                <a:cubicBezTo>
                  <a:pt x="3688018" y="1076475"/>
                  <a:pt x="3688018" y="410586"/>
                  <a:pt x="3277074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74540" cy="83230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057"/>
            <a:ext cx="7091149" cy="4864021"/>
          </a:xfrm>
        </p:spPr>
        <p:txBody>
          <a:bodyPr/>
          <a:lstStyle>
            <a:lvl1pPr algn="l">
              <a:defRPr>
                <a:solidFill>
                  <a:schemeClr val="accent3"/>
                </a:solidFill>
              </a:defRPr>
            </a:lvl1pPr>
            <a:lvl2pPr algn="l">
              <a:defRPr>
                <a:solidFill>
                  <a:schemeClr val="accent3"/>
                </a:solidFill>
              </a:defRPr>
            </a:lvl2pPr>
            <a:lvl3pPr algn="l">
              <a:defRPr>
                <a:solidFill>
                  <a:schemeClr val="accent3"/>
                </a:solidFill>
              </a:defRPr>
            </a:lvl3pPr>
            <a:lvl4pPr algn="l">
              <a:defRPr>
                <a:solidFill>
                  <a:schemeClr val="accent3"/>
                </a:solidFill>
              </a:defRPr>
            </a:lvl4pPr>
            <a:lvl5pPr algn="l"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reeform 4"/>
          <p:cNvSpPr/>
          <p:nvPr userDrawn="1"/>
        </p:nvSpPr>
        <p:spPr>
          <a:xfrm>
            <a:off x="10111293" y="0"/>
            <a:ext cx="2080706" cy="3055092"/>
          </a:xfrm>
          <a:custGeom>
            <a:avLst/>
            <a:gdLst>
              <a:gd name="connsiteX0" fmla="*/ 2080707 w 2080706"/>
              <a:gd name="connsiteY0" fmla="*/ 0 h 3057775"/>
              <a:gd name="connsiteX1" fmla="*/ 703899 w 2080706"/>
              <a:gd name="connsiteY1" fmla="*/ 0 h 3057775"/>
              <a:gd name="connsiteX2" fmla="*/ 308209 w 2080706"/>
              <a:gd name="connsiteY2" fmla="*/ 395688 h 3057775"/>
              <a:gd name="connsiteX3" fmla="*/ 308209 w 2080706"/>
              <a:gd name="connsiteY3" fmla="*/ 1885009 h 3057775"/>
              <a:gd name="connsiteX4" fmla="*/ 1480976 w 2080706"/>
              <a:gd name="connsiteY4" fmla="*/ 3057775 h 3057775"/>
              <a:gd name="connsiteX5" fmla="*/ 1480976 w 2080706"/>
              <a:gd name="connsiteY5" fmla="*/ 1568455 h 3057775"/>
              <a:gd name="connsiteX6" fmla="*/ 2080707 w 2080706"/>
              <a:gd name="connsiteY6" fmla="*/ 968724 h 3057775"/>
              <a:gd name="connsiteX7" fmla="*/ 2080707 w 2080706"/>
              <a:gd name="connsiteY7" fmla="*/ 0 h 305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706" h="3057775">
                <a:moveTo>
                  <a:pt x="2080707" y="0"/>
                </a:moveTo>
                <a:lnTo>
                  <a:pt x="703899" y="0"/>
                </a:lnTo>
                <a:lnTo>
                  <a:pt x="308209" y="395688"/>
                </a:lnTo>
                <a:cubicBezTo>
                  <a:pt x="-102736" y="806634"/>
                  <a:pt x="-102736" y="1473108"/>
                  <a:pt x="308209" y="1885009"/>
                </a:cubicBezTo>
                <a:lnTo>
                  <a:pt x="1480976" y="3057775"/>
                </a:lnTo>
                <a:cubicBezTo>
                  <a:pt x="1070030" y="2646829"/>
                  <a:pt x="1070030" y="1980356"/>
                  <a:pt x="1480976" y="1568455"/>
                </a:cubicBezTo>
                <a:lnTo>
                  <a:pt x="2080707" y="968724"/>
                </a:lnTo>
                <a:lnTo>
                  <a:pt x="2080707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00" scaled="0"/>
          </a:gradFill>
          <a:ln w="95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835040" cy="4760886"/>
          </a:xfrm>
          <a:custGeom>
            <a:avLst/>
            <a:gdLst>
              <a:gd name="connsiteX0" fmla="*/ 0 w 4835040"/>
              <a:gd name="connsiteY0" fmla="*/ 0 h 4760886"/>
              <a:gd name="connsiteX1" fmla="*/ 4835040 w 4835040"/>
              <a:gd name="connsiteY1" fmla="*/ 0 h 4760886"/>
              <a:gd name="connsiteX2" fmla="*/ 1557966 w 4835040"/>
              <a:gd name="connsiteY2" fmla="*/ 3273289 h 4760886"/>
              <a:gd name="connsiteX3" fmla="*/ 1485730 w 4835040"/>
              <a:gd name="connsiteY3" fmla="*/ 4681057 h 4760886"/>
              <a:gd name="connsiteX4" fmla="*/ 1557965 w 4835040"/>
              <a:gd name="connsiteY4" fmla="*/ 4760886 h 4760886"/>
              <a:gd name="connsiteX5" fmla="*/ 1557965 w 4835040"/>
              <a:gd name="connsiteY5" fmla="*/ 4760886 h 4760886"/>
              <a:gd name="connsiteX6" fmla="*/ 0 w 4835040"/>
              <a:gd name="connsiteY6" fmla="*/ 3204718 h 4760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35040" h="4760886">
                <a:moveTo>
                  <a:pt x="0" y="0"/>
                </a:moveTo>
                <a:lnTo>
                  <a:pt x="4835040" y="0"/>
                </a:lnTo>
                <a:lnTo>
                  <a:pt x="1557966" y="3273289"/>
                </a:lnTo>
                <a:cubicBezTo>
                  <a:pt x="1172706" y="3658997"/>
                  <a:pt x="1148627" y="4268196"/>
                  <a:pt x="1485730" y="4681057"/>
                </a:cubicBezTo>
                <a:lnTo>
                  <a:pt x="1557965" y="4760886"/>
                </a:lnTo>
                <a:lnTo>
                  <a:pt x="1557965" y="4760886"/>
                </a:lnTo>
                <a:lnTo>
                  <a:pt x="0" y="32047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612942" y="365125"/>
            <a:ext cx="6740857" cy="8323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3712192" y="1328057"/>
            <a:ext cx="7641608" cy="486402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3" name="Freeform 2"/>
          <p:cNvSpPr/>
          <p:nvPr userDrawn="1"/>
        </p:nvSpPr>
        <p:spPr>
          <a:xfrm>
            <a:off x="0" y="3803757"/>
            <a:ext cx="2080706" cy="3054243"/>
          </a:xfrm>
          <a:custGeom>
            <a:avLst/>
            <a:gdLst>
              <a:gd name="connsiteX0" fmla="*/ 0 w 2080706"/>
              <a:gd name="connsiteY0" fmla="*/ 3057774 h 3057774"/>
              <a:gd name="connsiteX1" fmla="*/ 1376808 w 2080706"/>
              <a:gd name="connsiteY1" fmla="*/ 3057774 h 3057774"/>
              <a:gd name="connsiteX2" fmla="*/ 1772498 w 2080706"/>
              <a:gd name="connsiteY2" fmla="*/ 2662085 h 3057774"/>
              <a:gd name="connsiteX3" fmla="*/ 1772498 w 2080706"/>
              <a:gd name="connsiteY3" fmla="*/ 1172767 h 3057774"/>
              <a:gd name="connsiteX4" fmla="*/ 599731 w 2080706"/>
              <a:gd name="connsiteY4" fmla="*/ 0 h 3057774"/>
              <a:gd name="connsiteX5" fmla="*/ 599731 w 2080706"/>
              <a:gd name="connsiteY5" fmla="*/ 1489318 h 3057774"/>
              <a:gd name="connsiteX6" fmla="*/ 0 w 2080706"/>
              <a:gd name="connsiteY6" fmla="*/ 2089051 h 3057774"/>
              <a:gd name="connsiteX7" fmla="*/ 0 w 2080706"/>
              <a:gd name="connsiteY7" fmla="*/ 3057774 h 305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706" h="3057774">
                <a:moveTo>
                  <a:pt x="0" y="3057774"/>
                </a:moveTo>
                <a:lnTo>
                  <a:pt x="1376808" y="3057774"/>
                </a:lnTo>
                <a:lnTo>
                  <a:pt x="1772498" y="2662085"/>
                </a:lnTo>
                <a:cubicBezTo>
                  <a:pt x="2183444" y="2251141"/>
                  <a:pt x="2183444" y="1584665"/>
                  <a:pt x="1772498" y="1172767"/>
                </a:cubicBezTo>
                <a:lnTo>
                  <a:pt x="599731" y="0"/>
                </a:lnTo>
                <a:cubicBezTo>
                  <a:pt x="1010677" y="410946"/>
                  <a:pt x="1010677" y="1077420"/>
                  <a:pt x="599731" y="1489318"/>
                </a:cubicBezTo>
                <a:lnTo>
                  <a:pt x="0" y="2089051"/>
                </a:lnTo>
                <a:lnTo>
                  <a:pt x="0" y="3057774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6"/>
              </a:gs>
            </a:gsLst>
            <a:lin ang="5400000" scaled="0"/>
          </a:gradFill>
          <a:ln w="95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>
            <a:spLocks noGrp="1"/>
          </p:cNvSpPr>
          <p:nvPr>
            <p:ph type="pic" sz="quarter" idx="13"/>
          </p:nvPr>
        </p:nvSpPr>
        <p:spPr>
          <a:xfrm>
            <a:off x="1" y="2"/>
            <a:ext cx="7526292" cy="6857999"/>
          </a:xfrm>
          <a:custGeom>
            <a:avLst/>
            <a:gdLst>
              <a:gd name="connsiteX0" fmla="*/ 0 w 7526292"/>
              <a:gd name="connsiteY0" fmla="*/ 0 h 6857999"/>
              <a:gd name="connsiteX1" fmla="*/ 2960600 w 7526292"/>
              <a:gd name="connsiteY1" fmla="*/ 0 h 6857999"/>
              <a:gd name="connsiteX2" fmla="*/ 6038370 w 7526292"/>
              <a:gd name="connsiteY2" fmla="*/ 3077529 h 6857999"/>
              <a:gd name="connsiteX3" fmla="*/ 7446446 w 7526292"/>
              <a:gd name="connsiteY3" fmla="*/ 3149692 h 6857999"/>
              <a:gd name="connsiteX4" fmla="*/ 7526292 w 7526292"/>
              <a:gd name="connsiteY4" fmla="*/ 3077530 h 6857999"/>
              <a:gd name="connsiteX5" fmla="*/ 7526292 w 7526292"/>
              <a:gd name="connsiteY5" fmla="*/ 3077530 h 6857999"/>
              <a:gd name="connsiteX6" fmla="*/ 3745527 w 7526292"/>
              <a:gd name="connsiteY6" fmla="*/ 6857999 h 6857999"/>
              <a:gd name="connsiteX7" fmla="*/ 0 w 7526292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26292" h="6857999">
                <a:moveTo>
                  <a:pt x="0" y="0"/>
                </a:moveTo>
                <a:lnTo>
                  <a:pt x="2960600" y="0"/>
                </a:lnTo>
                <a:lnTo>
                  <a:pt x="6038370" y="3077529"/>
                </a:lnTo>
                <a:cubicBezTo>
                  <a:pt x="6424164" y="3462399"/>
                  <a:pt x="7033495" y="3486453"/>
                  <a:pt x="7446446" y="3149692"/>
                </a:cubicBezTo>
                <a:lnTo>
                  <a:pt x="7526292" y="3077530"/>
                </a:lnTo>
                <a:lnTo>
                  <a:pt x="7526292" y="3077530"/>
                </a:lnTo>
                <a:lnTo>
                  <a:pt x="3745527" y="6857999"/>
                </a:lnTo>
                <a:lnTo>
                  <a:pt x="0" y="6857999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29801" y="518088"/>
            <a:ext cx="5623999" cy="190070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229231" y="4706184"/>
            <a:ext cx="2306381" cy="13376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6568002" y="2555319"/>
            <a:ext cx="5623999" cy="4301730"/>
          </a:xfrm>
          <a:custGeom>
            <a:avLst/>
            <a:gdLst>
              <a:gd name="connsiteX0" fmla="*/ 2662087 w 5629278"/>
              <a:gd name="connsiteY0" fmla="*/ 308210 h 4306104"/>
              <a:gd name="connsiteX1" fmla="*/ 1172767 w 5629278"/>
              <a:gd name="connsiteY1" fmla="*/ 308210 h 4306104"/>
              <a:gd name="connsiteX2" fmla="*/ 0 w 5629278"/>
              <a:gd name="connsiteY2" fmla="*/ 1480976 h 4306104"/>
              <a:gd name="connsiteX3" fmla="*/ 1489320 w 5629278"/>
              <a:gd name="connsiteY3" fmla="*/ 1480976 h 4306104"/>
              <a:gd name="connsiteX4" fmla="*/ 4314446 w 5629278"/>
              <a:gd name="connsiteY4" fmla="*/ 4306105 h 4306104"/>
              <a:gd name="connsiteX5" fmla="*/ 5629279 w 5629278"/>
              <a:gd name="connsiteY5" fmla="*/ 4306105 h 4306104"/>
              <a:gd name="connsiteX6" fmla="*/ 5629279 w 5629278"/>
              <a:gd name="connsiteY6" fmla="*/ 3275404 h 4306104"/>
              <a:gd name="connsiteX7" fmla="*/ 2661132 w 5629278"/>
              <a:gd name="connsiteY7" fmla="*/ 307255 h 430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9278" h="4306104">
                <a:moveTo>
                  <a:pt x="2662087" y="308210"/>
                </a:moveTo>
                <a:cubicBezTo>
                  <a:pt x="2251141" y="-102737"/>
                  <a:pt x="1584667" y="-102737"/>
                  <a:pt x="1172767" y="308210"/>
                </a:cubicBezTo>
                <a:lnTo>
                  <a:pt x="0" y="1480976"/>
                </a:lnTo>
                <a:cubicBezTo>
                  <a:pt x="410946" y="1070030"/>
                  <a:pt x="1077420" y="1070030"/>
                  <a:pt x="1489320" y="1480976"/>
                </a:cubicBezTo>
                <a:lnTo>
                  <a:pt x="4314446" y="4306105"/>
                </a:lnTo>
                <a:lnTo>
                  <a:pt x="5629279" y="4306105"/>
                </a:lnTo>
                <a:lnTo>
                  <a:pt x="5629279" y="3275404"/>
                </a:lnTo>
                <a:lnTo>
                  <a:pt x="2661132" y="307255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6"/>
              </a:gs>
            </a:gsLst>
            <a:lin ang="5400000" scaled="0"/>
          </a:gradFill>
          <a:ln w="95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 noGrp="1"/>
          </p:cNvSpPr>
          <p:nvPr>
            <p:ph type="pic" sz="quarter" idx="13"/>
          </p:nvPr>
        </p:nvSpPr>
        <p:spPr>
          <a:xfrm>
            <a:off x="4484160" y="2"/>
            <a:ext cx="7707840" cy="4804011"/>
          </a:xfrm>
          <a:custGeom>
            <a:avLst/>
            <a:gdLst>
              <a:gd name="connsiteX0" fmla="*/ 0 w 7707840"/>
              <a:gd name="connsiteY0" fmla="*/ 0 h 4804011"/>
              <a:gd name="connsiteX1" fmla="*/ 7706886 w 7707840"/>
              <a:gd name="connsiteY1" fmla="*/ 0 h 4804011"/>
              <a:gd name="connsiteX2" fmla="*/ 7706886 w 7707840"/>
              <a:gd name="connsiteY2" fmla="*/ 629514 h 4804011"/>
              <a:gd name="connsiteX3" fmla="*/ 7707840 w 7707840"/>
              <a:gd name="connsiteY3" fmla="*/ 628564 h 4804011"/>
              <a:gd name="connsiteX4" fmla="*/ 7707840 w 7707840"/>
              <a:gd name="connsiteY4" fmla="*/ 628564 h 4804011"/>
              <a:gd name="connsiteX5" fmla="*/ 4913223 w 7707840"/>
              <a:gd name="connsiteY5" fmla="*/ 3419952 h 4804011"/>
              <a:gd name="connsiteX6" fmla="*/ 4778381 w 7707840"/>
              <a:gd name="connsiteY6" fmla="*/ 4742658 h 4804011"/>
              <a:gd name="connsiteX7" fmla="*/ 4828553 w 7707840"/>
              <a:gd name="connsiteY7" fmla="*/ 4804011 h 4804011"/>
              <a:gd name="connsiteX8" fmla="*/ 4809561 w 7707840"/>
              <a:gd name="connsiteY8" fmla="*/ 4804011 h 4804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07840" h="4804011">
                <a:moveTo>
                  <a:pt x="0" y="0"/>
                </a:moveTo>
                <a:lnTo>
                  <a:pt x="7706886" y="0"/>
                </a:lnTo>
                <a:lnTo>
                  <a:pt x="7706886" y="629514"/>
                </a:lnTo>
                <a:lnTo>
                  <a:pt x="7707840" y="628564"/>
                </a:lnTo>
                <a:lnTo>
                  <a:pt x="7707840" y="628564"/>
                </a:lnTo>
                <a:lnTo>
                  <a:pt x="4913223" y="3419952"/>
                </a:lnTo>
                <a:cubicBezTo>
                  <a:pt x="4553645" y="3779949"/>
                  <a:pt x="4508698" y="4334629"/>
                  <a:pt x="4778381" y="4742658"/>
                </a:cubicBezTo>
                <a:lnTo>
                  <a:pt x="4828553" y="4804011"/>
                </a:lnTo>
                <a:lnTo>
                  <a:pt x="4809561" y="480401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1" y="2213802"/>
            <a:ext cx="5658134" cy="1888191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4267790"/>
            <a:ext cx="7077891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Freeform 7"/>
          <p:cNvSpPr/>
          <p:nvPr userDrawn="1"/>
        </p:nvSpPr>
        <p:spPr>
          <a:xfrm>
            <a:off x="7016570" y="3950424"/>
            <a:ext cx="2902598" cy="2907577"/>
          </a:xfrm>
          <a:custGeom>
            <a:avLst/>
            <a:gdLst>
              <a:gd name="connsiteX0" fmla="*/ 1421623 w 2902598"/>
              <a:gd name="connsiteY0" fmla="*/ 0 h 2910938"/>
              <a:gd name="connsiteX1" fmla="*/ 1421623 w 2902598"/>
              <a:gd name="connsiteY1" fmla="*/ 1489318 h 2910938"/>
              <a:gd name="connsiteX2" fmla="*/ 0 w 2902598"/>
              <a:gd name="connsiteY2" fmla="*/ 2910939 h 2910938"/>
              <a:gd name="connsiteX3" fmla="*/ 2345533 w 2902598"/>
              <a:gd name="connsiteY3" fmla="*/ 2910939 h 2910938"/>
              <a:gd name="connsiteX4" fmla="*/ 2594390 w 2902598"/>
              <a:gd name="connsiteY4" fmla="*/ 2662085 h 2910938"/>
              <a:gd name="connsiteX5" fmla="*/ 2594390 w 2902598"/>
              <a:gd name="connsiteY5" fmla="*/ 1172767 h 2910938"/>
              <a:gd name="connsiteX6" fmla="*/ 1421623 w 2902598"/>
              <a:gd name="connsiteY6" fmla="*/ 0 h 29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2598" h="2910938">
                <a:moveTo>
                  <a:pt x="1421623" y="0"/>
                </a:moveTo>
                <a:cubicBezTo>
                  <a:pt x="1832569" y="410944"/>
                  <a:pt x="1832569" y="1077420"/>
                  <a:pt x="1421623" y="1489318"/>
                </a:cubicBezTo>
                <a:lnTo>
                  <a:pt x="0" y="2910939"/>
                </a:lnTo>
                <a:lnTo>
                  <a:pt x="2345533" y="2910939"/>
                </a:lnTo>
                <a:lnTo>
                  <a:pt x="2594390" y="2662085"/>
                </a:lnTo>
                <a:cubicBezTo>
                  <a:pt x="3005336" y="2251139"/>
                  <a:pt x="3005336" y="1584665"/>
                  <a:pt x="2594390" y="1172767"/>
                </a:cubicBezTo>
                <a:lnTo>
                  <a:pt x="1421623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6"/>
              </a:gs>
            </a:gsLst>
            <a:lin ang="5400000" scaled="0"/>
          </a:gradFill>
          <a:ln w="95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>
            <a:spLocks noGrp="1"/>
          </p:cNvSpPr>
          <p:nvPr>
            <p:ph type="pic" sz="quarter" idx="17"/>
          </p:nvPr>
        </p:nvSpPr>
        <p:spPr>
          <a:xfrm>
            <a:off x="6935642" y="2"/>
            <a:ext cx="4751359" cy="3422805"/>
          </a:xfrm>
          <a:custGeom>
            <a:avLst/>
            <a:gdLst>
              <a:gd name="connsiteX0" fmla="*/ 14528 w 4751359"/>
              <a:gd name="connsiteY0" fmla="*/ 0 h 3422805"/>
              <a:gd name="connsiteX1" fmla="*/ 4751359 w 4751359"/>
              <a:gd name="connsiteY1" fmla="*/ 0 h 3422805"/>
              <a:gd name="connsiteX2" fmla="*/ 2814863 w 4751359"/>
              <a:gd name="connsiteY2" fmla="*/ 1934796 h 3422805"/>
              <a:gd name="connsiteX3" fmla="*/ 2680023 w 4751359"/>
              <a:gd name="connsiteY3" fmla="*/ 3257866 h 3422805"/>
              <a:gd name="connsiteX4" fmla="*/ 2814861 w 4751359"/>
              <a:gd name="connsiteY4" fmla="*/ 3422805 h 3422805"/>
              <a:gd name="connsiteX5" fmla="*/ 2814861 w 4751359"/>
              <a:gd name="connsiteY5" fmla="*/ 3422805 h 3422805"/>
              <a:gd name="connsiteX6" fmla="*/ 308195 w 4751359"/>
              <a:gd name="connsiteY6" fmla="*/ 918338 h 3422805"/>
              <a:gd name="connsiteX7" fmla="*/ 14528 w 4751359"/>
              <a:gd name="connsiteY7" fmla="*/ 0 h 342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1359" h="3422805">
                <a:moveTo>
                  <a:pt x="14528" y="0"/>
                </a:moveTo>
                <a:lnTo>
                  <a:pt x="4751359" y="0"/>
                </a:lnTo>
                <a:lnTo>
                  <a:pt x="2814863" y="1934796"/>
                </a:lnTo>
                <a:cubicBezTo>
                  <a:pt x="2455290" y="2294891"/>
                  <a:pt x="2410343" y="2849725"/>
                  <a:pt x="2680023" y="3257866"/>
                </a:cubicBezTo>
                <a:lnTo>
                  <a:pt x="2814861" y="3422805"/>
                </a:lnTo>
                <a:lnTo>
                  <a:pt x="2814861" y="3422805"/>
                </a:lnTo>
                <a:lnTo>
                  <a:pt x="308195" y="918338"/>
                </a:lnTo>
                <a:cubicBezTo>
                  <a:pt x="58389" y="667795"/>
                  <a:pt x="-39822" y="323895"/>
                  <a:pt x="14528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199" y="1876478"/>
            <a:ext cx="7022911" cy="186936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54435"/>
            <a:ext cx="7022910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652000" y="2232744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9652000" y="246007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9652000" y="268741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6" name="Freeform 5"/>
          <p:cNvSpPr/>
          <p:nvPr userDrawn="1"/>
        </p:nvSpPr>
        <p:spPr>
          <a:xfrm>
            <a:off x="5883239" y="2463508"/>
            <a:ext cx="4390005" cy="4394493"/>
          </a:xfrm>
          <a:custGeom>
            <a:avLst/>
            <a:gdLst>
              <a:gd name="connsiteX0" fmla="*/ 2909030 w 4390005"/>
              <a:gd name="connsiteY0" fmla="*/ 0 h 4398352"/>
              <a:gd name="connsiteX1" fmla="*/ 2909030 w 4390005"/>
              <a:gd name="connsiteY1" fmla="*/ 1489318 h 4398352"/>
              <a:gd name="connsiteX2" fmla="*/ 0 w 4390005"/>
              <a:gd name="connsiteY2" fmla="*/ 4398352 h 4398352"/>
              <a:gd name="connsiteX3" fmla="*/ 2345533 w 4390005"/>
              <a:gd name="connsiteY3" fmla="*/ 4398352 h 4398352"/>
              <a:gd name="connsiteX4" fmla="*/ 4081796 w 4390005"/>
              <a:gd name="connsiteY4" fmla="*/ 2662085 h 4398352"/>
              <a:gd name="connsiteX5" fmla="*/ 4081796 w 4390005"/>
              <a:gd name="connsiteY5" fmla="*/ 1172767 h 4398352"/>
              <a:gd name="connsiteX6" fmla="*/ 2909030 w 4390005"/>
              <a:gd name="connsiteY6" fmla="*/ 0 h 439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0005" h="4398352">
                <a:moveTo>
                  <a:pt x="2909030" y="0"/>
                </a:moveTo>
                <a:cubicBezTo>
                  <a:pt x="3319976" y="410946"/>
                  <a:pt x="3319976" y="1077420"/>
                  <a:pt x="2909030" y="1489318"/>
                </a:cubicBezTo>
                <a:lnTo>
                  <a:pt x="0" y="4398352"/>
                </a:lnTo>
                <a:lnTo>
                  <a:pt x="2345533" y="4398352"/>
                </a:lnTo>
                <a:lnTo>
                  <a:pt x="4081796" y="2662085"/>
                </a:lnTo>
                <a:cubicBezTo>
                  <a:pt x="4492742" y="2251141"/>
                  <a:pt x="4492742" y="1584665"/>
                  <a:pt x="4081796" y="1172767"/>
                </a:cubicBezTo>
                <a:lnTo>
                  <a:pt x="2909030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6"/>
              </a:gs>
            </a:gsLst>
            <a:lin ang="5400000" scaled="0"/>
          </a:gradFill>
          <a:ln w="95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310" y="3945674"/>
            <a:ext cx="5732942" cy="1852748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310" y="5937572"/>
            <a:ext cx="5732942" cy="654210"/>
          </a:xfrm>
        </p:spPr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74540" cy="832304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28738"/>
            <a:ext cx="7091363" cy="4864100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2942" y="365125"/>
            <a:ext cx="6740857" cy="832304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12192" y="1328057"/>
            <a:ext cx="7641608" cy="4864021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29801" y="518088"/>
            <a:ext cx="5623999" cy="1900706"/>
          </a:xfrm>
        </p:spPr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229231" y="4706184"/>
            <a:ext cx="2306381" cy="1337610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1" y="2213802"/>
            <a:ext cx="5658134" cy="1888191"/>
          </a:xfrm>
        </p:spPr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4267790"/>
            <a:ext cx="7077891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876478"/>
            <a:ext cx="7022911" cy="1869365"/>
          </a:xfrm>
        </p:spPr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54435"/>
            <a:ext cx="7022910" cy="788054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9652000" y="2232744"/>
            <a:ext cx="1701800" cy="228600"/>
          </a:xfrm>
        </p:spPr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9652000" y="2460077"/>
            <a:ext cx="1701800" cy="228600"/>
          </a:xfrm>
        </p:spPr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9652000" y="2687410"/>
            <a:ext cx="1701800" cy="228600"/>
          </a:xfrm>
        </p:spPr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WPS Presentation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1F453C0D8E574D7B9EBB683CB391C239_11</vt:lpwstr>
  </property>
  <property fmtid="{D5CDD505-2E9C-101B-9397-08002B2CF9AE}" pid="3" name="KSOProductBuildVer">
    <vt:lpwstr>1033-12.1.0.25862</vt:lpwstr>
  </property>
</Properties>
</file>