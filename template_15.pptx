
<file path=[Content_Types].xml><?xml version="1.0" encoding="utf-8"?>
<Types xmlns="http://schemas.openxmlformats.org/package/2006/content-types">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57" r:id="rId3"/>
    <p:sldId id="258" r:id="rId5"/>
    <p:sldId id="259" r:id="rId6"/>
    <p:sldId id="260" r:id="rId7"/>
    <p:sldId id="261" r:id="rId8"/>
    <p:sldId id="262"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 Type="http://schemas.openxmlformats.org/officeDocument/2006/relationships/theme" Target="theme/theme1.xml"/><Relationship Id="rId12" Type="http://schemas.openxmlformats.org/officeDocument/2006/relationships/tableStyles" Target="tableStyles.xml"/><Relationship Id="rId11" Type="http://schemas.openxmlformats.org/officeDocument/2006/relationships/viewProps" Target="viewProps.xml"/><Relationship Id="rId10" Type="http://schemas.openxmlformats.org/officeDocument/2006/relationships/presProps" Target="presProps.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FD42F7-718C-4B98-AAEC-167E6DDD60A7}" type="datetimeFigureOut">
              <a:rPr lang="en-US" smtClean="0"/>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B2AA4F-B828-4D7C-AFD3-893933DAFCB4}" type="slidenum">
              <a:rPr lang="en-US" smtClean="0"/>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Copyright </a:t>
            </a:r>
            <a:r>
              <a:rPr lang="en-US" b="1" dirty="0"/>
              <a:t>PresentationGO.com</a:t>
            </a:r>
            <a:r>
              <a:rPr lang="en-US" dirty="0"/>
              <a:t> – The free PowerPoint and Google Slides template library</a:t>
            </a:r>
            <a:endParaRPr lang="en-US" dirty="0"/>
          </a:p>
        </p:txBody>
      </p:sp>
      <p:sp>
        <p:nvSpPr>
          <p:cNvPr id="4" name="Slide Number Placeholder 3"/>
          <p:cNvSpPr>
            <a:spLocks noGrp="1"/>
          </p:cNvSpPr>
          <p:nvPr>
            <p:ph type="sldNum" sz="quarter" idx="5"/>
          </p:nvPr>
        </p:nvSpPr>
        <p:spPr/>
        <p:txBody>
          <a:bodyPr/>
          <a:lstStyle/>
          <a:p>
            <a:fld id="{0A50B4EB-D9F6-4F2F-973A-15D71B3F5057}" type="slidenum">
              <a:rPr lang="en-US" smtClean="0"/>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hf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ver">
    <p:spTree>
      <p:nvGrpSpPr>
        <p:cNvPr id="1" name=""/>
        <p:cNvGrpSpPr/>
        <p:nvPr/>
      </p:nvGrpSpPr>
      <p:grpSpPr>
        <a:xfrm>
          <a:off x="0" y="0"/>
          <a:ext cx="0" cy="0"/>
          <a:chOff x="0" y="0"/>
          <a:chExt cx="0" cy="0"/>
        </a:xfrm>
      </p:grpSpPr>
      <p:grpSp>
        <p:nvGrpSpPr>
          <p:cNvPr id="10" name="Group 9"/>
          <p:cNvGrpSpPr/>
          <p:nvPr userDrawn="1"/>
        </p:nvGrpSpPr>
        <p:grpSpPr>
          <a:xfrm>
            <a:off x="0" y="0"/>
            <a:ext cx="12192000" cy="6858000"/>
            <a:chOff x="3073400" y="10591799"/>
            <a:chExt cx="12252961" cy="6832603"/>
          </a:xfrm>
        </p:grpSpPr>
        <p:sp>
          <p:nvSpPr>
            <p:cNvPr id="11" name="Shape"/>
            <p:cNvSpPr/>
            <p:nvPr/>
          </p:nvSpPr>
          <p:spPr>
            <a:xfrm>
              <a:off x="3492500" y="10591799"/>
              <a:ext cx="10460991" cy="683006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452" y="14941"/>
                  </a:lnTo>
                  <a:lnTo>
                    <a:pt x="21600" y="21600"/>
                  </a:lnTo>
                  <a:lnTo>
                    <a:pt x="4969" y="8458"/>
                  </a:lnTo>
                  <a:close/>
                </a:path>
              </a:pathLst>
            </a:custGeom>
            <a:solidFill>
              <a:schemeClr val="accent1">
                <a:lumMod val="40000"/>
                <a:lumOff val="60000"/>
              </a:schemeClr>
            </a:solidFill>
            <a:ln w="12700">
              <a:miter lim="400000"/>
            </a:ln>
          </p:spPr>
          <p:txBody>
            <a:bodyPr lIns="38100" tIns="38100" rIns="38100" bIns="38100" anchor="ctr"/>
            <a:lstStyle/>
            <a:p>
              <a:pPr>
                <a:defRPr sz="3000">
                  <a:solidFill>
                    <a:srgbClr val="FFFFFF"/>
                  </a:solidFill>
                </a:defRPr>
              </a:pPr>
            </a:p>
          </p:txBody>
        </p:sp>
        <p:sp>
          <p:nvSpPr>
            <p:cNvPr id="12" name="Triangle"/>
            <p:cNvSpPr/>
            <p:nvPr/>
          </p:nvSpPr>
          <p:spPr>
            <a:xfrm>
              <a:off x="4622799" y="15316200"/>
              <a:ext cx="9324343" cy="210566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3483" y="0"/>
                  </a:lnTo>
                  <a:lnTo>
                    <a:pt x="21600" y="21600"/>
                  </a:lnTo>
                  <a:close/>
                </a:path>
              </a:pathLst>
            </a:custGeom>
            <a:solidFill>
              <a:schemeClr val="accent1">
                <a:lumMod val="60000"/>
                <a:lumOff val="40000"/>
              </a:schemeClr>
            </a:solidFill>
            <a:ln w="12700">
              <a:miter lim="400000"/>
            </a:ln>
          </p:spPr>
          <p:txBody>
            <a:bodyPr lIns="38100" tIns="38100" rIns="38100" bIns="38100" anchor="ctr"/>
            <a:lstStyle/>
            <a:p>
              <a:pPr>
                <a:defRPr sz="3000">
                  <a:solidFill>
                    <a:srgbClr val="FFFFFF"/>
                  </a:solidFill>
                </a:defRPr>
              </a:pPr>
            </a:p>
          </p:txBody>
        </p:sp>
        <p:sp>
          <p:nvSpPr>
            <p:cNvPr id="13" name="Shape"/>
            <p:cNvSpPr/>
            <p:nvPr/>
          </p:nvSpPr>
          <p:spPr>
            <a:xfrm>
              <a:off x="3073400" y="10594340"/>
              <a:ext cx="3058161" cy="6830062"/>
            </a:xfrm>
            <a:custGeom>
              <a:avLst/>
              <a:gdLst>
                <a:gd name="connsiteX0" fmla="*/ 0 w 21600"/>
                <a:gd name="connsiteY0" fmla="*/ 0 h 21600"/>
                <a:gd name="connsiteX1" fmla="*/ 0 w 21600"/>
                <a:gd name="connsiteY1" fmla="*/ 21600 h 21600"/>
                <a:gd name="connsiteX2" fmla="*/ 10979 w 21600"/>
                <a:gd name="connsiteY2" fmla="*/ 21600 h 21600"/>
                <a:gd name="connsiteX3" fmla="*/ 21600 w 21600"/>
                <a:gd name="connsiteY3" fmla="*/ 14941 h 21600"/>
                <a:gd name="connsiteX4" fmla="*/ 20870 w 21600"/>
                <a:gd name="connsiteY4" fmla="*/ 14325 h 21600"/>
                <a:gd name="connsiteX5" fmla="*/ 2951 w 21600"/>
                <a:gd name="connsiteY5" fmla="*/ 0 h 21600"/>
                <a:gd name="connsiteX6" fmla="*/ 0 w 21600"/>
                <a:gd name="connsiteY6" fmla="*/ 0 h 21600"/>
                <a:gd name="connsiteX0-1" fmla="*/ 0 w 21600"/>
                <a:gd name="connsiteY0-2" fmla="*/ 0 h 21600"/>
                <a:gd name="connsiteX1-3" fmla="*/ 0 w 21600"/>
                <a:gd name="connsiteY1-4" fmla="*/ 21600 h 21600"/>
                <a:gd name="connsiteX2-5" fmla="*/ 10979 w 21600"/>
                <a:gd name="connsiteY2-6" fmla="*/ 21600 h 21600"/>
                <a:gd name="connsiteX3-7" fmla="*/ 21600 w 21600"/>
                <a:gd name="connsiteY3-8" fmla="*/ 14941 h 21600"/>
                <a:gd name="connsiteX4-9" fmla="*/ 20915 w 21600"/>
                <a:gd name="connsiteY4-10" fmla="*/ 14095 h 21600"/>
                <a:gd name="connsiteX5-11" fmla="*/ 2951 w 21600"/>
                <a:gd name="connsiteY5-12" fmla="*/ 0 h 21600"/>
                <a:gd name="connsiteX6-13" fmla="*/ 0 w 21600"/>
                <a:gd name="connsiteY6-14" fmla="*/ 0 h 21600"/>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21600" h="21600" extrusionOk="0">
                  <a:moveTo>
                    <a:pt x="0" y="0"/>
                  </a:moveTo>
                  <a:lnTo>
                    <a:pt x="0" y="21600"/>
                  </a:lnTo>
                  <a:lnTo>
                    <a:pt x="10979" y="21600"/>
                  </a:lnTo>
                  <a:lnTo>
                    <a:pt x="21600" y="14941"/>
                  </a:lnTo>
                  <a:lnTo>
                    <a:pt x="20915" y="14095"/>
                  </a:lnTo>
                  <a:lnTo>
                    <a:pt x="2951" y="0"/>
                  </a:lnTo>
                  <a:lnTo>
                    <a:pt x="0" y="0"/>
                  </a:lnTo>
                  <a:close/>
                </a:path>
              </a:pathLst>
            </a:custGeom>
            <a:solidFill>
              <a:schemeClr val="accent1"/>
            </a:solidFill>
            <a:ln w="12700">
              <a:miter lim="400000"/>
            </a:ln>
          </p:spPr>
          <p:txBody>
            <a:bodyPr lIns="38100" tIns="38100" rIns="38100" bIns="38100" anchor="ctr"/>
            <a:lstStyle/>
            <a:p>
              <a:pPr>
                <a:defRPr sz="3000">
                  <a:solidFill>
                    <a:srgbClr val="FFFFFF"/>
                  </a:solidFill>
                </a:defRPr>
              </a:pPr>
            </a:p>
          </p:txBody>
        </p:sp>
        <p:sp>
          <p:nvSpPr>
            <p:cNvPr id="14" name="Shape"/>
            <p:cNvSpPr/>
            <p:nvPr/>
          </p:nvSpPr>
          <p:spPr>
            <a:xfrm>
              <a:off x="12268200" y="10591799"/>
              <a:ext cx="3058161" cy="6830062"/>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10621" y="0"/>
                  </a:lnTo>
                  <a:lnTo>
                    <a:pt x="0" y="6659"/>
                  </a:lnTo>
                  <a:lnTo>
                    <a:pt x="18649" y="21600"/>
                  </a:lnTo>
                  <a:close/>
                </a:path>
              </a:pathLst>
            </a:custGeom>
            <a:solidFill>
              <a:schemeClr val="bg1">
                <a:lumMod val="95000"/>
              </a:schemeClr>
            </a:solidFill>
            <a:ln w="12700">
              <a:miter lim="400000"/>
            </a:ln>
          </p:spPr>
          <p:txBody>
            <a:bodyPr lIns="38100" tIns="38100" rIns="38100" bIns="38100" anchor="ctr"/>
            <a:lstStyle/>
            <a:p>
              <a:pPr>
                <a:defRPr sz="3000">
                  <a:solidFill>
                    <a:srgbClr val="FFFFFF"/>
                  </a:solidFill>
                </a:defRPr>
              </a:pPr>
            </a:p>
          </p:txBody>
        </p:sp>
        <p:sp>
          <p:nvSpPr>
            <p:cNvPr id="15" name="Shape"/>
            <p:cNvSpPr/>
            <p:nvPr/>
          </p:nvSpPr>
          <p:spPr>
            <a:xfrm>
              <a:off x="3492500" y="10591799"/>
              <a:ext cx="8780781" cy="267462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920" y="21600"/>
                  </a:lnTo>
                  <a:lnTo>
                    <a:pt x="21600" y="17005"/>
                  </a:lnTo>
                  <a:lnTo>
                    <a:pt x="2362" y="0"/>
                  </a:lnTo>
                  <a:close/>
                </a:path>
              </a:pathLst>
            </a:custGeom>
            <a:solidFill>
              <a:schemeClr val="bg1">
                <a:lumMod val="95000"/>
              </a:schemeClr>
            </a:solidFill>
            <a:ln w="12700">
              <a:miter lim="400000"/>
            </a:ln>
          </p:spPr>
          <p:txBody>
            <a:bodyPr lIns="38100" tIns="38100" rIns="38100" bIns="38100" anchor="ctr"/>
            <a:lstStyle/>
            <a:p>
              <a:pPr>
                <a:defRPr sz="3000">
                  <a:solidFill>
                    <a:srgbClr val="FFFFFF"/>
                  </a:solidFill>
                </a:defRPr>
              </a:pPr>
            </a:p>
          </p:txBody>
        </p:sp>
        <p:sp>
          <p:nvSpPr>
            <p:cNvPr id="16" name="Shape"/>
            <p:cNvSpPr/>
            <p:nvPr/>
          </p:nvSpPr>
          <p:spPr>
            <a:xfrm>
              <a:off x="5892800" y="12699999"/>
              <a:ext cx="9014462" cy="4724403"/>
            </a:xfrm>
            <a:custGeom>
              <a:avLst/>
              <a:gdLst/>
              <a:ahLst/>
              <a:cxnLst>
                <a:cxn ang="0">
                  <a:pos x="wd2" y="hd2"/>
                </a:cxn>
                <a:cxn ang="5400000">
                  <a:pos x="wd2" y="hd2"/>
                </a:cxn>
                <a:cxn ang="10800000">
                  <a:pos x="wd2" y="hd2"/>
                </a:cxn>
                <a:cxn ang="16200000">
                  <a:pos x="wd2" y="hd2"/>
                </a:cxn>
              </a:cxnLst>
              <a:rect l="0" t="0" r="r" b="b"/>
              <a:pathLst>
                <a:path w="21600" h="21600" extrusionOk="0">
                  <a:moveTo>
                    <a:pt x="0" y="2601"/>
                  </a:moveTo>
                  <a:lnTo>
                    <a:pt x="19299" y="21600"/>
                  </a:lnTo>
                  <a:lnTo>
                    <a:pt x="21600" y="21600"/>
                  </a:lnTo>
                  <a:lnTo>
                    <a:pt x="15273" y="0"/>
                  </a:lnTo>
                  <a:close/>
                </a:path>
              </a:pathLst>
            </a:custGeom>
            <a:solidFill>
              <a:schemeClr val="bg1">
                <a:lumMod val="85000"/>
              </a:schemeClr>
            </a:solidFill>
            <a:ln w="12700">
              <a:noFill/>
              <a:miter lim="400000"/>
            </a:ln>
          </p:spPr>
          <p:txBody>
            <a:bodyPr lIns="38100" tIns="38100" rIns="38100" bIns="38100" anchor="ctr"/>
            <a:lstStyle/>
            <a:p>
              <a:pPr>
                <a:defRPr sz="3000">
                  <a:solidFill>
                    <a:srgbClr val="FFFFFF"/>
                  </a:solidFill>
                </a:defRPr>
              </a:pPr>
            </a:p>
          </p:txBody>
        </p:sp>
        <p:sp>
          <p:nvSpPr>
            <p:cNvPr id="17" name="Triangle"/>
            <p:cNvSpPr/>
            <p:nvPr/>
          </p:nvSpPr>
          <p:spPr>
            <a:xfrm>
              <a:off x="3492499" y="10591799"/>
              <a:ext cx="2640331" cy="4724402"/>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9688" y="12228"/>
                  </a:lnTo>
                  <a:lnTo>
                    <a:pt x="0" y="0"/>
                  </a:lnTo>
                  <a:close/>
                </a:path>
              </a:pathLst>
            </a:custGeom>
            <a:solidFill>
              <a:schemeClr val="accent1">
                <a:lumMod val="75000"/>
              </a:schemeClr>
            </a:solidFill>
            <a:ln w="12700">
              <a:miter lim="400000"/>
            </a:ln>
          </p:spPr>
          <p:txBody>
            <a:bodyPr lIns="38100" tIns="38100" rIns="38100" bIns="38100" anchor="ctr"/>
            <a:lstStyle/>
            <a:p>
              <a:pPr>
                <a:defRPr sz="3000">
                  <a:solidFill>
                    <a:srgbClr val="FFFFFF"/>
                  </a:solidFill>
                </a:defRPr>
              </a:pPr>
            </a:p>
          </p:txBody>
        </p:sp>
      </p:grpSp>
      <p:sp>
        <p:nvSpPr>
          <p:cNvPr id="18" name="Title 1"/>
          <p:cNvSpPr>
            <a:spLocks noGrp="1"/>
          </p:cNvSpPr>
          <p:nvPr>
            <p:ph type="ctrTitle"/>
          </p:nvPr>
        </p:nvSpPr>
        <p:spPr>
          <a:xfrm>
            <a:off x="3931920" y="750939"/>
            <a:ext cx="7432494" cy="2387600"/>
          </a:xfrm>
        </p:spPr>
        <p:txBody>
          <a:bodyPr anchor="b"/>
          <a:lstStyle>
            <a:lvl1pPr algn="r">
              <a:defRPr sz="6000"/>
            </a:lvl1pPr>
          </a:lstStyle>
          <a:p>
            <a:r>
              <a:rPr lang="en-US" dirty="0"/>
              <a:t>Click to edit Master title style</a:t>
            </a:r>
            <a:endParaRPr lang="en-US" dirty="0"/>
          </a:p>
        </p:txBody>
      </p:sp>
      <p:sp>
        <p:nvSpPr>
          <p:cNvPr id="20" name="Subtitle 2"/>
          <p:cNvSpPr>
            <a:spLocks noGrp="1"/>
          </p:cNvSpPr>
          <p:nvPr>
            <p:ph type="subTitle" idx="1"/>
          </p:nvPr>
        </p:nvSpPr>
        <p:spPr>
          <a:xfrm>
            <a:off x="7132320" y="3230614"/>
            <a:ext cx="4232094" cy="1655762"/>
          </a:xfrm>
        </p:spPr>
        <p:txBody>
          <a:bodyPr/>
          <a:lstStyle>
            <a:lvl1pPr marL="0" indent="0" algn="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a:p>
        </p:txBody>
      </p:sp>
      <p:sp>
        <p:nvSpPr>
          <p:cNvPr id="21" name="Date Placeholder 3"/>
          <p:cNvSpPr>
            <a:spLocks noGrp="1"/>
          </p:cNvSpPr>
          <p:nvPr>
            <p:ph type="dt" sz="half" idx="10"/>
          </p:nvPr>
        </p:nvSpPr>
        <p:spPr>
          <a:xfrm>
            <a:off x="838200" y="6285230"/>
            <a:ext cx="2743200" cy="365125"/>
          </a:xfrm>
        </p:spPr>
        <p:txBody>
          <a:bodyPr/>
          <a:lstStyle/>
          <a:p>
            <a:r>
              <a:rPr lang="en-US" dirty="0"/>
              <a:t>Date</a:t>
            </a:r>
            <a:endParaRPr lang="en-US" dirty="0"/>
          </a:p>
        </p:txBody>
      </p:sp>
      <p:sp>
        <p:nvSpPr>
          <p:cNvPr id="23" name="Footer Placeholder 4"/>
          <p:cNvSpPr>
            <a:spLocks noGrp="1"/>
          </p:cNvSpPr>
          <p:nvPr>
            <p:ph type="ftr" sz="quarter" idx="11"/>
          </p:nvPr>
        </p:nvSpPr>
        <p:spPr>
          <a:xfrm>
            <a:off x="4038600" y="6285230"/>
            <a:ext cx="4114800" cy="365125"/>
          </a:xfrm>
        </p:spPr>
        <p:txBody>
          <a:bodyPr/>
          <a:lstStyle/>
          <a:p>
            <a:r>
              <a:rPr lang="en-US"/>
              <a:t>Your Footer Here</a:t>
            </a:r>
            <a:endParaRPr lang="en-US"/>
          </a:p>
        </p:txBody>
      </p:sp>
      <p:sp>
        <p:nvSpPr>
          <p:cNvPr id="24" name="Slide Number Placeholder 5"/>
          <p:cNvSpPr>
            <a:spLocks noGrp="1"/>
          </p:cNvSpPr>
          <p:nvPr>
            <p:ph type="sldNum" sz="quarter" idx="12"/>
          </p:nvPr>
        </p:nvSpPr>
        <p:spPr>
          <a:xfrm>
            <a:off x="8610600" y="6285230"/>
            <a:ext cx="2743200" cy="365125"/>
          </a:xfrm>
        </p:spPr>
        <p:txBody>
          <a:bodyPr/>
          <a:lstStyle>
            <a:lvl1pPr>
              <a:defRPr>
                <a:solidFill>
                  <a:schemeClr val="bg1">
                    <a:lumMod val="65000"/>
                  </a:schemeClr>
                </a:solidFill>
              </a:defRPr>
            </a:lvl1pPr>
          </a:lstStyle>
          <a:p>
            <a:fld id="{672B7600-67E3-4D97-B453-880E2742B982}" type="slidenum">
              <a:rPr lang="en-US" smtClean="0"/>
            </a:fld>
            <a:endParaRPr lang="en-US"/>
          </a:p>
        </p:txBody>
      </p:sp>
      <p:sp>
        <p:nvSpPr>
          <p:cNvPr id="19" name="Freeform 18"/>
          <p:cNvSpPr/>
          <p:nvPr userDrawn="1"/>
        </p:nvSpPr>
        <p:spPr>
          <a:xfrm>
            <a:off x="0" y="0"/>
            <a:ext cx="12192000" cy="6858000"/>
          </a:xfrm>
          <a:custGeom>
            <a:avLst/>
            <a:gdLst>
              <a:gd name="connsiteX0" fmla="*/ 213360 w 12192000"/>
              <a:gd name="connsiteY0" fmla="*/ 193040 h 6852902"/>
              <a:gd name="connsiteX1" fmla="*/ 213360 w 12192000"/>
              <a:gd name="connsiteY1" fmla="*/ 6634480 h 6852902"/>
              <a:gd name="connsiteX2" fmla="*/ 11968480 w 12192000"/>
              <a:gd name="connsiteY2" fmla="*/ 6634480 h 6852902"/>
              <a:gd name="connsiteX3" fmla="*/ 11968480 w 12192000"/>
              <a:gd name="connsiteY3" fmla="*/ 193040 h 6852902"/>
              <a:gd name="connsiteX4" fmla="*/ 0 w 12192000"/>
              <a:gd name="connsiteY4" fmla="*/ 0 h 6852902"/>
              <a:gd name="connsiteX5" fmla="*/ 12192000 w 12192000"/>
              <a:gd name="connsiteY5" fmla="*/ 0 h 6852902"/>
              <a:gd name="connsiteX6" fmla="*/ 12192000 w 12192000"/>
              <a:gd name="connsiteY6" fmla="*/ 6852902 h 6852902"/>
              <a:gd name="connsiteX7" fmla="*/ 0 w 12192000"/>
              <a:gd name="connsiteY7" fmla="*/ 6852902 h 685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2902">
                <a:moveTo>
                  <a:pt x="213360" y="193040"/>
                </a:moveTo>
                <a:lnTo>
                  <a:pt x="213360" y="6634480"/>
                </a:lnTo>
                <a:lnTo>
                  <a:pt x="11968480" y="6634480"/>
                </a:lnTo>
                <a:lnTo>
                  <a:pt x="11968480" y="193040"/>
                </a:lnTo>
                <a:close/>
                <a:moveTo>
                  <a:pt x="0" y="0"/>
                </a:moveTo>
                <a:lnTo>
                  <a:pt x="12192000" y="0"/>
                </a:lnTo>
                <a:lnTo>
                  <a:pt x="12192000" y="6852902"/>
                </a:lnTo>
                <a:lnTo>
                  <a:pt x="0" y="6852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Ovr>
    <a:masterClrMapping/>
  </p:clrMapOvr>
  <p:hf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and Content 1">
    <p:spTree>
      <p:nvGrpSpPr>
        <p:cNvPr id="1" name=""/>
        <p:cNvGrpSpPr/>
        <p:nvPr/>
      </p:nvGrpSpPr>
      <p:grpSpPr>
        <a:xfrm>
          <a:off x="0" y="0"/>
          <a:ext cx="0" cy="0"/>
          <a:chOff x="0" y="0"/>
          <a:chExt cx="0" cy="0"/>
        </a:xfrm>
      </p:grpSpPr>
      <p:grpSp>
        <p:nvGrpSpPr>
          <p:cNvPr id="10" name="Group 9"/>
          <p:cNvGrpSpPr/>
          <p:nvPr userDrawn="1"/>
        </p:nvGrpSpPr>
        <p:grpSpPr>
          <a:xfrm>
            <a:off x="1" y="12698"/>
            <a:ext cx="12192000" cy="6845302"/>
            <a:chOff x="20840699" y="10591799"/>
            <a:chExt cx="12254233" cy="6832603"/>
          </a:xfrm>
        </p:grpSpPr>
        <p:sp>
          <p:nvSpPr>
            <p:cNvPr id="11" name="Shape"/>
            <p:cNvSpPr/>
            <p:nvPr/>
          </p:nvSpPr>
          <p:spPr>
            <a:xfrm>
              <a:off x="21259799" y="10591799"/>
              <a:ext cx="10459721" cy="683006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657" y="21496"/>
                  </a:lnTo>
                  <a:lnTo>
                    <a:pt x="21600" y="21600"/>
                  </a:lnTo>
                  <a:lnTo>
                    <a:pt x="5332" y="12688"/>
                  </a:lnTo>
                  <a:close/>
                </a:path>
              </a:pathLst>
            </a:custGeom>
            <a:solidFill>
              <a:schemeClr val="accent1">
                <a:lumMod val="40000"/>
                <a:lumOff val="60000"/>
              </a:schemeClr>
            </a:solidFill>
            <a:ln w="12700">
              <a:miter lim="400000"/>
            </a:ln>
          </p:spPr>
          <p:txBody>
            <a:bodyPr lIns="38100" tIns="38100" rIns="38100" bIns="38100" anchor="ctr"/>
            <a:lstStyle/>
            <a:p>
              <a:pPr>
                <a:defRPr sz="3000">
                  <a:solidFill>
                    <a:srgbClr val="FFFFFF"/>
                  </a:solidFill>
                </a:defRPr>
              </a:pPr>
            </a:p>
          </p:txBody>
        </p:sp>
        <p:sp>
          <p:nvSpPr>
            <p:cNvPr id="14" name="Shape"/>
            <p:cNvSpPr/>
            <p:nvPr/>
          </p:nvSpPr>
          <p:spPr>
            <a:xfrm>
              <a:off x="20840699" y="10591799"/>
              <a:ext cx="1743907" cy="6830062"/>
            </a:xfrm>
            <a:custGeom>
              <a:avLst/>
              <a:gdLst>
                <a:gd name="connsiteX0" fmla="*/ 0 w 22085"/>
                <a:gd name="connsiteY0" fmla="*/ 0 h 21600"/>
                <a:gd name="connsiteX1" fmla="*/ 0 w 22085"/>
                <a:gd name="connsiteY1" fmla="*/ 21600 h 21600"/>
                <a:gd name="connsiteX2" fmla="*/ 19686 w 22085"/>
                <a:gd name="connsiteY2" fmla="*/ 21600 h 21600"/>
                <a:gd name="connsiteX3" fmla="*/ 22085 w 22085"/>
                <a:gd name="connsiteY3" fmla="*/ 21486 h 21600"/>
                <a:gd name="connsiteX4" fmla="*/ 5308 w 22085"/>
                <a:gd name="connsiteY4" fmla="*/ 0 h 21600"/>
                <a:gd name="connsiteX5" fmla="*/ 0 w 22085"/>
                <a:gd name="connsiteY5" fmla="*/ 0 h 2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2085" h="21600" extrusionOk="0">
                  <a:moveTo>
                    <a:pt x="0" y="0"/>
                  </a:moveTo>
                  <a:lnTo>
                    <a:pt x="0" y="21600"/>
                  </a:lnTo>
                  <a:lnTo>
                    <a:pt x="19686" y="21600"/>
                  </a:lnTo>
                  <a:lnTo>
                    <a:pt x="22085" y="21486"/>
                  </a:lnTo>
                  <a:lnTo>
                    <a:pt x="5308" y="0"/>
                  </a:lnTo>
                  <a:lnTo>
                    <a:pt x="0" y="0"/>
                  </a:lnTo>
                  <a:close/>
                </a:path>
              </a:pathLst>
            </a:custGeom>
            <a:solidFill>
              <a:schemeClr val="accent1"/>
            </a:solidFill>
            <a:ln w="12700">
              <a:miter lim="400000"/>
            </a:ln>
          </p:spPr>
          <p:txBody>
            <a:bodyPr lIns="38100" tIns="38100" rIns="38100" bIns="38100" anchor="ctr"/>
            <a:lstStyle/>
            <a:p>
              <a:pPr>
                <a:defRPr sz="3000">
                  <a:solidFill>
                    <a:srgbClr val="FFFFFF"/>
                  </a:solidFill>
                </a:defRPr>
              </a:pPr>
            </a:p>
          </p:txBody>
        </p:sp>
        <p:sp>
          <p:nvSpPr>
            <p:cNvPr id="15" name="Shape"/>
            <p:cNvSpPr/>
            <p:nvPr/>
          </p:nvSpPr>
          <p:spPr>
            <a:xfrm>
              <a:off x="30035500" y="10591799"/>
              <a:ext cx="3059432" cy="6830062"/>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10616" y="0"/>
                  </a:lnTo>
                  <a:lnTo>
                    <a:pt x="0" y="6659"/>
                  </a:lnTo>
                  <a:lnTo>
                    <a:pt x="18641" y="21600"/>
                  </a:lnTo>
                  <a:close/>
                </a:path>
              </a:pathLst>
            </a:custGeom>
            <a:solidFill>
              <a:schemeClr val="bg1">
                <a:lumMod val="95000"/>
              </a:schemeClr>
            </a:solidFill>
            <a:ln w="12700">
              <a:miter lim="400000"/>
            </a:ln>
          </p:spPr>
          <p:txBody>
            <a:bodyPr lIns="38100" tIns="38100" rIns="38100" bIns="38100" anchor="ctr"/>
            <a:lstStyle/>
            <a:p>
              <a:pPr>
                <a:defRPr sz="3000">
                  <a:solidFill>
                    <a:srgbClr val="FFFFFF"/>
                  </a:solidFill>
                </a:defRPr>
              </a:pPr>
            </a:p>
          </p:txBody>
        </p:sp>
        <p:sp>
          <p:nvSpPr>
            <p:cNvPr id="16" name="Triangle"/>
            <p:cNvSpPr/>
            <p:nvPr/>
          </p:nvSpPr>
          <p:spPr>
            <a:xfrm>
              <a:off x="21259800" y="10591799"/>
              <a:ext cx="8779509" cy="577723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5287" y="21600"/>
                  </a:lnTo>
                  <a:lnTo>
                    <a:pt x="21600" y="7873"/>
                  </a:lnTo>
                  <a:lnTo>
                    <a:pt x="0" y="0"/>
                  </a:lnTo>
                  <a:close/>
                </a:path>
              </a:pathLst>
            </a:custGeom>
            <a:solidFill>
              <a:schemeClr val="bg1">
                <a:lumMod val="95000"/>
              </a:schemeClr>
            </a:solidFill>
            <a:ln w="12700">
              <a:miter lim="400000"/>
            </a:ln>
          </p:spPr>
          <p:txBody>
            <a:bodyPr lIns="38100" tIns="38100" rIns="38100" bIns="38100" anchor="ctr"/>
            <a:lstStyle/>
            <a:p>
              <a:pPr>
                <a:defRPr sz="3000">
                  <a:solidFill>
                    <a:srgbClr val="FFFFFF"/>
                  </a:solidFill>
                </a:defRPr>
              </a:pPr>
            </a:p>
          </p:txBody>
        </p:sp>
        <p:sp>
          <p:nvSpPr>
            <p:cNvPr id="23" name="Shape"/>
            <p:cNvSpPr/>
            <p:nvPr/>
          </p:nvSpPr>
          <p:spPr>
            <a:xfrm>
              <a:off x="23406100" y="12699999"/>
              <a:ext cx="9271002" cy="4724403"/>
            </a:xfrm>
            <a:custGeom>
              <a:avLst/>
              <a:gdLst/>
              <a:ahLst/>
              <a:cxnLst>
                <a:cxn ang="0">
                  <a:pos x="wd2" y="hd2"/>
                </a:cxn>
                <a:cxn ang="5400000">
                  <a:pos x="wd2" y="hd2"/>
                </a:cxn>
                <a:cxn ang="10800000">
                  <a:pos x="wd2" y="hd2"/>
                </a:cxn>
                <a:cxn ang="16200000">
                  <a:pos x="wd2" y="hd2"/>
                </a:cxn>
              </a:cxnLst>
              <a:rect l="0" t="0" r="r" b="b"/>
              <a:pathLst>
                <a:path w="21600" h="21600" extrusionOk="0">
                  <a:moveTo>
                    <a:pt x="0" y="16786"/>
                  </a:moveTo>
                  <a:lnTo>
                    <a:pt x="19363" y="21600"/>
                  </a:lnTo>
                  <a:lnTo>
                    <a:pt x="21600" y="21600"/>
                  </a:lnTo>
                  <a:lnTo>
                    <a:pt x="15448" y="0"/>
                  </a:lnTo>
                  <a:close/>
                </a:path>
              </a:pathLst>
            </a:custGeom>
            <a:solidFill>
              <a:schemeClr val="bg1">
                <a:lumMod val="85000"/>
              </a:schemeClr>
            </a:solidFill>
            <a:ln w="12700">
              <a:noFill/>
              <a:miter lim="400000"/>
            </a:ln>
          </p:spPr>
          <p:txBody>
            <a:bodyPr lIns="38100" tIns="38100" rIns="38100" bIns="38100" anchor="ctr"/>
            <a:lstStyle/>
            <a:p>
              <a:pPr>
                <a:defRPr sz="3000">
                  <a:solidFill>
                    <a:srgbClr val="FFFFFF"/>
                  </a:solidFill>
                </a:defRPr>
              </a:pPr>
            </a:p>
          </p:txBody>
        </p:sp>
        <p:sp>
          <p:nvSpPr>
            <p:cNvPr id="24" name="Triangle"/>
            <p:cNvSpPr/>
            <p:nvPr/>
          </p:nvSpPr>
          <p:spPr>
            <a:xfrm>
              <a:off x="21259800" y="10591799"/>
              <a:ext cx="2148840" cy="6797041"/>
            </a:xfrm>
            <a:custGeom>
              <a:avLst/>
              <a:gdLst/>
              <a:ahLst/>
              <a:cxnLst>
                <a:cxn ang="0">
                  <a:pos x="wd2" y="hd2"/>
                </a:cxn>
                <a:cxn ang="5400000">
                  <a:pos x="wd2" y="hd2"/>
                </a:cxn>
                <a:cxn ang="10800000">
                  <a:pos x="wd2" y="hd2"/>
                </a:cxn>
                <a:cxn ang="16200000">
                  <a:pos x="wd2" y="hd2"/>
                </a:cxn>
              </a:cxnLst>
              <a:rect l="0" t="0" r="r" b="b"/>
              <a:pathLst>
                <a:path w="21600" h="21600" extrusionOk="0">
                  <a:moveTo>
                    <a:pt x="12932" y="21600"/>
                  </a:moveTo>
                  <a:lnTo>
                    <a:pt x="21600" y="18359"/>
                  </a:lnTo>
                  <a:lnTo>
                    <a:pt x="0" y="0"/>
                  </a:lnTo>
                  <a:close/>
                </a:path>
              </a:pathLst>
            </a:custGeom>
            <a:solidFill>
              <a:schemeClr val="accent1">
                <a:lumMod val="75000"/>
              </a:schemeClr>
            </a:solidFill>
            <a:ln w="12700">
              <a:miter lim="400000"/>
            </a:ln>
          </p:spPr>
          <p:txBody>
            <a:bodyPr lIns="38100" tIns="38100" rIns="38100" bIns="38100" anchor="ctr"/>
            <a:lstStyle/>
            <a:p>
              <a:pPr>
                <a:defRPr sz="3000">
                  <a:solidFill>
                    <a:srgbClr val="FFFFFF"/>
                  </a:solidFill>
                </a:defRPr>
              </a:pPr>
            </a:p>
          </p:txBody>
        </p:sp>
      </p:grpSp>
      <p:sp>
        <p:nvSpPr>
          <p:cNvPr id="12" name="Title 1"/>
          <p:cNvSpPr>
            <a:spLocks noGrp="1"/>
          </p:cNvSpPr>
          <p:nvPr>
            <p:ph type="title"/>
          </p:nvPr>
        </p:nvSpPr>
        <p:spPr>
          <a:xfrm>
            <a:off x="1270000" y="365125"/>
            <a:ext cx="10083800" cy="1325563"/>
          </a:xfrm>
        </p:spPr>
        <p:txBody>
          <a:bodyPr/>
          <a:lstStyle/>
          <a:p>
            <a:r>
              <a:rPr lang="en-US" dirty="0"/>
              <a:t>Click to edit Master title style</a:t>
            </a:r>
            <a:endParaRPr lang="en-US" dirty="0"/>
          </a:p>
        </p:txBody>
      </p:sp>
      <p:sp>
        <p:nvSpPr>
          <p:cNvPr id="18" name="Content Placeholder 2"/>
          <p:cNvSpPr>
            <a:spLocks noGrp="1"/>
          </p:cNvSpPr>
          <p:nvPr>
            <p:ph idx="1"/>
          </p:nvPr>
        </p:nvSpPr>
        <p:spPr>
          <a:xfrm>
            <a:off x="2438400" y="1825625"/>
            <a:ext cx="8915400" cy="4144512"/>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19" name="Date Placeholder 3"/>
          <p:cNvSpPr>
            <a:spLocks noGrp="1"/>
          </p:cNvSpPr>
          <p:nvPr>
            <p:ph type="dt" sz="half" idx="10"/>
          </p:nvPr>
        </p:nvSpPr>
        <p:spPr>
          <a:xfrm>
            <a:off x="838200" y="6285230"/>
            <a:ext cx="2743200" cy="365125"/>
          </a:xfrm>
        </p:spPr>
        <p:txBody>
          <a:bodyPr/>
          <a:lstStyle/>
          <a:p>
            <a:r>
              <a:rPr lang="en-US" dirty="0"/>
              <a:t>Date</a:t>
            </a:r>
            <a:endParaRPr lang="en-US" dirty="0"/>
          </a:p>
        </p:txBody>
      </p:sp>
      <p:sp>
        <p:nvSpPr>
          <p:cNvPr id="20" name="Footer Placeholder 4"/>
          <p:cNvSpPr>
            <a:spLocks noGrp="1"/>
          </p:cNvSpPr>
          <p:nvPr>
            <p:ph type="ftr" sz="quarter" idx="11"/>
          </p:nvPr>
        </p:nvSpPr>
        <p:spPr>
          <a:xfrm>
            <a:off x="4038600" y="6285230"/>
            <a:ext cx="4114800" cy="365125"/>
          </a:xfrm>
        </p:spPr>
        <p:txBody>
          <a:bodyPr/>
          <a:lstStyle/>
          <a:p>
            <a:r>
              <a:rPr lang="en-US"/>
              <a:t>Your Footer Here</a:t>
            </a:r>
            <a:endParaRPr lang="en-US"/>
          </a:p>
        </p:txBody>
      </p:sp>
      <p:sp>
        <p:nvSpPr>
          <p:cNvPr id="21" name="Slide Number Placeholder 5"/>
          <p:cNvSpPr>
            <a:spLocks noGrp="1"/>
          </p:cNvSpPr>
          <p:nvPr>
            <p:ph type="sldNum" sz="quarter" idx="12"/>
          </p:nvPr>
        </p:nvSpPr>
        <p:spPr>
          <a:xfrm>
            <a:off x="8610600" y="6285230"/>
            <a:ext cx="2743200" cy="365125"/>
          </a:xfrm>
        </p:spPr>
        <p:txBody>
          <a:bodyPr/>
          <a:lstStyle>
            <a:lvl1pPr>
              <a:defRPr>
                <a:solidFill>
                  <a:schemeClr val="bg1">
                    <a:lumMod val="65000"/>
                  </a:schemeClr>
                </a:solidFill>
              </a:defRPr>
            </a:lvl1pPr>
          </a:lstStyle>
          <a:p>
            <a:fld id="{672B7600-67E3-4D97-B453-880E2742B982}" type="slidenum">
              <a:rPr lang="en-US" smtClean="0"/>
            </a:fld>
            <a:endParaRPr lang="en-US"/>
          </a:p>
        </p:txBody>
      </p:sp>
      <p:sp>
        <p:nvSpPr>
          <p:cNvPr id="27" name="Freeform 18"/>
          <p:cNvSpPr/>
          <p:nvPr userDrawn="1"/>
        </p:nvSpPr>
        <p:spPr>
          <a:xfrm>
            <a:off x="0" y="0"/>
            <a:ext cx="12192000" cy="6858000"/>
          </a:xfrm>
          <a:custGeom>
            <a:avLst/>
            <a:gdLst>
              <a:gd name="connsiteX0" fmla="*/ 213360 w 12192000"/>
              <a:gd name="connsiteY0" fmla="*/ 193040 h 6852902"/>
              <a:gd name="connsiteX1" fmla="*/ 213360 w 12192000"/>
              <a:gd name="connsiteY1" fmla="*/ 6634480 h 6852902"/>
              <a:gd name="connsiteX2" fmla="*/ 11968480 w 12192000"/>
              <a:gd name="connsiteY2" fmla="*/ 6634480 h 6852902"/>
              <a:gd name="connsiteX3" fmla="*/ 11968480 w 12192000"/>
              <a:gd name="connsiteY3" fmla="*/ 193040 h 6852902"/>
              <a:gd name="connsiteX4" fmla="*/ 0 w 12192000"/>
              <a:gd name="connsiteY4" fmla="*/ 0 h 6852902"/>
              <a:gd name="connsiteX5" fmla="*/ 12192000 w 12192000"/>
              <a:gd name="connsiteY5" fmla="*/ 0 h 6852902"/>
              <a:gd name="connsiteX6" fmla="*/ 12192000 w 12192000"/>
              <a:gd name="connsiteY6" fmla="*/ 6852902 h 6852902"/>
              <a:gd name="connsiteX7" fmla="*/ 0 w 12192000"/>
              <a:gd name="connsiteY7" fmla="*/ 6852902 h 685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2902">
                <a:moveTo>
                  <a:pt x="213360" y="193040"/>
                </a:moveTo>
                <a:lnTo>
                  <a:pt x="213360" y="6634480"/>
                </a:lnTo>
                <a:lnTo>
                  <a:pt x="11968480" y="6634480"/>
                </a:lnTo>
                <a:lnTo>
                  <a:pt x="11968480" y="193040"/>
                </a:lnTo>
                <a:close/>
                <a:moveTo>
                  <a:pt x="0" y="0"/>
                </a:moveTo>
                <a:lnTo>
                  <a:pt x="12192000" y="0"/>
                </a:lnTo>
                <a:lnTo>
                  <a:pt x="12192000" y="6852902"/>
                </a:lnTo>
                <a:lnTo>
                  <a:pt x="0" y="6852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Ovr>
    <a:masterClrMapping/>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and Content 2">
    <p:spTree>
      <p:nvGrpSpPr>
        <p:cNvPr id="1" name=""/>
        <p:cNvGrpSpPr/>
        <p:nvPr/>
      </p:nvGrpSpPr>
      <p:grpSpPr>
        <a:xfrm>
          <a:off x="0" y="0"/>
          <a:ext cx="0" cy="0"/>
          <a:chOff x="0" y="0"/>
          <a:chExt cx="0" cy="0"/>
        </a:xfrm>
      </p:grpSpPr>
      <p:grpSp>
        <p:nvGrpSpPr>
          <p:cNvPr id="10" name="Group 9"/>
          <p:cNvGrpSpPr/>
          <p:nvPr userDrawn="1"/>
        </p:nvGrpSpPr>
        <p:grpSpPr>
          <a:xfrm>
            <a:off x="0" y="1"/>
            <a:ext cx="12192000" cy="6858001"/>
            <a:chOff x="38608000" y="10591799"/>
            <a:chExt cx="12259312" cy="6835144"/>
          </a:xfrm>
        </p:grpSpPr>
        <p:sp>
          <p:nvSpPr>
            <p:cNvPr id="11" name="Shape"/>
            <p:cNvSpPr/>
            <p:nvPr/>
          </p:nvSpPr>
          <p:spPr>
            <a:xfrm>
              <a:off x="39992299" y="10591799"/>
              <a:ext cx="10459723" cy="6830062"/>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8943" y="104"/>
                  </a:lnTo>
                  <a:lnTo>
                    <a:pt x="0" y="0"/>
                  </a:lnTo>
                  <a:lnTo>
                    <a:pt x="16268" y="8912"/>
                  </a:lnTo>
                  <a:close/>
                </a:path>
              </a:pathLst>
            </a:custGeom>
            <a:solidFill>
              <a:schemeClr val="accent1">
                <a:lumMod val="40000"/>
                <a:lumOff val="60000"/>
              </a:schemeClr>
            </a:solidFill>
            <a:ln w="12700">
              <a:miter lim="400000"/>
            </a:ln>
          </p:spPr>
          <p:txBody>
            <a:bodyPr lIns="38100" tIns="38100" rIns="38100" bIns="38100" anchor="ctr"/>
            <a:lstStyle/>
            <a:p>
              <a:pPr>
                <a:defRPr sz="3000">
                  <a:solidFill>
                    <a:srgbClr val="FFFFFF"/>
                  </a:solidFill>
                </a:defRPr>
              </a:pPr>
            </a:p>
          </p:txBody>
        </p:sp>
        <p:sp>
          <p:nvSpPr>
            <p:cNvPr id="14" name="Shape"/>
            <p:cNvSpPr/>
            <p:nvPr/>
          </p:nvSpPr>
          <p:spPr>
            <a:xfrm>
              <a:off x="49161700" y="10591799"/>
              <a:ext cx="1705612" cy="6830062"/>
            </a:xfrm>
            <a:custGeom>
              <a:avLst/>
              <a:gdLst>
                <a:gd name="connsiteX0" fmla="*/ 21600 w 21600"/>
                <a:gd name="connsiteY0" fmla="*/ 21600 h 21600"/>
                <a:gd name="connsiteX1" fmla="*/ 21600 w 21600"/>
                <a:gd name="connsiteY1" fmla="*/ 0 h 21600"/>
                <a:gd name="connsiteX2" fmla="*/ 1914 w 21600"/>
                <a:gd name="connsiteY2" fmla="*/ 0 h 21600"/>
                <a:gd name="connsiteX3" fmla="*/ 0 w 21600"/>
                <a:gd name="connsiteY3" fmla="*/ 104 h 21600"/>
                <a:gd name="connsiteX4" fmla="*/ 16009 w 21600"/>
                <a:gd name="connsiteY4" fmla="*/ 21550 h 21600"/>
                <a:gd name="connsiteX5" fmla="*/ 21600 w 21600"/>
                <a:gd name="connsiteY5" fmla="*/ 21600 h 2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0" h="21600" extrusionOk="0">
                  <a:moveTo>
                    <a:pt x="21600" y="21600"/>
                  </a:moveTo>
                  <a:lnTo>
                    <a:pt x="21600" y="0"/>
                  </a:lnTo>
                  <a:lnTo>
                    <a:pt x="1914" y="0"/>
                  </a:lnTo>
                  <a:lnTo>
                    <a:pt x="0" y="104"/>
                  </a:lnTo>
                  <a:lnTo>
                    <a:pt x="16009" y="21550"/>
                  </a:lnTo>
                  <a:lnTo>
                    <a:pt x="21600" y="21600"/>
                  </a:lnTo>
                  <a:close/>
                </a:path>
              </a:pathLst>
            </a:custGeom>
            <a:solidFill>
              <a:schemeClr val="accent1"/>
            </a:solidFill>
            <a:ln w="12700">
              <a:miter lim="400000"/>
            </a:ln>
          </p:spPr>
          <p:txBody>
            <a:bodyPr lIns="38100" tIns="38100" rIns="38100" bIns="38100" anchor="ctr"/>
            <a:lstStyle/>
            <a:p>
              <a:pPr>
                <a:defRPr sz="3000">
                  <a:solidFill>
                    <a:srgbClr val="FFFFFF"/>
                  </a:solidFill>
                </a:defRPr>
              </a:pPr>
            </a:p>
          </p:txBody>
        </p:sp>
        <p:sp>
          <p:nvSpPr>
            <p:cNvPr id="15" name="Shape"/>
            <p:cNvSpPr/>
            <p:nvPr/>
          </p:nvSpPr>
          <p:spPr>
            <a:xfrm>
              <a:off x="38608000" y="10591799"/>
              <a:ext cx="3059429" cy="683006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10984" y="21600"/>
                  </a:lnTo>
                  <a:lnTo>
                    <a:pt x="21600" y="14941"/>
                  </a:lnTo>
                  <a:lnTo>
                    <a:pt x="2959" y="0"/>
                  </a:lnTo>
                  <a:close/>
                </a:path>
              </a:pathLst>
            </a:custGeom>
            <a:solidFill>
              <a:schemeClr val="bg1">
                <a:lumMod val="95000"/>
              </a:schemeClr>
            </a:solidFill>
            <a:ln w="12700">
              <a:miter lim="400000"/>
            </a:ln>
          </p:spPr>
          <p:txBody>
            <a:bodyPr lIns="38100" tIns="38100" rIns="38100" bIns="38100" anchor="ctr"/>
            <a:lstStyle/>
            <a:p>
              <a:pPr>
                <a:defRPr sz="3000">
                  <a:solidFill>
                    <a:srgbClr val="FFFFFF"/>
                  </a:solidFill>
                </a:defRPr>
              </a:pPr>
            </a:p>
          </p:txBody>
        </p:sp>
        <p:sp>
          <p:nvSpPr>
            <p:cNvPr id="16" name="Triangle"/>
            <p:cNvSpPr/>
            <p:nvPr/>
          </p:nvSpPr>
          <p:spPr>
            <a:xfrm>
              <a:off x="41668700" y="11645899"/>
              <a:ext cx="8779512" cy="5777231"/>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6313" y="0"/>
                  </a:lnTo>
                  <a:lnTo>
                    <a:pt x="0" y="13727"/>
                  </a:lnTo>
                  <a:lnTo>
                    <a:pt x="21600" y="21600"/>
                  </a:lnTo>
                  <a:close/>
                </a:path>
              </a:pathLst>
            </a:custGeom>
            <a:solidFill>
              <a:schemeClr val="bg1">
                <a:lumMod val="95000"/>
              </a:schemeClr>
            </a:solidFill>
            <a:ln w="12700">
              <a:miter lim="400000"/>
            </a:ln>
          </p:spPr>
          <p:txBody>
            <a:bodyPr lIns="38100" tIns="38100" rIns="38100" bIns="38100" anchor="ctr"/>
            <a:lstStyle/>
            <a:p>
              <a:pPr>
                <a:defRPr sz="3000">
                  <a:solidFill>
                    <a:srgbClr val="FFFFFF"/>
                  </a:solidFill>
                </a:defRPr>
              </a:pPr>
            </a:p>
          </p:txBody>
        </p:sp>
        <p:sp>
          <p:nvSpPr>
            <p:cNvPr id="23" name="Shape"/>
            <p:cNvSpPr/>
            <p:nvPr/>
          </p:nvSpPr>
          <p:spPr>
            <a:xfrm>
              <a:off x="39027099" y="10591799"/>
              <a:ext cx="9271002" cy="4724402"/>
            </a:xfrm>
            <a:custGeom>
              <a:avLst/>
              <a:gdLst/>
              <a:ahLst/>
              <a:cxnLst>
                <a:cxn ang="0">
                  <a:pos x="wd2" y="hd2"/>
                </a:cxn>
                <a:cxn ang="5400000">
                  <a:pos x="wd2" y="hd2"/>
                </a:cxn>
                <a:cxn ang="10800000">
                  <a:pos x="wd2" y="hd2"/>
                </a:cxn>
                <a:cxn ang="16200000">
                  <a:pos x="wd2" y="hd2"/>
                </a:cxn>
              </a:cxnLst>
              <a:rect l="0" t="0" r="r" b="b"/>
              <a:pathLst>
                <a:path w="21600" h="21600" extrusionOk="0">
                  <a:moveTo>
                    <a:pt x="21600" y="4814"/>
                  </a:moveTo>
                  <a:lnTo>
                    <a:pt x="2237" y="0"/>
                  </a:lnTo>
                  <a:lnTo>
                    <a:pt x="0" y="0"/>
                  </a:lnTo>
                  <a:lnTo>
                    <a:pt x="6152" y="21600"/>
                  </a:lnTo>
                  <a:close/>
                </a:path>
              </a:pathLst>
            </a:custGeom>
            <a:solidFill>
              <a:schemeClr val="bg1">
                <a:lumMod val="85000"/>
              </a:schemeClr>
            </a:solidFill>
            <a:ln w="12700">
              <a:noFill/>
              <a:miter lim="400000"/>
            </a:ln>
          </p:spPr>
          <p:txBody>
            <a:bodyPr lIns="38100" tIns="38100" rIns="38100" bIns="38100" anchor="ctr"/>
            <a:lstStyle/>
            <a:p>
              <a:pPr>
                <a:defRPr sz="3000">
                  <a:solidFill>
                    <a:srgbClr val="FFFFFF"/>
                  </a:solidFill>
                </a:defRPr>
              </a:pPr>
            </a:p>
          </p:txBody>
        </p:sp>
        <p:sp>
          <p:nvSpPr>
            <p:cNvPr id="24" name="Triangle"/>
            <p:cNvSpPr/>
            <p:nvPr/>
          </p:nvSpPr>
          <p:spPr>
            <a:xfrm>
              <a:off x="48298100" y="10629900"/>
              <a:ext cx="2148840" cy="6797043"/>
            </a:xfrm>
            <a:custGeom>
              <a:avLst/>
              <a:gdLst>
                <a:gd name="connsiteX0" fmla="*/ 8668 w 21600"/>
                <a:gd name="connsiteY0" fmla="*/ 0 h 21600"/>
                <a:gd name="connsiteX1" fmla="*/ 0 w 21600"/>
                <a:gd name="connsiteY1" fmla="*/ 3241 h 21600"/>
                <a:gd name="connsiteX2" fmla="*/ 21600 w 21600"/>
                <a:gd name="connsiteY2" fmla="*/ 21600 h 21600"/>
                <a:gd name="connsiteX3" fmla="*/ 21269 w 21600"/>
                <a:gd name="connsiteY3" fmla="*/ 21057 h 21600"/>
                <a:gd name="connsiteX4" fmla="*/ 8668 w 21600"/>
                <a:gd name="connsiteY4" fmla="*/ 0 h 21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600" h="21600" extrusionOk="0">
                  <a:moveTo>
                    <a:pt x="8668" y="0"/>
                  </a:moveTo>
                  <a:lnTo>
                    <a:pt x="0" y="3241"/>
                  </a:lnTo>
                  <a:lnTo>
                    <a:pt x="21600" y="21600"/>
                  </a:lnTo>
                  <a:lnTo>
                    <a:pt x="21269" y="21057"/>
                  </a:lnTo>
                  <a:lnTo>
                    <a:pt x="8668" y="0"/>
                  </a:lnTo>
                  <a:close/>
                </a:path>
              </a:pathLst>
            </a:custGeom>
            <a:solidFill>
              <a:schemeClr val="accent1">
                <a:lumMod val="75000"/>
              </a:schemeClr>
            </a:solidFill>
            <a:ln w="12700">
              <a:miter lim="400000"/>
            </a:ln>
          </p:spPr>
          <p:txBody>
            <a:bodyPr lIns="38100" tIns="38100" rIns="38100" bIns="38100" anchor="ctr"/>
            <a:lstStyle/>
            <a:p>
              <a:pPr>
                <a:defRPr sz="3000">
                  <a:solidFill>
                    <a:srgbClr val="FFFFFF"/>
                  </a:solidFill>
                </a:defRPr>
              </a:pPr>
            </a:p>
          </p:txBody>
        </p:sp>
      </p:grpSp>
      <p:sp>
        <p:nvSpPr>
          <p:cNvPr id="12" name="Title 1"/>
          <p:cNvSpPr>
            <a:spLocks noGrp="1"/>
          </p:cNvSpPr>
          <p:nvPr>
            <p:ph type="title"/>
          </p:nvPr>
        </p:nvSpPr>
        <p:spPr>
          <a:xfrm>
            <a:off x="838200" y="622198"/>
            <a:ext cx="7315200" cy="1325563"/>
          </a:xfrm>
        </p:spPr>
        <p:txBody>
          <a:bodyPr/>
          <a:lstStyle/>
          <a:p>
            <a:r>
              <a:rPr lang="en-US"/>
              <a:t>Click to edit Master title style</a:t>
            </a:r>
            <a:endParaRPr lang="en-US"/>
          </a:p>
        </p:txBody>
      </p:sp>
      <p:sp>
        <p:nvSpPr>
          <p:cNvPr id="18" name="Content Placeholder 2"/>
          <p:cNvSpPr>
            <a:spLocks noGrp="1"/>
          </p:cNvSpPr>
          <p:nvPr>
            <p:ph idx="1"/>
          </p:nvPr>
        </p:nvSpPr>
        <p:spPr>
          <a:xfrm>
            <a:off x="838200" y="2055811"/>
            <a:ext cx="8986520" cy="4121151"/>
          </a:xfrm>
        </p:spPr>
        <p:txBody>
          <a:bodyPr/>
          <a:lstStyle/>
          <a:p>
            <a:pPr lvl="0"/>
            <a:r>
              <a:rPr lang="en-US" dirty="0"/>
              <a:t>Click to edit Master text styles</a:t>
            </a:r>
            <a:endParaRPr lang="en-US" dirty="0"/>
          </a:p>
          <a:p>
            <a:pPr lvl="1"/>
            <a:r>
              <a:rPr lang="en-US" dirty="0"/>
              <a:t>Second level</a:t>
            </a:r>
            <a:endParaRPr lang="en-US" dirty="0"/>
          </a:p>
          <a:p>
            <a:pPr lvl="2"/>
            <a:r>
              <a:rPr lang="en-US" dirty="0"/>
              <a:t>Third level</a:t>
            </a:r>
            <a:endParaRPr lang="en-US" dirty="0"/>
          </a:p>
          <a:p>
            <a:pPr lvl="3"/>
            <a:r>
              <a:rPr lang="en-US" dirty="0"/>
              <a:t>Fourth level</a:t>
            </a:r>
            <a:endParaRPr lang="en-US" dirty="0"/>
          </a:p>
          <a:p>
            <a:pPr lvl="4"/>
            <a:r>
              <a:rPr lang="en-US" dirty="0"/>
              <a:t>Fifth level</a:t>
            </a:r>
            <a:endParaRPr lang="en-US" dirty="0"/>
          </a:p>
        </p:txBody>
      </p:sp>
      <p:sp>
        <p:nvSpPr>
          <p:cNvPr id="26" name="Freeform 18"/>
          <p:cNvSpPr/>
          <p:nvPr userDrawn="1"/>
        </p:nvSpPr>
        <p:spPr>
          <a:xfrm>
            <a:off x="0" y="0"/>
            <a:ext cx="12192000" cy="6858000"/>
          </a:xfrm>
          <a:custGeom>
            <a:avLst/>
            <a:gdLst>
              <a:gd name="connsiteX0" fmla="*/ 213360 w 12192000"/>
              <a:gd name="connsiteY0" fmla="*/ 193040 h 6852902"/>
              <a:gd name="connsiteX1" fmla="*/ 213360 w 12192000"/>
              <a:gd name="connsiteY1" fmla="*/ 6634480 h 6852902"/>
              <a:gd name="connsiteX2" fmla="*/ 11968480 w 12192000"/>
              <a:gd name="connsiteY2" fmla="*/ 6634480 h 6852902"/>
              <a:gd name="connsiteX3" fmla="*/ 11968480 w 12192000"/>
              <a:gd name="connsiteY3" fmla="*/ 193040 h 6852902"/>
              <a:gd name="connsiteX4" fmla="*/ 0 w 12192000"/>
              <a:gd name="connsiteY4" fmla="*/ 0 h 6852902"/>
              <a:gd name="connsiteX5" fmla="*/ 12192000 w 12192000"/>
              <a:gd name="connsiteY5" fmla="*/ 0 h 6852902"/>
              <a:gd name="connsiteX6" fmla="*/ 12192000 w 12192000"/>
              <a:gd name="connsiteY6" fmla="*/ 6852902 h 6852902"/>
              <a:gd name="connsiteX7" fmla="*/ 0 w 12192000"/>
              <a:gd name="connsiteY7" fmla="*/ 6852902 h 685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2902">
                <a:moveTo>
                  <a:pt x="213360" y="193040"/>
                </a:moveTo>
                <a:lnTo>
                  <a:pt x="213360" y="6634480"/>
                </a:lnTo>
                <a:lnTo>
                  <a:pt x="11968480" y="6634480"/>
                </a:lnTo>
                <a:lnTo>
                  <a:pt x="11968480" y="193040"/>
                </a:lnTo>
                <a:close/>
                <a:moveTo>
                  <a:pt x="0" y="0"/>
                </a:moveTo>
                <a:lnTo>
                  <a:pt x="12192000" y="0"/>
                </a:lnTo>
                <a:lnTo>
                  <a:pt x="12192000" y="6852902"/>
                </a:lnTo>
                <a:lnTo>
                  <a:pt x="0" y="6852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9" name="Date Placeholder 3"/>
          <p:cNvSpPr>
            <a:spLocks noGrp="1"/>
          </p:cNvSpPr>
          <p:nvPr>
            <p:ph type="dt" sz="half" idx="10"/>
          </p:nvPr>
        </p:nvSpPr>
        <p:spPr>
          <a:xfrm>
            <a:off x="838200" y="6285230"/>
            <a:ext cx="2743200" cy="365125"/>
          </a:xfrm>
        </p:spPr>
        <p:txBody>
          <a:bodyPr/>
          <a:lstStyle>
            <a:lvl1pPr>
              <a:defRPr>
                <a:solidFill>
                  <a:schemeClr val="accent1">
                    <a:lumMod val="50000"/>
                  </a:schemeClr>
                </a:solidFill>
              </a:defRPr>
            </a:lvl1pPr>
          </a:lstStyle>
          <a:p>
            <a:r>
              <a:rPr lang="en-US"/>
              <a:t>Date</a:t>
            </a:r>
            <a:endParaRPr lang="en-US" dirty="0"/>
          </a:p>
        </p:txBody>
      </p:sp>
      <p:sp>
        <p:nvSpPr>
          <p:cNvPr id="20" name="Footer Placeholder 4"/>
          <p:cNvSpPr>
            <a:spLocks noGrp="1"/>
          </p:cNvSpPr>
          <p:nvPr>
            <p:ph type="ftr" sz="quarter" idx="11"/>
          </p:nvPr>
        </p:nvSpPr>
        <p:spPr>
          <a:xfrm>
            <a:off x="4038600" y="6285230"/>
            <a:ext cx="4114800" cy="365125"/>
          </a:xfrm>
        </p:spPr>
        <p:txBody>
          <a:bodyPr/>
          <a:lstStyle>
            <a:lvl1pPr>
              <a:defRPr>
                <a:solidFill>
                  <a:schemeClr val="accent1">
                    <a:lumMod val="50000"/>
                  </a:schemeClr>
                </a:solidFill>
              </a:defRPr>
            </a:lvl1pPr>
          </a:lstStyle>
          <a:p>
            <a:r>
              <a:rPr lang="en-US"/>
              <a:t>Your Footer Here</a:t>
            </a:r>
            <a:endParaRPr lang="en-US"/>
          </a:p>
        </p:txBody>
      </p:sp>
      <p:sp>
        <p:nvSpPr>
          <p:cNvPr id="21" name="Slide Number Placeholder 5"/>
          <p:cNvSpPr>
            <a:spLocks noGrp="1"/>
          </p:cNvSpPr>
          <p:nvPr>
            <p:ph type="sldNum" sz="quarter" idx="12"/>
          </p:nvPr>
        </p:nvSpPr>
        <p:spPr>
          <a:xfrm>
            <a:off x="8610600" y="6285230"/>
            <a:ext cx="2743200" cy="365125"/>
          </a:xfrm>
        </p:spPr>
        <p:txBody>
          <a:bodyPr/>
          <a:lstStyle>
            <a:lvl1pPr>
              <a:defRPr>
                <a:solidFill>
                  <a:schemeClr val="accent1">
                    <a:lumMod val="50000"/>
                  </a:schemeClr>
                </a:solidFill>
              </a:defRPr>
            </a:lvl1pPr>
          </a:lstStyle>
          <a:p>
            <a:fld id="{672B7600-67E3-4D97-B453-880E2742B982}" type="slidenum">
              <a:rPr lang="en-US" smtClean="0"/>
            </a:fld>
            <a:endParaRPr lang="en-US"/>
          </a:p>
        </p:txBody>
      </p:sp>
    </p:spTree>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Section 1">
    <p:spTree>
      <p:nvGrpSpPr>
        <p:cNvPr id="1" name=""/>
        <p:cNvGrpSpPr/>
        <p:nvPr/>
      </p:nvGrpSpPr>
      <p:grpSpPr>
        <a:xfrm>
          <a:off x="0" y="0"/>
          <a:ext cx="0" cy="0"/>
          <a:chOff x="0" y="0"/>
          <a:chExt cx="0" cy="0"/>
        </a:xfrm>
      </p:grpSpPr>
      <p:grpSp>
        <p:nvGrpSpPr>
          <p:cNvPr id="15" name="Group 14"/>
          <p:cNvGrpSpPr/>
          <p:nvPr userDrawn="1"/>
        </p:nvGrpSpPr>
        <p:grpSpPr>
          <a:xfrm>
            <a:off x="-2" y="1"/>
            <a:ext cx="12181840" cy="6858000"/>
            <a:chOff x="56375300" y="10591799"/>
            <a:chExt cx="12255437" cy="6835143"/>
          </a:xfrm>
        </p:grpSpPr>
        <p:sp>
          <p:nvSpPr>
            <p:cNvPr id="16" name="Shape"/>
            <p:cNvSpPr/>
            <p:nvPr/>
          </p:nvSpPr>
          <p:spPr>
            <a:xfrm>
              <a:off x="56794400" y="10591799"/>
              <a:ext cx="10460993" cy="6830062"/>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659" y="104"/>
                  </a:lnTo>
                  <a:lnTo>
                    <a:pt x="21600" y="0"/>
                  </a:lnTo>
                  <a:lnTo>
                    <a:pt x="5334" y="8912"/>
                  </a:lnTo>
                  <a:close/>
                </a:path>
              </a:pathLst>
            </a:custGeom>
            <a:solidFill>
              <a:schemeClr val="accent1">
                <a:lumMod val="40000"/>
                <a:lumOff val="60000"/>
              </a:schemeClr>
            </a:solidFill>
            <a:ln w="12700">
              <a:miter lim="400000"/>
            </a:ln>
          </p:spPr>
          <p:txBody>
            <a:bodyPr lIns="38100" tIns="38100" rIns="38100" bIns="38100" anchor="ctr"/>
            <a:lstStyle/>
            <a:p>
              <a:pPr>
                <a:defRPr sz="3000">
                  <a:solidFill>
                    <a:srgbClr val="FFFFFF"/>
                  </a:solidFill>
                </a:defRPr>
              </a:pPr>
            </a:p>
          </p:txBody>
        </p:sp>
        <p:sp>
          <p:nvSpPr>
            <p:cNvPr id="17" name="Shape"/>
            <p:cNvSpPr/>
            <p:nvPr/>
          </p:nvSpPr>
          <p:spPr>
            <a:xfrm>
              <a:off x="56375300" y="10591799"/>
              <a:ext cx="1706886" cy="6830062"/>
            </a:xfrm>
            <a:custGeom>
              <a:avLst/>
              <a:gdLst>
                <a:gd name="connsiteX0" fmla="*/ 0 w 21600"/>
                <a:gd name="connsiteY0" fmla="*/ 21600 h 21600"/>
                <a:gd name="connsiteX1" fmla="*/ 0 w 21600"/>
                <a:gd name="connsiteY1" fmla="*/ 0 h 21600"/>
                <a:gd name="connsiteX2" fmla="*/ 19687 w 21600"/>
                <a:gd name="connsiteY2" fmla="*/ 0 h 21600"/>
                <a:gd name="connsiteX3" fmla="*/ 21600 w 21600"/>
                <a:gd name="connsiteY3" fmla="*/ 104 h 21600"/>
                <a:gd name="connsiteX4" fmla="*/ 5708 w 21600"/>
                <a:gd name="connsiteY4" fmla="*/ 21480 h 21600"/>
                <a:gd name="connsiteX5" fmla="*/ 0 w 21600"/>
                <a:gd name="connsiteY5" fmla="*/ 21600 h 2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0" h="21600" extrusionOk="0">
                  <a:moveTo>
                    <a:pt x="0" y="21600"/>
                  </a:moveTo>
                  <a:lnTo>
                    <a:pt x="0" y="0"/>
                  </a:lnTo>
                  <a:lnTo>
                    <a:pt x="19687" y="0"/>
                  </a:lnTo>
                  <a:lnTo>
                    <a:pt x="21600" y="104"/>
                  </a:lnTo>
                  <a:lnTo>
                    <a:pt x="5708" y="21480"/>
                  </a:lnTo>
                  <a:cubicBezTo>
                    <a:pt x="3940" y="21480"/>
                    <a:pt x="1768" y="21600"/>
                    <a:pt x="0" y="21600"/>
                  </a:cubicBezTo>
                  <a:close/>
                </a:path>
              </a:pathLst>
            </a:custGeom>
            <a:solidFill>
              <a:schemeClr val="accent1"/>
            </a:solidFill>
            <a:ln w="12700">
              <a:miter lim="400000"/>
            </a:ln>
          </p:spPr>
          <p:txBody>
            <a:bodyPr lIns="38100" tIns="38100" rIns="38100" bIns="38100" anchor="ctr"/>
            <a:lstStyle/>
            <a:p>
              <a:pPr>
                <a:defRPr sz="3000">
                  <a:solidFill>
                    <a:srgbClr val="FFFFFF"/>
                  </a:solidFill>
                </a:defRPr>
              </a:pPr>
            </a:p>
          </p:txBody>
        </p:sp>
        <p:sp>
          <p:nvSpPr>
            <p:cNvPr id="18" name="Shape"/>
            <p:cNvSpPr/>
            <p:nvPr/>
          </p:nvSpPr>
          <p:spPr>
            <a:xfrm>
              <a:off x="65572578" y="10591799"/>
              <a:ext cx="3058159" cy="683006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21600"/>
                  </a:lnTo>
                  <a:lnTo>
                    <a:pt x="10621" y="21600"/>
                  </a:lnTo>
                  <a:lnTo>
                    <a:pt x="0" y="14941"/>
                  </a:lnTo>
                  <a:lnTo>
                    <a:pt x="18649" y="0"/>
                  </a:lnTo>
                  <a:close/>
                </a:path>
              </a:pathLst>
            </a:custGeom>
            <a:solidFill>
              <a:schemeClr val="accent1">
                <a:lumMod val="60000"/>
                <a:lumOff val="40000"/>
              </a:schemeClr>
            </a:solidFill>
            <a:ln w="12700">
              <a:miter lim="400000"/>
            </a:ln>
          </p:spPr>
          <p:txBody>
            <a:bodyPr lIns="38100" tIns="38100" rIns="38100" bIns="38100" anchor="ctr"/>
            <a:lstStyle/>
            <a:p>
              <a:pPr>
                <a:defRPr sz="3000">
                  <a:solidFill>
                    <a:srgbClr val="FFFFFF"/>
                  </a:solidFill>
                </a:defRPr>
              </a:pPr>
            </a:p>
          </p:txBody>
        </p:sp>
        <p:sp>
          <p:nvSpPr>
            <p:cNvPr id="19" name="Triangle"/>
            <p:cNvSpPr/>
            <p:nvPr/>
          </p:nvSpPr>
          <p:spPr>
            <a:xfrm>
              <a:off x="56794400" y="11645899"/>
              <a:ext cx="8780785" cy="577723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5286" y="0"/>
                  </a:lnTo>
                  <a:lnTo>
                    <a:pt x="21600" y="13727"/>
                  </a:lnTo>
                  <a:lnTo>
                    <a:pt x="0" y="21600"/>
                  </a:lnTo>
                  <a:close/>
                </a:path>
              </a:pathLst>
            </a:custGeom>
            <a:solidFill>
              <a:schemeClr val="bg1">
                <a:lumMod val="95000"/>
              </a:schemeClr>
            </a:solidFill>
            <a:ln w="12700">
              <a:miter lim="400000"/>
            </a:ln>
          </p:spPr>
          <p:txBody>
            <a:bodyPr lIns="38100" tIns="38100" rIns="38100" bIns="38100" anchor="ctr"/>
            <a:lstStyle/>
            <a:p>
              <a:pPr>
                <a:defRPr sz="3000">
                  <a:solidFill>
                    <a:srgbClr val="FFFFFF"/>
                  </a:solidFill>
                </a:defRPr>
              </a:pPr>
            </a:p>
          </p:txBody>
        </p:sp>
        <p:sp>
          <p:nvSpPr>
            <p:cNvPr id="20" name="Shape"/>
            <p:cNvSpPr/>
            <p:nvPr/>
          </p:nvSpPr>
          <p:spPr>
            <a:xfrm>
              <a:off x="58940699" y="10591799"/>
              <a:ext cx="9272273" cy="4724402"/>
            </a:xfrm>
            <a:custGeom>
              <a:avLst/>
              <a:gdLst/>
              <a:ahLst/>
              <a:cxnLst>
                <a:cxn ang="0">
                  <a:pos x="wd2" y="hd2"/>
                </a:cxn>
                <a:cxn ang="5400000">
                  <a:pos x="wd2" y="hd2"/>
                </a:cxn>
                <a:cxn ang="10800000">
                  <a:pos x="wd2" y="hd2"/>
                </a:cxn>
                <a:cxn ang="16200000">
                  <a:pos x="wd2" y="hd2"/>
                </a:cxn>
              </a:cxnLst>
              <a:rect l="0" t="0" r="r" b="b"/>
              <a:pathLst>
                <a:path w="21600" h="21600" extrusionOk="0">
                  <a:moveTo>
                    <a:pt x="0" y="4814"/>
                  </a:moveTo>
                  <a:lnTo>
                    <a:pt x="19363" y="0"/>
                  </a:lnTo>
                  <a:lnTo>
                    <a:pt x="21600" y="0"/>
                  </a:lnTo>
                  <a:lnTo>
                    <a:pt x="15449" y="21600"/>
                  </a:lnTo>
                  <a:close/>
                </a:path>
              </a:pathLst>
            </a:custGeom>
            <a:solidFill>
              <a:schemeClr val="bg1">
                <a:lumMod val="85000"/>
              </a:schemeClr>
            </a:solidFill>
            <a:ln w="12700">
              <a:noFill/>
              <a:miter lim="400000"/>
            </a:ln>
          </p:spPr>
          <p:txBody>
            <a:bodyPr lIns="38100" tIns="38100" rIns="38100" bIns="38100" anchor="ctr"/>
            <a:lstStyle/>
            <a:p>
              <a:pPr>
                <a:defRPr sz="3000">
                  <a:solidFill>
                    <a:srgbClr val="FFFFFF"/>
                  </a:solidFill>
                </a:defRPr>
              </a:pPr>
            </a:p>
          </p:txBody>
        </p:sp>
        <p:sp>
          <p:nvSpPr>
            <p:cNvPr id="21" name="Triangle"/>
            <p:cNvSpPr/>
            <p:nvPr/>
          </p:nvSpPr>
          <p:spPr>
            <a:xfrm>
              <a:off x="56794400" y="10629900"/>
              <a:ext cx="2148843" cy="6797042"/>
            </a:xfrm>
            <a:custGeom>
              <a:avLst/>
              <a:gdLst/>
              <a:ahLst/>
              <a:cxnLst>
                <a:cxn ang="0">
                  <a:pos x="wd2" y="hd2"/>
                </a:cxn>
                <a:cxn ang="5400000">
                  <a:pos x="wd2" y="hd2"/>
                </a:cxn>
                <a:cxn ang="10800000">
                  <a:pos x="wd2" y="hd2"/>
                </a:cxn>
                <a:cxn ang="16200000">
                  <a:pos x="wd2" y="hd2"/>
                </a:cxn>
              </a:cxnLst>
              <a:rect l="0" t="0" r="r" b="b"/>
              <a:pathLst>
                <a:path w="21600" h="21600" extrusionOk="0">
                  <a:moveTo>
                    <a:pt x="12945" y="0"/>
                  </a:moveTo>
                  <a:lnTo>
                    <a:pt x="21600" y="3241"/>
                  </a:lnTo>
                  <a:lnTo>
                    <a:pt x="0" y="21600"/>
                  </a:lnTo>
                  <a:close/>
                </a:path>
              </a:pathLst>
            </a:custGeom>
            <a:solidFill>
              <a:schemeClr val="accent1">
                <a:lumMod val="75000"/>
              </a:schemeClr>
            </a:solidFill>
            <a:ln w="12700">
              <a:miter lim="400000"/>
            </a:ln>
          </p:spPr>
          <p:txBody>
            <a:bodyPr lIns="38100" tIns="38100" rIns="38100" bIns="38100" anchor="ctr"/>
            <a:lstStyle/>
            <a:p>
              <a:pPr>
                <a:defRPr sz="3000">
                  <a:solidFill>
                    <a:srgbClr val="FFFFFF"/>
                  </a:solidFill>
                </a:defRPr>
              </a:pPr>
            </a:p>
          </p:txBody>
        </p:sp>
        <p:sp>
          <p:nvSpPr>
            <p:cNvPr id="22" name="Triangle"/>
            <p:cNvSpPr/>
            <p:nvPr/>
          </p:nvSpPr>
          <p:spPr>
            <a:xfrm>
              <a:off x="56794400" y="15316200"/>
              <a:ext cx="10284464" cy="210566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8442" y="0"/>
                  </a:lnTo>
                  <a:lnTo>
                    <a:pt x="21600" y="21600"/>
                  </a:lnTo>
                  <a:close/>
                </a:path>
              </a:pathLst>
            </a:custGeom>
            <a:solidFill>
              <a:schemeClr val="accent1">
                <a:lumMod val="40000"/>
                <a:lumOff val="60000"/>
              </a:schemeClr>
            </a:solidFill>
            <a:ln w="12700">
              <a:miter lim="400000"/>
            </a:ln>
          </p:spPr>
          <p:txBody>
            <a:bodyPr lIns="38100" tIns="38100" rIns="38100" bIns="38100" anchor="ctr"/>
            <a:lstStyle/>
            <a:p>
              <a:pPr>
                <a:defRPr sz="3000">
                  <a:solidFill>
                    <a:srgbClr val="FFFFFF"/>
                  </a:solidFill>
                </a:defRPr>
              </a:pPr>
            </a:p>
          </p:txBody>
        </p:sp>
        <p:sp>
          <p:nvSpPr>
            <p:cNvPr id="23" name="Triangle"/>
            <p:cNvSpPr/>
            <p:nvPr/>
          </p:nvSpPr>
          <p:spPr>
            <a:xfrm>
              <a:off x="56794400" y="14528800"/>
              <a:ext cx="8780785" cy="2887980"/>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18120" y="0"/>
                  </a:lnTo>
                  <a:lnTo>
                    <a:pt x="21600" y="5851"/>
                  </a:lnTo>
                  <a:close/>
                </a:path>
              </a:pathLst>
            </a:custGeom>
            <a:solidFill>
              <a:schemeClr val="accent1">
                <a:lumMod val="75000"/>
              </a:schemeClr>
            </a:solidFill>
            <a:ln w="12700">
              <a:miter lim="400000"/>
            </a:ln>
          </p:spPr>
          <p:txBody>
            <a:bodyPr lIns="38100" tIns="38100" rIns="38100" bIns="38100" anchor="ctr"/>
            <a:lstStyle/>
            <a:p>
              <a:pPr>
                <a:defRPr sz="3000">
                  <a:solidFill>
                    <a:srgbClr val="FFFFFF"/>
                  </a:solidFill>
                </a:defRPr>
              </a:pPr>
            </a:p>
          </p:txBody>
        </p:sp>
        <p:sp>
          <p:nvSpPr>
            <p:cNvPr id="24" name="Triangle"/>
            <p:cNvSpPr/>
            <p:nvPr/>
          </p:nvSpPr>
          <p:spPr>
            <a:xfrm>
              <a:off x="64160399" y="10591799"/>
              <a:ext cx="4055115" cy="472440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18023"/>
                  </a:lnTo>
                  <a:lnTo>
                    <a:pt x="7536" y="21600"/>
                  </a:lnTo>
                  <a:close/>
                </a:path>
              </a:pathLst>
            </a:custGeom>
            <a:solidFill>
              <a:schemeClr val="accent1"/>
            </a:solidFill>
            <a:ln w="12700">
              <a:miter lim="400000"/>
            </a:ln>
          </p:spPr>
          <p:txBody>
            <a:bodyPr lIns="38100" tIns="38100" rIns="38100" bIns="38100" anchor="ctr"/>
            <a:lstStyle/>
            <a:p>
              <a:pPr>
                <a:defRPr sz="3000">
                  <a:solidFill>
                    <a:srgbClr val="FFFFFF"/>
                  </a:solidFill>
                </a:defRPr>
              </a:pPr>
            </a:p>
          </p:txBody>
        </p:sp>
      </p:grpSp>
      <p:sp>
        <p:nvSpPr>
          <p:cNvPr id="8" name="Title 1"/>
          <p:cNvSpPr>
            <a:spLocks noGrp="1"/>
          </p:cNvSpPr>
          <p:nvPr>
            <p:ph type="title"/>
          </p:nvPr>
        </p:nvSpPr>
        <p:spPr>
          <a:xfrm>
            <a:off x="2547464" y="26877"/>
            <a:ext cx="5738694" cy="2852737"/>
          </a:xfrm>
        </p:spPr>
        <p:txBody>
          <a:bodyPr anchor="b"/>
          <a:lstStyle>
            <a:lvl1pPr algn="ctr">
              <a:defRPr sz="6000"/>
            </a:lvl1pPr>
          </a:lstStyle>
          <a:p>
            <a:r>
              <a:rPr lang="en-US" dirty="0"/>
              <a:t>Click to edit Master title style</a:t>
            </a:r>
            <a:endParaRPr lang="en-US" dirty="0"/>
          </a:p>
        </p:txBody>
      </p:sp>
      <p:sp>
        <p:nvSpPr>
          <p:cNvPr id="9" name="Text Placeholder 2"/>
          <p:cNvSpPr>
            <a:spLocks noGrp="1"/>
          </p:cNvSpPr>
          <p:nvPr>
            <p:ph type="body" idx="1"/>
          </p:nvPr>
        </p:nvSpPr>
        <p:spPr>
          <a:xfrm>
            <a:off x="2547464" y="2906602"/>
            <a:ext cx="5738694"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10" name="Date Placeholder 3"/>
          <p:cNvSpPr>
            <a:spLocks noGrp="1"/>
          </p:cNvSpPr>
          <p:nvPr>
            <p:ph type="dt" sz="half" idx="10"/>
          </p:nvPr>
        </p:nvSpPr>
        <p:spPr>
          <a:xfrm>
            <a:off x="838200" y="6264910"/>
            <a:ext cx="2743200" cy="365125"/>
          </a:xfrm>
        </p:spPr>
        <p:txBody>
          <a:bodyPr/>
          <a:lstStyle>
            <a:lvl1pPr>
              <a:defRPr>
                <a:solidFill>
                  <a:schemeClr val="bg1">
                    <a:lumMod val="65000"/>
                  </a:schemeClr>
                </a:solidFill>
              </a:defRPr>
            </a:lvl1pPr>
          </a:lstStyle>
          <a:p>
            <a:r>
              <a:rPr lang="en-US"/>
              <a:t>Date</a:t>
            </a:r>
            <a:endParaRPr lang="en-US"/>
          </a:p>
        </p:txBody>
      </p:sp>
      <p:sp>
        <p:nvSpPr>
          <p:cNvPr id="11" name="Footer Placeholder 4"/>
          <p:cNvSpPr>
            <a:spLocks noGrp="1"/>
          </p:cNvSpPr>
          <p:nvPr>
            <p:ph type="ftr" sz="quarter" idx="11"/>
          </p:nvPr>
        </p:nvSpPr>
        <p:spPr>
          <a:xfrm>
            <a:off x="4038600" y="6264910"/>
            <a:ext cx="4114800" cy="365125"/>
          </a:xfrm>
        </p:spPr>
        <p:txBody>
          <a:bodyPr/>
          <a:lstStyle/>
          <a:p>
            <a:r>
              <a:rPr lang="en-US"/>
              <a:t>Your Footer Here</a:t>
            </a:r>
            <a:endParaRPr lang="en-US"/>
          </a:p>
        </p:txBody>
      </p:sp>
      <p:sp>
        <p:nvSpPr>
          <p:cNvPr id="12" name="Slide Number Placeholder 5"/>
          <p:cNvSpPr>
            <a:spLocks noGrp="1"/>
          </p:cNvSpPr>
          <p:nvPr>
            <p:ph type="sldNum" sz="quarter" idx="12"/>
          </p:nvPr>
        </p:nvSpPr>
        <p:spPr>
          <a:xfrm>
            <a:off x="8610600" y="6264910"/>
            <a:ext cx="2743200" cy="365125"/>
          </a:xfrm>
        </p:spPr>
        <p:txBody>
          <a:bodyPr/>
          <a:lstStyle/>
          <a:p>
            <a:fld id="{672B7600-67E3-4D97-B453-880E2742B982}" type="slidenum">
              <a:rPr lang="en-US" smtClean="0"/>
            </a:fld>
            <a:endParaRPr lang="en-US"/>
          </a:p>
        </p:txBody>
      </p:sp>
      <p:sp>
        <p:nvSpPr>
          <p:cNvPr id="26" name="Freeform 18"/>
          <p:cNvSpPr/>
          <p:nvPr userDrawn="1"/>
        </p:nvSpPr>
        <p:spPr>
          <a:xfrm>
            <a:off x="0" y="0"/>
            <a:ext cx="12192000" cy="6858000"/>
          </a:xfrm>
          <a:custGeom>
            <a:avLst/>
            <a:gdLst>
              <a:gd name="connsiteX0" fmla="*/ 213360 w 12192000"/>
              <a:gd name="connsiteY0" fmla="*/ 193040 h 6852902"/>
              <a:gd name="connsiteX1" fmla="*/ 213360 w 12192000"/>
              <a:gd name="connsiteY1" fmla="*/ 6634480 h 6852902"/>
              <a:gd name="connsiteX2" fmla="*/ 11968480 w 12192000"/>
              <a:gd name="connsiteY2" fmla="*/ 6634480 h 6852902"/>
              <a:gd name="connsiteX3" fmla="*/ 11968480 w 12192000"/>
              <a:gd name="connsiteY3" fmla="*/ 193040 h 6852902"/>
              <a:gd name="connsiteX4" fmla="*/ 0 w 12192000"/>
              <a:gd name="connsiteY4" fmla="*/ 0 h 6852902"/>
              <a:gd name="connsiteX5" fmla="*/ 12192000 w 12192000"/>
              <a:gd name="connsiteY5" fmla="*/ 0 h 6852902"/>
              <a:gd name="connsiteX6" fmla="*/ 12192000 w 12192000"/>
              <a:gd name="connsiteY6" fmla="*/ 6852902 h 6852902"/>
              <a:gd name="connsiteX7" fmla="*/ 0 w 12192000"/>
              <a:gd name="connsiteY7" fmla="*/ 6852902 h 685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2902">
                <a:moveTo>
                  <a:pt x="213360" y="193040"/>
                </a:moveTo>
                <a:lnTo>
                  <a:pt x="213360" y="6634480"/>
                </a:lnTo>
                <a:lnTo>
                  <a:pt x="11968480" y="6634480"/>
                </a:lnTo>
                <a:lnTo>
                  <a:pt x="11968480" y="193040"/>
                </a:lnTo>
                <a:close/>
                <a:moveTo>
                  <a:pt x="0" y="0"/>
                </a:moveTo>
                <a:lnTo>
                  <a:pt x="12192000" y="0"/>
                </a:lnTo>
                <a:lnTo>
                  <a:pt x="12192000" y="6852902"/>
                </a:lnTo>
                <a:lnTo>
                  <a:pt x="0" y="6852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Ovr>
    <a:masterClrMapping/>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Section 2">
    <p:spTree>
      <p:nvGrpSpPr>
        <p:cNvPr id="1" name=""/>
        <p:cNvGrpSpPr/>
        <p:nvPr/>
      </p:nvGrpSpPr>
      <p:grpSpPr>
        <a:xfrm>
          <a:off x="0" y="0"/>
          <a:ext cx="0" cy="0"/>
          <a:chOff x="0" y="0"/>
          <a:chExt cx="0" cy="0"/>
        </a:xfrm>
      </p:grpSpPr>
      <p:grpSp>
        <p:nvGrpSpPr>
          <p:cNvPr id="15" name="Group 14"/>
          <p:cNvGrpSpPr/>
          <p:nvPr userDrawn="1"/>
        </p:nvGrpSpPr>
        <p:grpSpPr>
          <a:xfrm>
            <a:off x="0" y="0"/>
            <a:ext cx="12192000" cy="6858000"/>
            <a:chOff x="74155299" y="10591799"/>
            <a:chExt cx="12258038" cy="6828793"/>
          </a:xfrm>
        </p:grpSpPr>
        <p:sp>
          <p:nvSpPr>
            <p:cNvPr id="16" name="Triangle"/>
            <p:cNvSpPr/>
            <p:nvPr/>
          </p:nvSpPr>
          <p:spPr>
            <a:xfrm>
              <a:off x="80276701" y="10629900"/>
              <a:ext cx="6129016" cy="6267450"/>
            </a:xfrm>
            <a:custGeom>
              <a:avLst/>
              <a:gdLst>
                <a:gd name="connsiteX0" fmla="*/ 7457 w 21600"/>
                <a:gd name="connsiteY0" fmla="*/ 0 h 21600"/>
                <a:gd name="connsiteX1" fmla="*/ 0 w 21600"/>
                <a:gd name="connsiteY1" fmla="*/ 8027 h 21600"/>
                <a:gd name="connsiteX2" fmla="*/ 21600 w 21600"/>
                <a:gd name="connsiteY2" fmla="*/ 21600 h 21600"/>
                <a:gd name="connsiteX3" fmla="*/ 21154 w 21600"/>
                <a:gd name="connsiteY3" fmla="*/ 20854 h 21600"/>
                <a:gd name="connsiteX4" fmla="*/ 7457 w 21600"/>
                <a:gd name="connsiteY4" fmla="*/ 0 h 21600"/>
                <a:gd name="connsiteX0-1" fmla="*/ 7457 w 21600"/>
                <a:gd name="connsiteY0-2" fmla="*/ 0 h 21600"/>
                <a:gd name="connsiteX1-3" fmla="*/ 0 w 21600"/>
                <a:gd name="connsiteY1-4" fmla="*/ 8027 h 21600"/>
                <a:gd name="connsiteX2-5" fmla="*/ 21600 w 21600"/>
                <a:gd name="connsiteY2-6" fmla="*/ 21600 h 21600"/>
                <a:gd name="connsiteX3-7" fmla="*/ 21154 w 21600"/>
                <a:gd name="connsiteY3-8" fmla="*/ 20636 h 21600"/>
                <a:gd name="connsiteX4-9" fmla="*/ 7457 w 21600"/>
                <a:gd name="connsiteY4-10" fmla="*/ 0 h 21600"/>
              </a:gdLst>
              <a:ahLst/>
              <a:cxnLst>
                <a:cxn ang="0">
                  <a:pos x="connsiteX0-1" y="connsiteY0-2"/>
                </a:cxn>
                <a:cxn ang="0">
                  <a:pos x="connsiteX1-3" y="connsiteY1-4"/>
                </a:cxn>
                <a:cxn ang="0">
                  <a:pos x="connsiteX2-5" y="connsiteY2-6"/>
                </a:cxn>
                <a:cxn ang="0">
                  <a:pos x="connsiteX3-7" y="connsiteY3-8"/>
                </a:cxn>
                <a:cxn ang="0">
                  <a:pos x="connsiteX4-9" y="connsiteY4-10"/>
                </a:cxn>
              </a:cxnLst>
              <a:rect l="l" t="t" r="r" b="b"/>
              <a:pathLst>
                <a:path w="21600" h="21600" extrusionOk="0">
                  <a:moveTo>
                    <a:pt x="7457" y="0"/>
                  </a:moveTo>
                  <a:lnTo>
                    <a:pt x="0" y="8027"/>
                  </a:lnTo>
                  <a:lnTo>
                    <a:pt x="21600" y="21600"/>
                  </a:lnTo>
                  <a:lnTo>
                    <a:pt x="21154" y="20636"/>
                  </a:lnTo>
                  <a:lnTo>
                    <a:pt x="7457" y="0"/>
                  </a:lnTo>
                  <a:close/>
                </a:path>
              </a:pathLst>
            </a:custGeom>
            <a:solidFill>
              <a:schemeClr val="accent1"/>
            </a:solidFill>
            <a:ln w="12700">
              <a:miter lim="400000"/>
            </a:ln>
          </p:spPr>
          <p:txBody>
            <a:bodyPr lIns="38100" tIns="38100" rIns="38100" bIns="38100" anchor="ctr"/>
            <a:lstStyle/>
            <a:p>
              <a:pPr>
                <a:defRPr sz="3000">
                  <a:solidFill>
                    <a:srgbClr val="FFFFFF"/>
                  </a:solidFill>
                </a:defRPr>
              </a:pPr>
            </a:p>
          </p:txBody>
        </p:sp>
        <p:sp>
          <p:nvSpPr>
            <p:cNvPr id="17" name="Triangle"/>
            <p:cNvSpPr/>
            <p:nvPr/>
          </p:nvSpPr>
          <p:spPr>
            <a:xfrm>
              <a:off x="78587600" y="10629899"/>
              <a:ext cx="3810000" cy="2329181"/>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9605" y="21600"/>
                  </a:lnTo>
                  <a:lnTo>
                    <a:pt x="21600" y="0"/>
                  </a:lnTo>
                  <a:close/>
                </a:path>
              </a:pathLst>
            </a:custGeom>
            <a:solidFill>
              <a:schemeClr val="accent1">
                <a:lumMod val="75000"/>
              </a:schemeClr>
            </a:solidFill>
            <a:ln w="12700">
              <a:miter lim="400000"/>
            </a:ln>
          </p:spPr>
          <p:txBody>
            <a:bodyPr lIns="38100" tIns="38100" rIns="38100" bIns="38100" anchor="ctr"/>
            <a:lstStyle/>
            <a:p>
              <a:pPr>
                <a:defRPr sz="3000">
                  <a:solidFill>
                    <a:srgbClr val="FFFFFF"/>
                  </a:solidFill>
                </a:defRPr>
              </a:pPr>
            </a:p>
          </p:txBody>
        </p:sp>
        <p:sp>
          <p:nvSpPr>
            <p:cNvPr id="18" name="Triangle"/>
            <p:cNvSpPr/>
            <p:nvPr/>
          </p:nvSpPr>
          <p:spPr>
            <a:xfrm>
              <a:off x="82387384" y="10591799"/>
              <a:ext cx="4013202" cy="6300471"/>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21600" y="21600"/>
                  </a:lnTo>
                  <a:lnTo>
                    <a:pt x="0" y="113"/>
                  </a:lnTo>
                  <a:close/>
                </a:path>
              </a:pathLst>
            </a:custGeom>
            <a:solidFill>
              <a:schemeClr val="accent1">
                <a:lumMod val="40000"/>
                <a:lumOff val="60000"/>
              </a:schemeClr>
            </a:solidFill>
            <a:ln w="12700">
              <a:miter lim="400000"/>
            </a:ln>
          </p:spPr>
          <p:txBody>
            <a:bodyPr lIns="38100" tIns="38100" rIns="38100" bIns="38100" anchor="ctr"/>
            <a:lstStyle/>
            <a:p>
              <a:pPr>
                <a:defRPr sz="3000">
                  <a:solidFill>
                    <a:srgbClr val="FFFFFF"/>
                  </a:solidFill>
                </a:defRPr>
              </a:pPr>
            </a:p>
          </p:txBody>
        </p:sp>
        <p:sp>
          <p:nvSpPr>
            <p:cNvPr id="19" name="Triangle"/>
            <p:cNvSpPr/>
            <p:nvPr/>
          </p:nvSpPr>
          <p:spPr>
            <a:xfrm>
              <a:off x="74155299" y="12954000"/>
              <a:ext cx="6129022" cy="3023871"/>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21600" y="0"/>
                  </a:lnTo>
                  <a:lnTo>
                    <a:pt x="21600" y="21600"/>
                  </a:lnTo>
                  <a:close/>
                </a:path>
              </a:pathLst>
            </a:custGeom>
            <a:solidFill>
              <a:schemeClr val="bg1">
                <a:lumMod val="95000"/>
              </a:schemeClr>
            </a:solidFill>
            <a:ln w="12700">
              <a:miter lim="400000"/>
            </a:ln>
          </p:spPr>
          <p:txBody>
            <a:bodyPr lIns="38100" tIns="38100" rIns="38100" bIns="38100" anchor="ctr"/>
            <a:lstStyle/>
            <a:p>
              <a:pPr>
                <a:defRPr sz="3000">
                  <a:solidFill>
                    <a:srgbClr val="FFFFFF"/>
                  </a:solidFill>
                </a:defRPr>
              </a:pPr>
            </a:p>
          </p:txBody>
        </p:sp>
        <p:sp>
          <p:nvSpPr>
            <p:cNvPr id="20" name="Shape"/>
            <p:cNvSpPr/>
            <p:nvPr/>
          </p:nvSpPr>
          <p:spPr>
            <a:xfrm>
              <a:off x="74155299" y="10591799"/>
              <a:ext cx="6129022" cy="3167381"/>
            </a:xfrm>
            <a:custGeom>
              <a:avLst/>
              <a:gdLst/>
              <a:ahLst/>
              <a:cxnLst>
                <a:cxn ang="0">
                  <a:pos x="wd2" y="hd2"/>
                </a:cxn>
                <a:cxn ang="5400000">
                  <a:pos x="wd2" y="hd2"/>
                </a:cxn>
                <a:cxn ang="10800000">
                  <a:pos x="wd2" y="hd2"/>
                </a:cxn>
                <a:cxn ang="16200000">
                  <a:pos x="wd2" y="hd2"/>
                </a:cxn>
              </a:cxnLst>
              <a:rect l="0" t="0" r="r" b="b"/>
              <a:pathLst>
                <a:path w="21600" h="21600" extrusionOk="0">
                  <a:moveTo>
                    <a:pt x="15629" y="225"/>
                  </a:moveTo>
                  <a:lnTo>
                    <a:pt x="21600" y="16109"/>
                  </a:lnTo>
                  <a:lnTo>
                    <a:pt x="0" y="21600"/>
                  </a:lnTo>
                  <a:lnTo>
                    <a:pt x="0" y="0"/>
                  </a:lnTo>
                  <a:close/>
                </a:path>
              </a:pathLst>
            </a:custGeom>
            <a:solidFill>
              <a:schemeClr val="bg1">
                <a:lumMod val="85000"/>
              </a:schemeClr>
            </a:solidFill>
            <a:ln w="12700">
              <a:noFill/>
              <a:miter lim="400000"/>
            </a:ln>
          </p:spPr>
          <p:txBody>
            <a:bodyPr lIns="38100" tIns="38100" rIns="38100" bIns="38100" anchor="ctr"/>
            <a:lstStyle/>
            <a:p>
              <a:pPr>
                <a:defRPr sz="3000">
                  <a:solidFill>
                    <a:srgbClr val="FFFFFF"/>
                  </a:solidFill>
                </a:defRPr>
              </a:pPr>
            </a:p>
          </p:txBody>
        </p:sp>
        <p:sp>
          <p:nvSpPr>
            <p:cNvPr id="21" name="Shape"/>
            <p:cNvSpPr/>
            <p:nvPr/>
          </p:nvSpPr>
          <p:spPr>
            <a:xfrm>
              <a:off x="74155299" y="15976599"/>
              <a:ext cx="12258038" cy="1443993"/>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10800" y="0"/>
                  </a:lnTo>
                  <a:lnTo>
                    <a:pt x="21600" y="13678"/>
                  </a:lnTo>
                  <a:lnTo>
                    <a:pt x="21600" y="21600"/>
                  </a:lnTo>
                  <a:lnTo>
                    <a:pt x="0" y="21600"/>
                  </a:lnTo>
                  <a:close/>
                </a:path>
              </a:pathLst>
            </a:custGeom>
            <a:solidFill>
              <a:schemeClr val="bg1">
                <a:lumMod val="85000"/>
              </a:schemeClr>
            </a:solidFill>
            <a:ln w="12700">
              <a:noFill/>
              <a:miter lim="400000"/>
            </a:ln>
          </p:spPr>
          <p:txBody>
            <a:bodyPr lIns="38100" tIns="38100" rIns="38100" bIns="38100" anchor="ctr"/>
            <a:lstStyle/>
            <a:p>
              <a:pPr>
                <a:defRPr sz="3000">
                  <a:solidFill>
                    <a:srgbClr val="FFFFFF"/>
                  </a:solidFill>
                </a:defRPr>
              </a:pPr>
            </a:p>
          </p:txBody>
        </p:sp>
      </p:grpSp>
      <p:sp>
        <p:nvSpPr>
          <p:cNvPr id="8" name="Title 1"/>
          <p:cNvSpPr>
            <a:spLocks noGrp="1"/>
          </p:cNvSpPr>
          <p:nvPr>
            <p:ph type="title"/>
          </p:nvPr>
        </p:nvSpPr>
        <p:spPr>
          <a:xfrm>
            <a:off x="831850" y="1709738"/>
            <a:ext cx="4664710" cy="2852737"/>
          </a:xfrm>
        </p:spPr>
        <p:txBody>
          <a:bodyPr anchor="b"/>
          <a:lstStyle>
            <a:lvl1pPr>
              <a:defRPr sz="6000"/>
            </a:lvl1pPr>
          </a:lstStyle>
          <a:p>
            <a:r>
              <a:rPr lang="en-US" dirty="0"/>
              <a:t>Click to edit Master title style</a:t>
            </a:r>
            <a:endParaRPr lang="en-US" dirty="0"/>
          </a:p>
        </p:txBody>
      </p:sp>
      <p:sp>
        <p:nvSpPr>
          <p:cNvPr id="9" name="Text Placeholder 2"/>
          <p:cNvSpPr>
            <a:spLocks noGrp="1"/>
          </p:cNvSpPr>
          <p:nvPr>
            <p:ph type="body" idx="1"/>
          </p:nvPr>
        </p:nvSpPr>
        <p:spPr>
          <a:xfrm>
            <a:off x="831850" y="4589463"/>
            <a:ext cx="466471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endParaRPr lang="en-US" dirty="0"/>
          </a:p>
        </p:txBody>
      </p:sp>
      <p:sp>
        <p:nvSpPr>
          <p:cNvPr id="10" name="Date Placeholder 3"/>
          <p:cNvSpPr>
            <a:spLocks noGrp="1"/>
          </p:cNvSpPr>
          <p:nvPr>
            <p:ph type="dt" sz="half" idx="10"/>
          </p:nvPr>
        </p:nvSpPr>
        <p:spPr>
          <a:xfrm>
            <a:off x="838200" y="6264874"/>
            <a:ext cx="2743200" cy="365125"/>
          </a:xfrm>
        </p:spPr>
        <p:txBody>
          <a:bodyPr/>
          <a:lstStyle>
            <a:lvl1pPr>
              <a:defRPr>
                <a:solidFill>
                  <a:schemeClr val="bg1">
                    <a:lumMod val="65000"/>
                  </a:schemeClr>
                </a:solidFill>
              </a:defRPr>
            </a:lvl1pPr>
          </a:lstStyle>
          <a:p>
            <a:r>
              <a:rPr lang="en-US"/>
              <a:t>Date</a:t>
            </a:r>
            <a:endParaRPr lang="en-US" dirty="0"/>
          </a:p>
        </p:txBody>
      </p:sp>
      <p:sp>
        <p:nvSpPr>
          <p:cNvPr id="11" name="Footer Placeholder 4"/>
          <p:cNvSpPr>
            <a:spLocks noGrp="1"/>
          </p:cNvSpPr>
          <p:nvPr>
            <p:ph type="ftr" sz="quarter" idx="11"/>
          </p:nvPr>
        </p:nvSpPr>
        <p:spPr>
          <a:xfrm>
            <a:off x="4038600" y="6264874"/>
            <a:ext cx="4114800" cy="365125"/>
          </a:xfrm>
        </p:spPr>
        <p:txBody>
          <a:bodyPr/>
          <a:lstStyle>
            <a:lvl1pPr>
              <a:defRPr>
                <a:solidFill>
                  <a:schemeClr val="bg1">
                    <a:lumMod val="65000"/>
                  </a:schemeClr>
                </a:solidFill>
              </a:defRPr>
            </a:lvl1pPr>
          </a:lstStyle>
          <a:p>
            <a:r>
              <a:rPr lang="en-US"/>
              <a:t>Your Footer Here</a:t>
            </a:r>
            <a:endParaRPr lang="en-US"/>
          </a:p>
        </p:txBody>
      </p:sp>
      <p:sp>
        <p:nvSpPr>
          <p:cNvPr id="12" name="Slide Number Placeholder 5"/>
          <p:cNvSpPr>
            <a:spLocks noGrp="1"/>
          </p:cNvSpPr>
          <p:nvPr>
            <p:ph type="sldNum" sz="quarter" idx="12"/>
          </p:nvPr>
        </p:nvSpPr>
        <p:spPr>
          <a:xfrm>
            <a:off x="8610600" y="6264874"/>
            <a:ext cx="2743200" cy="365125"/>
          </a:xfrm>
        </p:spPr>
        <p:txBody>
          <a:bodyPr/>
          <a:lstStyle>
            <a:lvl1pPr>
              <a:defRPr>
                <a:solidFill>
                  <a:schemeClr val="bg1">
                    <a:lumMod val="65000"/>
                  </a:schemeClr>
                </a:solidFill>
              </a:defRPr>
            </a:lvl1pPr>
          </a:lstStyle>
          <a:p>
            <a:fld id="{672B7600-67E3-4D97-B453-880E2742B982}" type="slidenum">
              <a:rPr lang="en-US" smtClean="0"/>
            </a:fld>
            <a:endParaRPr lang="en-US"/>
          </a:p>
        </p:txBody>
      </p:sp>
      <p:sp>
        <p:nvSpPr>
          <p:cNvPr id="24" name="Freeform 18"/>
          <p:cNvSpPr/>
          <p:nvPr userDrawn="1"/>
        </p:nvSpPr>
        <p:spPr>
          <a:xfrm>
            <a:off x="0" y="0"/>
            <a:ext cx="12192000" cy="6858000"/>
          </a:xfrm>
          <a:custGeom>
            <a:avLst/>
            <a:gdLst>
              <a:gd name="connsiteX0" fmla="*/ 213360 w 12192000"/>
              <a:gd name="connsiteY0" fmla="*/ 193040 h 6852902"/>
              <a:gd name="connsiteX1" fmla="*/ 213360 w 12192000"/>
              <a:gd name="connsiteY1" fmla="*/ 6634480 h 6852902"/>
              <a:gd name="connsiteX2" fmla="*/ 11968480 w 12192000"/>
              <a:gd name="connsiteY2" fmla="*/ 6634480 h 6852902"/>
              <a:gd name="connsiteX3" fmla="*/ 11968480 w 12192000"/>
              <a:gd name="connsiteY3" fmla="*/ 193040 h 6852902"/>
              <a:gd name="connsiteX4" fmla="*/ 0 w 12192000"/>
              <a:gd name="connsiteY4" fmla="*/ 0 h 6852902"/>
              <a:gd name="connsiteX5" fmla="*/ 12192000 w 12192000"/>
              <a:gd name="connsiteY5" fmla="*/ 0 h 6852902"/>
              <a:gd name="connsiteX6" fmla="*/ 12192000 w 12192000"/>
              <a:gd name="connsiteY6" fmla="*/ 6852902 h 6852902"/>
              <a:gd name="connsiteX7" fmla="*/ 0 w 12192000"/>
              <a:gd name="connsiteY7" fmla="*/ 6852902 h 685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2902">
                <a:moveTo>
                  <a:pt x="213360" y="193040"/>
                </a:moveTo>
                <a:lnTo>
                  <a:pt x="213360" y="6634480"/>
                </a:lnTo>
                <a:lnTo>
                  <a:pt x="11968480" y="6634480"/>
                </a:lnTo>
                <a:lnTo>
                  <a:pt x="11968480" y="193040"/>
                </a:lnTo>
                <a:close/>
                <a:moveTo>
                  <a:pt x="0" y="0"/>
                </a:moveTo>
                <a:lnTo>
                  <a:pt x="12192000" y="0"/>
                </a:lnTo>
                <a:lnTo>
                  <a:pt x="12192000" y="6852902"/>
                </a:lnTo>
                <a:lnTo>
                  <a:pt x="0" y="6852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losing">
    <p:spTree>
      <p:nvGrpSpPr>
        <p:cNvPr id="1" name=""/>
        <p:cNvGrpSpPr/>
        <p:nvPr/>
      </p:nvGrpSpPr>
      <p:grpSpPr>
        <a:xfrm>
          <a:off x="0" y="0"/>
          <a:ext cx="0" cy="0"/>
          <a:chOff x="0" y="0"/>
          <a:chExt cx="0" cy="0"/>
        </a:xfrm>
      </p:grpSpPr>
      <p:sp>
        <p:nvSpPr>
          <p:cNvPr id="20" name="Shape"/>
          <p:cNvSpPr/>
          <p:nvPr/>
        </p:nvSpPr>
        <p:spPr>
          <a:xfrm>
            <a:off x="1364070" y="0"/>
            <a:ext cx="10403558" cy="6852902"/>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8944" y="104"/>
                </a:lnTo>
                <a:lnTo>
                  <a:pt x="0" y="0"/>
                </a:lnTo>
                <a:lnTo>
                  <a:pt x="16266" y="8912"/>
                </a:lnTo>
                <a:close/>
              </a:path>
            </a:pathLst>
          </a:custGeom>
          <a:solidFill>
            <a:schemeClr val="accent1">
              <a:lumMod val="40000"/>
              <a:lumOff val="60000"/>
            </a:schemeClr>
          </a:solidFill>
          <a:ln w="12700">
            <a:miter lim="400000"/>
          </a:ln>
        </p:spPr>
        <p:txBody>
          <a:bodyPr lIns="38100" tIns="38100" rIns="38100" bIns="38100" anchor="ctr"/>
          <a:lstStyle/>
          <a:p>
            <a:pPr>
              <a:defRPr sz="3000">
                <a:solidFill>
                  <a:srgbClr val="FFFFFF"/>
                </a:solidFill>
              </a:defRPr>
            </a:pPr>
          </a:p>
        </p:txBody>
      </p:sp>
      <p:sp>
        <p:nvSpPr>
          <p:cNvPr id="22" name="Shape"/>
          <p:cNvSpPr/>
          <p:nvPr/>
        </p:nvSpPr>
        <p:spPr>
          <a:xfrm>
            <a:off x="10495757" y="0"/>
            <a:ext cx="1696243" cy="6852902"/>
          </a:xfrm>
          <a:custGeom>
            <a:avLst/>
            <a:gdLst>
              <a:gd name="connsiteX0" fmla="*/ 21600 w 21600"/>
              <a:gd name="connsiteY0" fmla="*/ 21600 h 21600"/>
              <a:gd name="connsiteX1" fmla="*/ 21600 w 21600"/>
              <a:gd name="connsiteY1" fmla="*/ 0 h 21600"/>
              <a:gd name="connsiteX2" fmla="*/ 1898 w 21600"/>
              <a:gd name="connsiteY2" fmla="*/ 0 h 21600"/>
              <a:gd name="connsiteX3" fmla="*/ 0 w 21600"/>
              <a:gd name="connsiteY3" fmla="*/ 104 h 21600"/>
              <a:gd name="connsiteX4" fmla="*/ 15969 w 21600"/>
              <a:gd name="connsiteY4" fmla="*/ 21520 h 21600"/>
              <a:gd name="connsiteX5" fmla="*/ 21600 w 21600"/>
              <a:gd name="connsiteY5" fmla="*/ 21600 h 2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600" h="21600" extrusionOk="0">
                <a:moveTo>
                  <a:pt x="21600" y="21600"/>
                </a:moveTo>
                <a:lnTo>
                  <a:pt x="21600" y="0"/>
                </a:lnTo>
                <a:lnTo>
                  <a:pt x="1898" y="0"/>
                </a:lnTo>
                <a:lnTo>
                  <a:pt x="0" y="104"/>
                </a:lnTo>
                <a:lnTo>
                  <a:pt x="15969" y="21520"/>
                </a:lnTo>
                <a:cubicBezTo>
                  <a:pt x="17738" y="21520"/>
                  <a:pt x="19831" y="21600"/>
                  <a:pt x="21600" y="21600"/>
                </a:cubicBezTo>
                <a:close/>
              </a:path>
            </a:pathLst>
          </a:custGeom>
          <a:solidFill>
            <a:schemeClr val="accent1"/>
          </a:solidFill>
          <a:ln w="12700">
            <a:miter lim="400000"/>
          </a:ln>
        </p:spPr>
        <p:txBody>
          <a:bodyPr lIns="38100" tIns="38100" rIns="38100" bIns="38100" anchor="ctr"/>
          <a:lstStyle/>
          <a:p>
            <a:pPr>
              <a:defRPr sz="3000">
                <a:solidFill>
                  <a:srgbClr val="FFFFFF"/>
                </a:solidFill>
              </a:defRPr>
            </a:pPr>
          </a:p>
        </p:txBody>
      </p:sp>
      <p:sp>
        <p:nvSpPr>
          <p:cNvPr id="23" name="Shape"/>
          <p:cNvSpPr/>
          <p:nvPr/>
        </p:nvSpPr>
        <p:spPr>
          <a:xfrm>
            <a:off x="0" y="0"/>
            <a:ext cx="3042639" cy="6852902"/>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10975" y="21600"/>
                </a:lnTo>
                <a:lnTo>
                  <a:pt x="21600" y="14941"/>
                </a:lnTo>
                <a:lnTo>
                  <a:pt x="2959" y="0"/>
                </a:lnTo>
                <a:close/>
              </a:path>
            </a:pathLst>
          </a:custGeom>
          <a:solidFill>
            <a:schemeClr val="bg1">
              <a:lumMod val="95000"/>
            </a:schemeClr>
          </a:solidFill>
          <a:ln w="12700">
            <a:miter lim="400000"/>
          </a:ln>
        </p:spPr>
        <p:txBody>
          <a:bodyPr lIns="38100" tIns="38100" rIns="38100" bIns="38100" anchor="ctr"/>
          <a:lstStyle/>
          <a:p>
            <a:pPr>
              <a:defRPr sz="3000">
                <a:solidFill>
                  <a:srgbClr val="FFFFFF"/>
                </a:solidFill>
              </a:defRPr>
            </a:pPr>
          </a:p>
        </p:txBody>
      </p:sp>
      <p:sp>
        <p:nvSpPr>
          <p:cNvPr id="24" name="Triangle"/>
          <p:cNvSpPr/>
          <p:nvPr/>
        </p:nvSpPr>
        <p:spPr>
          <a:xfrm>
            <a:off x="3043895" y="1057625"/>
            <a:ext cx="8731306" cy="5796550"/>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16313" y="0"/>
                </a:lnTo>
                <a:lnTo>
                  <a:pt x="0" y="13727"/>
                </a:lnTo>
                <a:lnTo>
                  <a:pt x="21600" y="21600"/>
                </a:lnTo>
                <a:close/>
              </a:path>
            </a:pathLst>
          </a:custGeom>
          <a:solidFill>
            <a:schemeClr val="bg1">
              <a:lumMod val="95000"/>
            </a:schemeClr>
          </a:solidFill>
          <a:ln w="12700">
            <a:miter lim="400000"/>
          </a:ln>
        </p:spPr>
        <p:txBody>
          <a:bodyPr lIns="38100" tIns="38100" rIns="38100" bIns="38100" anchor="ctr"/>
          <a:lstStyle/>
          <a:p>
            <a:pPr>
              <a:defRPr sz="3000">
                <a:solidFill>
                  <a:srgbClr val="FFFFFF"/>
                </a:solidFill>
              </a:defRPr>
            </a:pPr>
          </a:p>
        </p:txBody>
      </p:sp>
      <p:sp>
        <p:nvSpPr>
          <p:cNvPr id="25" name="Shape"/>
          <p:cNvSpPr/>
          <p:nvPr/>
        </p:nvSpPr>
        <p:spPr>
          <a:xfrm>
            <a:off x="416799" y="0"/>
            <a:ext cx="9220100" cy="4740201"/>
          </a:xfrm>
          <a:custGeom>
            <a:avLst/>
            <a:gdLst/>
            <a:ahLst/>
            <a:cxnLst>
              <a:cxn ang="0">
                <a:pos x="wd2" y="hd2"/>
              </a:cxn>
              <a:cxn ang="5400000">
                <a:pos x="wd2" y="hd2"/>
              </a:cxn>
              <a:cxn ang="10800000">
                <a:pos x="wd2" y="hd2"/>
              </a:cxn>
              <a:cxn ang="16200000">
                <a:pos x="wd2" y="hd2"/>
              </a:cxn>
            </a:cxnLst>
            <a:rect l="0" t="0" r="r" b="b"/>
            <a:pathLst>
              <a:path w="21600" h="21600" extrusionOk="0">
                <a:moveTo>
                  <a:pt x="21600" y="4814"/>
                </a:moveTo>
                <a:lnTo>
                  <a:pt x="2234" y="0"/>
                </a:lnTo>
                <a:lnTo>
                  <a:pt x="0" y="0"/>
                </a:lnTo>
                <a:lnTo>
                  <a:pt x="6152" y="21600"/>
                </a:lnTo>
                <a:close/>
              </a:path>
            </a:pathLst>
          </a:custGeom>
          <a:solidFill>
            <a:schemeClr val="bg1">
              <a:lumMod val="85000"/>
            </a:schemeClr>
          </a:solidFill>
          <a:ln w="12700">
            <a:noFill/>
            <a:miter lim="400000"/>
          </a:ln>
        </p:spPr>
        <p:txBody>
          <a:bodyPr lIns="38100" tIns="38100" rIns="38100" bIns="38100" anchor="ctr"/>
          <a:lstStyle/>
          <a:p>
            <a:pPr>
              <a:defRPr sz="3000">
                <a:solidFill>
                  <a:srgbClr val="FFFFFF"/>
                </a:solidFill>
              </a:defRPr>
            </a:pPr>
          </a:p>
        </p:txBody>
      </p:sp>
      <p:sp>
        <p:nvSpPr>
          <p:cNvPr id="26" name="Triangle"/>
          <p:cNvSpPr/>
          <p:nvPr/>
        </p:nvSpPr>
        <p:spPr>
          <a:xfrm>
            <a:off x="9636898" y="38228"/>
            <a:ext cx="2137045" cy="6819772"/>
          </a:xfrm>
          <a:custGeom>
            <a:avLst/>
            <a:gdLst/>
            <a:ahLst/>
            <a:cxnLst>
              <a:cxn ang="0">
                <a:pos x="wd2" y="hd2"/>
              </a:cxn>
              <a:cxn ang="5400000">
                <a:pos x="wd2" y="hd2"/>
              </a:cxn>
              <a:cxn ang="10800000">
                <a:pos x="wd2" y="hd2"/>
              </a:cxn>
              <a:cxn ang="16200000">
                <a:pos x="wd2" y="hd2"/>
              </a:cxn>
            </a:cxnLst>
            <a:rect l="0" t="0" r="r" b="b"/>
            <a:pathLst>
              <a:path w="21600" h="21600" extrusionOk="0">
                <a:moveTo>
                  <a:pt x="8668" y="0"/>
                </a:moveTo>
                <a:lnTo>
                  <a:pt x="0" y="3241"/>
                </a:lnTo>
                <a:lnTo>
                  <a:pt x="21600" y="21600"/>
                </a:lnTo>
                <a:close/>
              </a:path>
            </a:pathLst>
          </a:custGeom>
          <a:solidFill>
            <a:schemeClr val="accent1">
              <a:lumMod val="75000"/>
            </a:schemeClr>
          </a:solidFill>
          <a:ln w="12700">
            <a:miter lim="400000"/>
          </a:ln>
        </p:spPr>
        <p:txBody>
          <a:bodyPr lIns="38100" tIns="38100" rIns="38100" bIns="38100" anchor="ctr"/>
          <a:lstStyle/>
          <a:p>
            <a:pPr>
              <a:defRPr sz="3000">
                <a:solidFill>
                  <a:srgbClr val="FFFFFF"/>
                </a:solidFill>
              </a:defRPr>
            </a:pPr>
          </a:p>
        </p:txBody>
      </p:sp>
      <p:sp>
        <p:nvSpPr>
          <p:cNvPr id="8" name="Title 1"/>
          <p:cNvSpPr>
            <a:spLocks noGrp="1"/>
          </p:cNvSpPr>
          <p:nvPr userDrawn="1">
            <p:ph type="title"/>
          </p:nvPr>
        </p:nvSpPr>
        <p:spPr>
          <a:xfrm>
            <a:off x="831850" y="1709738"/>
            <a:ext cx="6148070" cy="2852737"/>
          </a:xfrm>
        </p:spPr>
        <p:txBody>
          <a:bodyPr anchor="b"/>
          <a:lstStyle>
            <a:lvl1pPr>
              <a:defRPr sz="6000"/>
            </a:lvl1pPr>
          </a:lstStyle>
          <a:p>
            <a:r>
              <a:rPr lang="en-US" dirty="0"/>
              <a:t>Click to edit Master title style</a:t>
            </a:r>
            <a:endParaRPr lang="en-US" dirty="0"/>
          </a:p>
        </p:txBody>
      </p:sp>
      <p:sp>
        <p:nvSpPr>
          <p:cNvPr id="9" name="Text Placeholder 2"/>
          <p:cNvSpPr>
            <a:spLocks noGrp="1"/>
          </p:cNvSpPr>
          <p:nvPr userDrawn="1">
            <p:ph type="body" idx="1"/>
          </p:nvPr>
        </p:nvSpPr>
        <p:spPr>
          <a:xfrm>
            <a:off x="831850" y="4589463"/>
            <a:ext cx="614807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endParaRPr lang="en-US"/>
          </a:p>
        </p:txBody>
      </p:sp>
      <p:sp>
        <p:nvSpPr>
          <p:cNvPr id="10" name="Date Placeholder 3"/>
          <p:cNvSpPr>
            <a:spLocks noGrp="1"/>
          </p:cNvSpPr>
          <p:nvPr userDrawn="1">
            <p:ph type="dt" sz="half" idx="10"/>
          </p:nvPr>
        </p:nvSpPr>
        <p:spPr>
          <a:xfrm>
            <a:off x="838200" y="6275070"/>
            <a:ext cx="2743200" cy="365125"/>
          </a:xfrm>
        </p:spPr>
        <p:txBody>
          <a:bodyPr/>
          <a:lstStyle>
            <a:lvl1pPr>
              <a:defRPr>
                <a:solidFill>
                  <a:schemeClr val="accent1">
                    <a:lumMod val="50000"/>
                  </a:schemeClr>
                </a:solidFill>
              </a:defRPr>
            </a:lvl1pPr>
          </a:lstStyle>
          <a:p>
            <a:r>
              <a:rPr lang="en-US"/>
              <a:t>Date</a:t>
            </a:r>
            <a:endParaRPr lang="en-US"/>
          </a:p>
        </p:txBody>
      </p:sp>
      <p:sp>
        <p:nvSpPr>
          <p:cNvPr id="11" name="Footer Placeholder 4"/>
          <p:cNvSpPr>
            <a:spLocks noGrp="1"/>
          </p:cNvSpPr>
          <p:nvPr userDrawn="1">
            <p:ph type="ftr" sz="quarter" idx="11"/>
          </p:nvPr>
        </p:nvSpPr>
        <p:spPr>
          <a:xfrm>
            <a:off x="4038600" y="6275070"/>
            <a:ext cx="4114800" cy="365125"/>
          </a:xfrm>
        </p:spPr>
        <p:txBody>
          <a:bodyPr/>
          <a:lstStyle>
            <a:lvl1pPr>
              <a:defRPr>
                <a:solidFill>
                  <a:schemeClr val="accent1">
                    <a:lumMod val="50000"/>
                  </a:schemeClr>
                </a:solidFill>
              </a:defRPr>
            </a:lvl1pPr>
          </a:lstStyle>
          <a:p>
            <a:r>
              <a:rPr lang="en-US"/>
              <a:t>Your Footer Here</a:t>
            </a:r>
            <a:endParaRPr lang="en-US"/>
          </a:p>
        </p:txBody>
      </p:sp>
      <p:sp>
        <p:nvSpPr>
          <p:cNvPr id="12" name="Slide Number Placeholder 5"/>
          <p:cNvSpPr>
            <a:spLocks noGrp="1"/>
          </p:cNvSpPr>
          <p:nvPr userDrawn="1">
            <p:ph type="sldNum" sz="quarter" idx="12"/>
          </p:nvPr>
        </p:nvSpPr>
        <p:spPr>
          <a:xfrm>
            <a:off x="8610600" y="6275070"/>
            <a:ext cx="2743200" cy="365125"/>
          </a:xfrm>
        </p:spPr>
        <p:txBody>
          <a:bodyPr/>
          <a:lstStyle>
            <a:lvl1pPr>
              <a:defRPr>
                <a:solidFill>
                  <a:schemeClr val="accent1">
                    <a:lumMod val="50000"/>
                  </a:schemeClr>
                </a:solidFill>
              </a:defRPr>
            </a:lvl1pPr>
          </a:lstStyle>
          <a:p>
            <a:fld id="{672B7600-67E3-4D97-B453-880E2742B982}" type="slidenum">
              <a:rPr lang="en-US" smtClean="0"/>
            </a:fld>
            <a:endParaRPr lang="en-US"/>
          </a:p>
        </p:txBody>
      </p:sp>
      <p:sp>
        <p:nvSpPr>
          <p:cNvPr id="16" name="Text Placeholder 17"/>
          <p:cNvSpPr>
            <a:spLocks noGrp="1"/>
          </p:cNvSpPr>
          <p:nvPr userDrawn="1">
            <p:ph type="body" sz="quarter" idx="14" hasCustomPrompt="1"/>
          </p:nvPr>
        </p:nvSpPr>
        <p:spPr>
          <a:xfrm>
            <a:off x="8806465" y="3835488"/>
            <a:ext cx="1701800" cy="228600"/>
          </a:xfrm>
          <a:noFill/>
        </p:spPr>
        <p:txBody>
          <a:bodyPr anchor="ctr">
            <a:noAutofit/>
          </a:bodyPr>
          <a:lstStyle>
            <a:lvl1pPr marL="0" indent="0" algn="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Name</a:t>
            </a:r>
            <a:endParaRPr lang="en-US" dirty="0"/>
          </a:p>
        </p:txBody>
      </p:sp>
      <p:sp>
        <p:nvSpPr>
          <p:cNvPr id="17" name="Text Placeholder 17"/>
          <p:cNvSpPr>
            <a:spLocks noGrp="1"/>
          </p:cNvSpPr>
          <p:nvPr userDrawn="1">
            <p:ph type="body" sz="quarter" idx="15" hasCustomPrompt="1"/>
          </p:nvPr>
        </p:nvSpPr>
        <p:spPr>
          <a:xfrm>
            <a:off x="8806465" y="4062821"/>
            <a:ext cx="1701800" cy="228600"/>
          </a:xfrm>
          <a:noFill/>
        </p:spPr>
        <p:txBody>
          <a:bodyPr anchor="ctr">
            <a:noAutofit/>
          </a:bodyPr>
          <a:lstStyle>
            <a:lvl1pPr marL="0" indent="0" algn="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Mobile / email</a:t>
            </a:r>
            <a:endParaRPr lang="en-US" dirty="0"/>
          </a:p>
        </p:txBody>
      </p:sp>
      <p:sp>
        <p:nvSpPr>
          <p:cNvPr id="18" name="Text Placeholder 17"/>
          <p:cNvSpPr>
            <a:spLocks noGrp="1"/>
          </p:cNvSpPr>
          <p:nvPr userDrawn="1">
            <p:ph type="body" sz="quarter" idx="16" hasCustomPrompt="1"/>
          </p:nvPr>
        </p:nvSpPr>
        <p:spPr>
          <a:xfrm>
            <a:off x="8806465" y="4290154"/>
            <a:ext cx="1701800" cy="228600"/>
          </a:xfrm>
          <a:noFill/>
        </p:spPr>
        <p:txBody>
          <a:bodyPr anchor="ctr">
            <a:noAutofit/>
          </a:bodyPr>
          <a:lstStyle>
            <a:lvl1pPr marL="0" indent="0" algn="r">
              <a:buNone/>
              <a:defRPr sz="1200"/>
            </a:lvl1pPr>
            <a:lvl2pPr marL="457200" indent="0" algn="ctr">
              <a:buNone/>
              <a:defRPr/>
            </a:lvl2pPr>
            <a:lvl3pPr marL="914400" indent="0" algn="ctr">
              <a:buNone/>
              <a:defRPr/>
            </a:lvl3pPr>
            <a:lvl4pPr marL="1371600" indent="0" algn="ctr">
              <a:buNone/>
              <a:defRPr/>
            </a:lvl4pPr>
            <a:lvl5pPr marL="1828800" indent="0" algn="ctr">
              <a:buNone/>
              <a:defRPr/>
            </a:lvl5pPr>
          </a:lstStyle>
          <a:p>
            <a:pPr lvl="0"/>
            <a:r>
              <a:rPr lang="en-US" dirty="0"/>
              <a:t>Company</a:t>
            </a:r>
            <a:endParaRPr lang="en-US" dirty="0"/>
          </a:p>
        </p:txBody>
      </p:sp>
      <p:sp>
        <p:nvSpPr>
          <p:cNvPr id="28" name="Freeform 27"/>
          <p:cNvSpPr>
            <a:spLocks noGrp="1"/>
          </p:cNvSpPr>
          <p:nvPr>
            <p:ph type="pic" sz="quarter" idx="17"/>
          </p:nvPr>
        </p:nvSpPr>
        <p:spPr>
          <a:xfrm>
            <a:off x="5027614" y="471569"/>
            <a:ext cx="5594447" cy="3259428"/>
          </a:xfrm>
          <a:custGeom>
            <a:avLst/>
            <a:gdLst>
              <a:gd name="connsiteX0" fmla="*/ 0 w 5594447"/>
              <a:gd name="connsiteY0" fmla="*/ 0 h 3259428"/>
              <a:gd name="connsiteX1" fmla="*/ 4609327 w 5594447"/>
              <a:gd name="connsiteY1" fmla="*/ 588579 h 3259428"/>
              <a:gd name="connsiteX2" fmla="*/ 5594447 w 5594447"/>
              <a:gd name="connsiteY2" fmla="*/ 3259428 h 3259428"/>
              <a:gd name="connsiteX3" fmla="*/ 0 w 5594447"/>
              <a:gd name="connsiteY3" fmla="*/ 347 h 3259428"/>
            </a:gdLst>
            <a:ahLst/>
            <a:cxnLst>
              <a:cxn ang="0">
                <a:pos x="connsiteX0" y="connsiteY0"/>
              </a:cxn>
              <a:cxn ang="0">
                <a:pos x="connsiteX1" y="connsiteY1"/>
              </a:cxn>
              <a:cxn ang="0">
                <a:pos x="connsiteX2" y="connsiteY2"/>
              </a:cxn>
              <a:cxn ang="0">
                <a:pos x="connsiteX3" y="connsiteY3"/>
              </a:cxn>
            </a:cxnLst>
            <a:rect l="l" t="t" r="r" b="b"/>
            <a:pathLst>
              <a:path w="5594447" h="3259428">
                <a:moveTo>
                  <a:pt x="0" y="0"/>
                </a:moveTo>
                <a:lnTo>
                  <a:pt x="4609327" y="588579"/>
                </a:lnTo>
                <a:lnTo>
                  <a:pt x="5594447" y="3259428"/>
                </a:lnTo>
                <a:lnTo>
                  <a:pt x="0" y="347"/>
                </a:lnTo>
                <a:close/>
              </a:path>
            </a:pathLst>
          </a:custGeom>
          <a:solidFill>
            <a:schemeClr val="accent1"/>
          </a:solidFill>
        </p:spPr>
        <p:txBody>
          <a:bodyPr wrap="square" anchor="ctr">
            <a:noAutofit/>
          </a:bodyPr>
          <a:lstStyle>
            <a:lvl1pPr marL="0" indent="0" algn="ctr">
              <a:buNone/>
              <a:defRPr/>
            </a:lvl1pPr>
          </a:lstStyle>
          <a:p>
            <a:endParaRPr lang="en-US"/>
          </a:p>
        </p:txBody>
      </p:sp>
      <p:sp>
        <p:nvSpPr>
          <p:cNvPr id="27" name="Freeform 18"/>
          <p:cNvSpPr/>
          <p:nvPr userDrawn="1"/>
        </p:nvSpPr>
        <p:spPr>
          <a:xfrm>
            <a:off x="0" y="0"/>
            <a:ext cx="12192000" cy="6858000"/>
          </a:xfrm>
          <a:custGeom>
            <a:avLst/>
            <a:gdLst>
              <a:gd name="connsiteX0" fmla="*/ 213360 w 12192000"/>
              <a:gd name="connsiteY0" fmla="*/ 193040 h 6852902"/>
              <a:gd name="connsiteX1" fmla="*/ 213360 w 12192000"/>
              <a:gd name="connsiteY1" fmla="*/ 6634480 h 6852902"/>
              <a:gd name="connsiteX2" fmla="*/ 11968480 w 12192000"/>
              <a:gd name="connsiteY2" fmla="*/ 6634480 h 6852902"/>
              <a:gd name="connsiteX3" fmla="*/ 11968480 w 12192000"/>
              <a:gd name="connsiteY3" fmla="*/ 193040 h 6852902"/>
              <a:gd name="connsiteX4" fmla="*/ 0 w 12192000"/>
              <a:gd name="connsiteY4" fmla="*/ 0 h 6852902"/>
              <a:gd name="connsiteX5" fmla="*/ 12192000 w 12192000"/>
              <a:gd name="connsiteY5" fmla="*/ 0 h 6852902"/>
              <a:gd name="connsiteX6" fmla="*/ 12192000 w 12192000"/>
              <a:gd name="connsiteY6" fmla="*/ 6852902 h 6852902"/>
              <a:gd name="connsiteX7" fmla="*/ 0 w 12192000"/>
              <a:gd name="connsiteY7" fmla="*/ 6852902 h 68529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6852902">
                <a:moveTo>
                  <a:pt x="213360" y="193040"/>
                </a:moveTo>
                <a:lnTo>
                  <a:pt x="213360" y="6634480"/>
                </a:lnTo>
                <a:lnTo>
                  <a:pt x="11968480" y="6634480"/>
                </a:lnTo>
                <a:lnTo>
                  <a:pt x="11968480" y="193040"/>
                </a:lnTo>
                <a:close/>
                <a:moveTo>
                  <a:pt x="0" y="0"/>
                </a:moveTo>
                <a:lnTo>
                  <a:pt x="12192000" y="0"/>
                </a:lnTo>
                <a:lnTo>
                  <a:pt x="12192000" y="6852902"/>
                </a:lnTo>
                <a:lnTo>
                  <a:pt x="0" y="6852902"/>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cSld>
  <p:clrMapOvr>
    <a:masterClrMapping/>
  </p:clrMapOvr>
  <p:hf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Title of your Presentation</a:t>
            </a:r>
            <a:endParaRPr lang="en-US" dirty="0"/>
          </a:p>
        </p:txBody>
      </p:sp>
      <p:sp>
        <p:nvSpPr>
          <p:cNvPr id="3" name="Subtitle 2"/>
          <p:cNvSpPr>
            <a:spLocks noGrp="1"/>
          </p:cNvSpPr>
          <p:nvPr>
            <p:ph type="subTitle" idx="1"/>
          </p:nvPr>
        </p:nvSpPr>
        <p:spPr/>
        <p:txBody>
          <a:bodyPr/>
          <a:lstStyle/>
          <a:p>
            <a:r>
              <a:rPr lang="en-US" dirty="0"/>
              <a:t>A Free Presentation Template</a:t>
            </a:r>
            <a:endParaRPr lang="en-US" dirty="0"/>
          </a:p>
        </p:txBody>
      </p:sp>
      <p:sp>
        <p:nvSpPr>
          <p:cNvPr id="4" name="Slide Number Placeholder 3"/>
          <p:cNvSpPr>
            <a:spLocks noGrp="1"/>
          </p:cNvSpPr>
          <p:nvPr>
            <p:ph type="sldNum" sz="quarter" idx="12"/>
          </p:nvPr>
        </p:nvSpPr>
        <p:spPr/>
        <p:txBody>
          <a:bodyPr/>
          <a:p>
            <a:fld id="{672B7600-67E3-4D97-B453-880E2742B982}" type="slidenum">
              <a:rPr lang="en-US" smtClean="0"/>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1270000" y="365125"/>
            <a:ext cx="10083800" cy="1325563"/>
          </a:xfrm>
        </p:spPr>
        <p:txBody>
          <a:bodyPr/>
          <a:lstStyle/>
          <a:p>
            <a:r>
              <a:rPr lang="en-US" dirty="0"/>
              <a:t>Title of your Slide</a:t>
            </a:r>
            <a:endParaRPr lang="en-US" dirty="0"/>
          </a:p>
        </p:txBody>
      </p:sp>
      <p:sp>
        <p:nvSpPr>
          <p:cNvPr id="5" name="Content Placeholder 4"/>
          <p:cNvSpPr>
            <a:spLocks noGrp="1"/>
          </p:cNvSpPr>
          <p:nvPr>
            <p:ph idx="1"/>
          </p:nvPr>
        </p:nvSpPr>
        <p:spPr>
          <a:xfrm>
            <a:off x="2438400" y="1825625"/>
            <a:ext cx="8915400" cy="4144512"/>
          </a:xfrm>
        </p:spPr>
        <p:txBody>
          <a:bodyPr/>
          <a:lstStyle/>
          <a:p>
            <a:r>
              <a:rPr lang="en-US" noProof="1"/>
              <a:t>Lorem ipsum dolor sit amet, tollit epicuri est ex, exerci accumsan singulis ei mel. Non blandit massa enim nec dui nunc mattis enim. Fermentum et sollicitudin ac orci phasellus egestas tellus.</a:t>
            </a:r>
            <a:endParaRPr lang="en-US" noProof="1"/>
          </a:p>
          <a:p>
            <a:r>
              <a:rPr lang="en-US" noProof="1"/>
              <a:t>Duis aute irure dolor in reprehenderit in voluptate velit esse cillum dolore eu fugiat nulla pariatur. Excepteur sint occaecat cupidatat non proident, sunt in culpa qui officia deserunt mollit anim id est laborum.</a:t>
            </a:r>
            <a:endParaRPr lang="en-US" noProof="1"/>
          </a:p>
        </p:txBody>
      </p:sp>
      <p:sp>
        <p:nvSpPr>
          <p:cNvPr id="8" name="Slide Number Placeholder 7"/>
          <p:cNvSpPr>
            <a:spLocks noGrp="1"/>
          </p:cNvSpPr>
          <p:nvPr>
            <p:ph type="sldNum" sz="quarter" idx="12"/>
          </p:nvPr>
        </p:nvSpPr>
        <p:spPr>
          <a:xfrm>
            <a:off x="8610600" y="6285230"/>
            <a:ext cx="2743200" cy="365125"/>
          </a:xfrm>
        </p:spPr>
        <p:txBody>
          <a:bodyPr/>
          <a:lstStyle/>
          <a:p>
            <a:fld id="{672B7600-67E3-4D97-B453-880E2742B982}" type="slidenum">
              <a:rPr lang="en-US" smtClean="0"/>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8200" y="622198"/>
            <a:ext cx="7315200" cy="1325563"/>
          </a:xfrm>
        </p:spPr>
        <p:txBody>
          <a:bodyPr/>
          <a:lstStyle/>
          <a:p>
            <a:r>
              <a:rPr lang="en-US" dirty="0"/>
              <a:t>Title of your Slide</a:t>
            </a:r>
            <a:endParaRPr lang="en-US" dirty="0"/>
          </a:p>
        </p:txBody>
      </p:sp>
      <p:sp>
        <p:nvSpPr>
          <p:cNvPr id="5" name="Content Placeholder 4"/>
          <p:cNvSpPr>
            <a:spLocks noGrp="1"/>
          </p:cNvSpPr>
          <p:nvPr>
            <p:ph idx="1"/>
          </p:nvPr>
        </p:nvSpPr>
        <p:spPr>
          <a:xfrm>
            <a:off x="838200" y="2055811"/>
            <a:ext cx="8986520" cy="4121151"/>
          </a:xfrm>
        </p:spPr>
        <p:txBody>
          <a:bodyPr/>
          <a:lstStyle/>
          <a:p>
            <a:r>
              <a:rPr lang="en-US" noProof="1"/>
              <a:t>Lorem ipsum dolor sit amet, tollit epicuri est ex, exerci accumsan singulis ei mel. Non blandit massa enim nec dui nunc mattis enim. Fermentum et sollicitudin ac orci phasellus egestas tellus.</a:t>
            </a:r>
            <a:endParaRPr lang="en-US" noProof="1"/>
          </a:p>
          <a:p>
            <a:r>
              <a:rPr lang="en-US" noProof="1"/>
              <a:t>Duis aute irure dolor in reprehenderit in voluptate velit esse cillum dolore eu fugiat nulla pariatur. Excepteur sint occaecat cupidatat non proident, sunt in culpa qui officia deserunt mollit anim id est laborum.</a:t>
            </a:r>
            <a:endParaRPr lang="en-US" noProof="1"/>
          </a:p>
        </p:txBody>
      </p:sp>
      <p:sp>
        <p:nvSpPr>
          <p:cNvPr id="6" name="Slide Number Placeholder 5"/>
          <p:cNvSpPr>
            <a:spLocks noGrp="1"/>
          </p:cNvSpPr>
          <p:nvPr>
            <p:ph type="sldNum" sz="quarter" idx="12"/>
          </p:nvPr>
        </p:nvSpPr>
        <p:spPr>
          <a:xfrm>
            <a:off x="8610600" y="6285230"/>
            <a:ext cx="2743200" cy="365125"/>
          </a:xfrm>
        </p:spPr>
        <p:txBody>
          <a:bodyPr/>
          <a:lstStyle/>
          <a:p>
            <a:fld id="{672B7600-67E3-4D97-B453-880E2742B982}" type="slidenum">
              <a:rPr lang="en-US" smtClean="0"/>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2547464" y="26877"/>
            <a:ext cx="5738694" cy="2852737"/>
          </a:xfrm>
        </p:spPr>
        <p:txBody>
          <a:bodyPr/>
          <a:lstStyle/>
          <a:p>
            <a:r>
              <a:rPr lang="en-US" dirty="0"/>
              <a:t>Title of your Section</a:t>
            </a:r>
            <a:endParaRPr lang="en-US" dirty="0"/>
          </a:p>
        </p:txBody>
      </p:sp>
      <p:sp>
        <p:nvSpPr>
          <p:cNvPr id="5" name="Text Placeholder 4"/>
          <p:cNvSpPr>
            <a:spLocks noGrp="1"/>
          </p:cNvSpPr>
          <p:nvPr>
            <p:ph type="body" idx="1"/>
          </p:nvPr>
        </p:nvSpPr>
        <p:spPr>
          <a:xfrm>
            <a:off x="2547464" y="2906602"/>
            <a:ext cx="5738694" cy="1500187"/>
          </a:xfrm>
        </p:spPr>
        <p:txBody>
          <a:bodyPr/>
          <a:lstStyle/>
          <a:p>
            <a:r>
              <a:rPr lang="en-US" dirty="0"/>
              <a:t>Here goes the subtitle of your section</a:t>
            </a:r>
            <a:endParaRPr lang="en-US" dirty="0"/>
          </a:p>
        </p:txBody>
      </p:sp>
      <p:sp>
        <p:nvSpPr>
          <p:cNvPr id="8" name="Slide Number Placeholder 7"/>
          <p:cNvSpPr>
            <a:spLocks noGrp="1"/>
          </p:cNvSpPr>
          <p:nvPr>
            <p:ph type="sldNum" sz="quarter" idx="12"/>
          </p:nvPr>
        </p:nvSpPr>
        <p:spPr>
          <a:xfrm>
            <a:off x="8610600" y="6264910"/>
            <a:ext cx="2743200" cy="365125"/>
          </a:xfrm>
        </p:spPr>
        <p:txBody>
          <a:bodyPr/>
          <a:lstStyle/>
          <a:p>
            <a:fld id="{672B7600-67E3-4D97-B453-880E2742B982}" type="slidenum">
              <a:rPr lang="en-US" smtClean="0"/>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a:xfrm>
            <a:off x="831850" y="1709738"/>
            <a:ext cx="4664710" cy="2852737"/>
          </a:xfrm>
        </p:spPr>
        <p:txBody>
          <a:bodyPr/>
          <a:lstStyle/>
          <a:p>
            <a:r>
              <a:rPr lang="en-US" dirty="0"/>
              <a:t>Title of your Section</a:t>
            </a:r>
            <a:endParaRPr lang="en-US" dirty="0"/>
          </a:p>
        </p:txBody>
      </p:sp>
      <p:sp>
        <p:nvSpPr>
          <p:cNvPr id="5" name="Text Placeholder 4"/>
          <p:cNvSpPr>
            <a:spLocks noGrp="1"/>
          </p:cNvSpPr>
          <p:nvPr>
            <p:ph type="body" idx="1"/>
          </p:nvPr>
        </p:nvSpPr>
        <p:spPr>
          <a:xfrm>
            <a:off x="831850" y="4589463"/>
            <a:ext cx="4664710" cy="1500187"/>
          </a:xfrm>
        </p:spPr>
        <p:txBody>
          <a:bodyPr/>
          <a:lstStyle/>
          <a:p>
            <a:r>
              <a:rPr lang="en-US" dirty="0"/>
              <a:t>Here goes the subtitle of your section</a:t>
            </a:r>
            <a:endParaRPr lang="en-US" dirty="0"/>
          </a:p>
        </p:txBody>
      </p:sp>
      <p:sp>
        <p:nvSpPr>
          <p:cNvPr id="6" name="Slide Number Placeholder 5"/>
          <p:cNvSpPr>
            <a:spLocks noGrp="1"/>
          </p:cNvSpPr>
          <p:nvPr>
            <p:ph type="sldNum" sz="quarter" idx="12"/>
          </p:nvPr>
        </p:nvSpPr>
        <p:spPr>
          <a:xfrm>
            <a:off x="8610600" y="6264874"/>
            <a:ext cx="2743200" cy="365125"/>
          </a:xfrm>
        </p:spPr>
        <p:txBody>
          <a:bodyPr/>
          <a:lstStyle/>
          <a:p>
            <a:fld id="{672B7600-67E3-4D97-B453-880E2742B982}" type="slidenum">
              <a:rPr lang="en-US" smtClean="0"/>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6148070" cy="2852737"/>
          </a:xfrm>
        </p:spPr>
        <p:txBody>
          <a:bodyPr/>
          <a:lstStyle/>
          <a:p>
            <a:r>
              <a:rPr lang="en-US" dirty="0"/>
              <a:t>Thank You!</a:t>
            </a:r>
            <a:endParaRPr lang="en-US" dirty="0"/>
          </a:p>
        </p:txBody>
      </p:sp>
      <p:sp>
        <p:nvSpPr>
          <p:cNvPr id="3" name="Text Placeholder 2"/>
          <p:cNvSpPr>
            <a:spLocks noGrp="1"/>
          </p:cNvSpPr>
          <p:nvPr>
            <p:ph type="body" idx="1"/>
          </p:nvPr>
        </p:nvSpPr>
        <p:spPr>
          <a:xfrm>
            <a:off x="831850" y="4589463"/>
            <a:ext cx="6148070" cy="1500187"/>
          </a:xfrm>
        </p:spPr>
        <p:txBody>
          <a:bodyPr/>
          <a:lstStyle/>
          <a:p>
            <a:r>
              <a:rPr lang="en-US" noProof="1"/>
              <a:t>Lorem ipsum dolor sit amet, tollit epicuri est ex, exerci accumsan singulis ei mel.</a:t>
            </a:r>
            <a:endParaRPr lang="en-US" noProof="1"/>
          </a:p>
        </p:txBody>
      </p:sp>
      <p:sp>
        <p:nvSpPr>
          <p:cNvPr id="6" name="Slide Number Placeholder 5"/>
          <p:cNvSpPr>
            <a:spLocks noGrp="1"/>
          </p:cNvSpPr>
          <p:nvPr>
            <p:ph type="sldNum" sz="quarter" idx="12"/>
          </p:nvPr>
        </p:nvSpPr>
        <p:spPr>
          <a:xfrm>
            <a:off x="8610600" y="6275070"/>
            <a:ext cx="2743200" cy="365125"/>
          </a:xfrm>
        </p:spPr>
        <p:txBody>
          <a:bodyPr/>
          <a:lstStyle/>
          <a:p>
            <a:fld id="{672B7600-67E3-4D97-B453-880E2742B982}" type="slidenum">
              <a:rPr lang="en-US" smtClean="0"/>
            </a:fld>
            <a:endParaRPr lang="en-US"/>
          </a:p>
        </p:txBody>
      </p:sp>
      <p:sp>
        <p:nvSpPr>
          <p:cNvPr id="8" name="Text Placeholder 7"/>
          <p:cNvSpPr>
            <a:spLocks noGrp="1"/>
          </p:cNvSpPr>
          <p:nvPr>
            <p:ph type="body" sz="quarter" idx="14"/>
          </p:nvPr>
        </p:nvSpPr>
        <p:spPr>
          <a:xfrm>
            <a:off x="8806465" y="3835488"/>
            <a:ext cx="1701800" cy="228600"/>
          </a:xfrm>
        </p:spPr>
        <p:txBody>
          <a:bodyPr/>
          <a:lstStyle/>
          <a:p>
            <a:r>
              <a:rPr lang="en-US" dirty="0"/>
              <a:t>First / Last Name</a:t>
            </a:r>
            <a:endParaRPr lang="en-US" dirty="0"/>
          </a:p>
        </p:txBody>
      </p:sp>
      <p:sp>
        <p:nvSpPr>
          <p:cNvPr id="9" name="Text Placeholder 8"/>
          <p:cNvSpPr>
            <a:spLocks noGrp="1"/>
          </p:cNvSpPr>
          <p:nvPr>
            <p:ph type="body" sz="quarter" idx="15"/>
          </p:nvPr>
        </p:nvSpPr>
        <p:spPr>
          <a:xfrm>
            <a:off x="8806465" y="4062821"/>
            <a:ext cx="1701800" cy="228600"/>
          </a:xfrm>
        </p:spPr>
        <p:txBody>
          <a:bodyPr/>
          <a:lstStyle/>
          <a:p>
            <a:r>
              <a:rPr lang="en-US" dirty="0"/>
              <a:t>(123) 456-7890</a:t>
            </a:r>
            <a:endParaRPr lang="en-US" dirty="0"/>
          </a:p>
        </p:txBody>
      </p:sp>
      <p:sp>
        <p:nvSpPr>
          <p:cNvPr id="11" name="Text Placeholder 10"/>
          <p:cNvSpPr>
            <a:spLocks noGrp="1"/>
          </p:cNvSpPr>
          <p:nvPr>
            <p:ph type="body" sz="quarter" idx="16"/>
          </p:nvPr>
        </p:nvSpPr>
        <p:spPr>
          <a:xfrm>
            <a:off x="8806465" y="4290154"/>
            <a:ext cx="1701800" cy="228600"/>
          </a:xfrm>
        </p:spPr>
        <p:txBody>
          <a:bodyPr/>
          <a:lstStyle/>
          <a:p>
            <a:r>
              <a:rPr lang="en-US" dirty="0"/>
              <a:t>Your Company</a:t>
            </a:r>
            <a:endParaRPr lang="en-US" dirty="0"/>
          </a:p>
        </p:txBody>
      </p:sp>
      <p:sp>
        <p:nvSpPr>
          <p:cNvPr id="19" name="Picture Placeholder 18"/>
          <p:cNvSpPr>
            <a:spLocks noGrp="1"/>
          </p:cNvSpPr>
          <p:nvPr>
            <p:ph type="pic" sz="quarter" idx="17"/>
          </p:nvPr>
        </p:nvSpPr>
        <p:spPr>
          <a:solidFill>
            <a:schemeClr val="accent1">
              <a:lumMod val="75000"/>
            </a:schemeClr>
          </a:solid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1162</Words>
  <Application>WPS Presentation</Application>
  <PresentationFormat>Widescreen</PresentationFormat>
  <Paragraphs>44</Paragraphs>
  <Slides>6</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6</vt:i4>
      </vt:variant>
    </vt:vector>
  </HeadingPairs>
  <TitlesOfParts>
    <vt:vector size="15" baseType="lpstr">
      <vt:lpstr>Arial</vt:lpstr>
      <vt:lpstr>SimSun</vt:lpstr>
      <vt:lpstr>Wingdings</vt:lpstr>
      <vt:lpstr>Calibri Light</vt:lpstr>
      <vt:lpstr>Calibri</vt:lpstr>
      <vt:lpstr>Microsoft YaHei</vt:lpstr>
      <vt:lpstr>Arial Unicode MS</vt:lpstr>
      <vt:lpstr>Calibri</vt:lpstr>
      <vt:lpstr>Office Theme</vt:lpstr>
      <vt:lpstr>Title of your Presentation</vt:lpstr>
      <vt:lpstr>Title of your Slide</vt:lpstr>
      <vt:lpstr>Title of your Slide</vt:lpstr>
      <vt:lpstr>Title of your Section</vt:lpstr>
      <vt:lpstr>Title of your Section</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Admin</dc:creator>
  <cp:lastModifiedBy>Muhammad Poyonov</cp:lastModifiedBy>
  <cp:revision>3</cp:revision>
  <dcterms:created xsi:type="dcterms:W3CDTF">2025-07-23T00:59:00Z</dcterms:created>
  <dcterms:modified xsi:type="dcterms:W3CDTF">2026-05-08T08:00:44Z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1B29B96211CD4C31A7B6A066878DD248_11</vt:lpwstr>
  </property>
  <property fmtid="{D5CDD505-2E9C-101B-9397-08002B2CF9AE}" pid="3" name="KSOProductBuildVer">
    <vt:lpwstr>1033-12.1.0.25862</vt:lpwstr>
  </property>
</Properties>
</file>