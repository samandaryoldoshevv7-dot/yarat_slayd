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image" Target="../media/image2.png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image" Target="../media/image3.png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image" Target="../media/image4.png"/><Relationship Id="rId2" Type="http://schemas.openxmlformats.org/officeDocument/2006/relationships/tags" Target="../tags/tag20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image" Target="../media/image2.png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image" Target="../media/image2.png"/><Relationship Id="rId2" Type="http://schemas.openxmlformats.org/officeDocument/2006/relationships/tags" Target="../tags/tag33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image" Target="../media/image2.png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image" Target="../media/image2.png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image" Target="../media/image2.png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image" Target="../media/image2.png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image" Target="../media/image5.png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演示文稿3_0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副标题"/>
          <p:cNvSpPr txBox="1">
            <a:spLocks noGrp="1"/>
          </p:cNvSpPr>
          <p:nvPr>
            <p:ph type="body" idx="3" hasCustomPrompt="1"/>
            <p:custDataLst>
              <p:tags r:id="rId4"/>
            </p:custDataLst>
          </p:nvPr>
        </p:nvSpPr>
        <p:spPr>
          <a:xfrm>
            <a:off x="859155" y="676910"/>
            <a:ext cx="7910195" cy="98996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4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5"/>
            </p:custDataLst>
          </p:nvPr>
        </p:nvSpPr>
        <p:spPr>
          <a:xfrm>
            <a:off x="838200" y="1666875"/>
            <a:ext cx="7910195" cy="28409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署名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859155" y="4657090"/>
            <a:ext cx="1644650" cy="4089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0" rIns="91440" bIns="0" numCol="1" spcCol="0" rtlCol="0" fromWordArt="0" anchor="ctr" anchorCtr="0" forceAA="0" compatLnSpc="1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200" b="1" i="0" u="none" strike="noStrike" kern="1200" cap="none" spc="0" normalizeH="0" baseline="0" noProof="1" dirty="0">
                <a:solidFill>
                  <a:schemeClr val="lt1">
                    <a:lumMod val="100000"/>
                  </a:schemeClr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演示文稿3_0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正文"/>
          <p:cNvSpPr txBox="1">
            <a:spLocks noGrp="1"/>
          </p:cNvSpPr>
          <p:nvPr>
            <p:ph idx="2" hasCustomPrompt="1"/>
            <p:custDataLst>
              <p:tags r:id="rId4"/>
            </p:custDataLst>
          </p:nvPr>
        </p:nvSpPr>
        <p:spPr>
          <a:xfrm>
            <a:off x="695960" y="1244600"/>
            <a:ext cx="10800080" cy="493204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en-US" sz="1600" b="0" i="0" u="none" strike="noStrike" kern="1200" cap="none" spc="150" normalizeH="0" baseline="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en-US" sz="1600" b="0" i="0" u="none" strike="noStrike" kern="1200" cap="none" spc="150" normalizeH="0" baseline="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en-US" sz="1600" b="0" i="0" u="none" strike="noStrike" kern="1200" cap="none" spc="150" normalizeH="0" baseline="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en-US" sz="1600" b="0" i="0" u="none" strike="noStrike" kern="1200" cap="none" spc="150" normalizeH="0" baseline="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695960" y="436880"/>
            <a:ext cx="10800080" cy="574040"/>
          </a:xfrm>
          <a:prstGeom prst="rect">
            <a:avLst/>
          </a:prstGeom>
          <a:noFill/>
        </p:spPr>
        <p:txBody>
          <a:bodyPr wrap="square" tIns="0" bIns="0" rtlCol="0" anchor="b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5325" y="6356350"/>
            <a:ext cx="2886075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886075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演示文稿3_0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8" name="直接连接符 7"/>
          <p:cNvCxnSpPr/>
          <p:nvPr>
            <p:custDataLst>
              <p:tags r:id="rId4"/>
            </p:custDataLst>
          </p:nvPr>
        </p:nvCxnSpPr>
        <p:spPr>
          <a:xfrm flipH="1">
            <a:off x="4117975" y="6412230"/>
            <a:ext cx="7478395" cy="0"/>
          </a:xfrm>
          <a:prstGeom prst="line">
            <a:avLst/>
          </a:prstGeom>
          <a:ln w="3175">
            <a:solidFill>
              <a:schemeClr val="accent2">
                <a:alpha val="2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659130" y="567690"/>
            <a:ext cx="5282565" cy="818515"/>
          </a:xfrm>
          <a:prstGeom prst="rect">
            <a:avLst/>
          </a:prstGeom>
          <a:noFill/>
        </p:spPr>
        <p:txBody>
          <a:bodyPr wrap="square" lIns="9144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4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演示文稿3_0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939165" y="1842135"/>
            <a:ext cx="2371725" cy="1375410"/>
          </a:xfrm>
          <a:prstGeom prst="rect">
            <a:avLst/>
          </a:prstGeom>
          <a:noFill/>
        </p:spPr>
        <p:txBody>
          <a:bodyPr wrap="none" lIns="9144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  <a:defRPr kumimoji="0" lang="en-US" sz="7200" b="1" i="0" u="none" strike="noStrike" kern="1200" cap="none" spc="0" normalizeH="0" baseline="0" noProof="1" dirty="0">
                <a:ln w="19050">
                  <a:solidFill>
                    <a:schemeClr val="accent1"/>
                  </a:solidFill>
                </a:ln>
                <a:noFill/>
                <a:latin typeface="+mn-lt"/>
                <a:sym typeface="+mn-ea"/>
              </a:defRPr>
            </a:lvl1pPr>
          </a:lstStyle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dirty="0" err="1">
                <a:latin typeface="+mn-lt"/>
                <a:sym typeface="+mn-ea"/>
              </a:rPr>
              <a:t>Click to add text</a:t>
            </a:r>
            <a:endParaRPr dirty="0" err="1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939165" y="3217545"/>
            <a:ext cx="7214235" cy="2294890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800" b="1" i="0" u="none" strike="noStrike" kern="1200" cap="none" spc="0" normalizeH="0" baseline="0" noProof="1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演示文稿3_0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正文"/>
          <p:cNvSpPr txBox="1">
            <a:spLocks noGrp="1"/>
          </p:cNvSpPr>
          <p:nvPr>
            <p:ph idx="3" hasCustomPrompt="1"/>
            <p:custDataLst>
              <p:tags r:id="rId4"/>
            </p:custDataLst>
          </p:nvPr>
        </p:nvSpPr>
        <p:spPr>
          <a:xfrm>
            <a:off x="6400800" y="1244600"/>
            <a:ext cx="5095240" cy="493204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>
              <a:defRPr u="none" strike="noStrike" kern="1200" cap="none" spc="0" normalizeH="0" dirty="0">
                <a:solidFill>
                  <a:schemeClr val="tx1"/>
                </a:solidFill>
                <a:latin typeface="+mn-lt"/>
                <a:sym typeface="+mn-ea"/>
              </a:defRPr>
            </a:lvl1pPr>
            <a:lvl2pPr>
              <a:defRPr dirty="0">
                <a:latin typeface="+mn-lt"/>
                <a:sym typeface="+mn-ea"/>
              </a:defRPr>
            </a:lvl2pPr>
            <a:lvl3pPr>
              <a:defRPr dirty="0">
                <a:latin typeface="+mn-lt"/>
                <a:sym typeface="+mn-ea"/>
              </a:defRPr>
            </a:lvl3pPr>
            <a:lvl4pPr>
              <a:defRPr dirty="0">
                <a:latin typeface="+mn-lt"/>
                <a:sym typeface="+mn-ea"/>
              </a:defRPr>
            </a:lvl4pPr>
            <a:lvl5pPr>
              <a:defRPr dirty="0">
                <a:latin typeface="+mn-lt"/>
                <a:sym typeface="+mn-ea"/>
              </a:defRPr>
            </a:lvl5pPr>
          </a:lstStyle>
          <a:p>
            <a:pPr marR="0" lvl="0" fontAlgn="auto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Char char="●"/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2" hasCustomPrompt="1"/>
            <p:custDataLst>
              <p:tags r:id="rId5"/>
            </p:custDataLst>
          </p:nvPr>
        </p:nvSpPr>
        <p:spPr>
          <a:xfrm>
            <a:off x="695960" y="1244600"/>
            <a:ext cx="5088890" cy="493204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>
              <a:defRPr u="none" strike="noStrike" kern="1200" cap="none" spc="0" normalizeH="0" dirty="0">
                <a:solidFill>
                  <a:schemeClr val="tx1"/>
                </a:solidFill>
                <a:latin typeface="+mn-lt"/>
                <a:sym typeface="+mn-ea"/>
              </a:defRPr>
            </a:lvl1pPr>
            <a:lvl2pPr>
              <a:defRPr dirty="0">
                <a:latin typeface="+mn-lt"/>
                <a:sym typeface="+mn-ea"/>
              </a:defRPr>
            </a:lvl2pPr>
            <a:lvl3pPr>
              <a:defRPr dirty="0">
                <a:latin typeface="+mn-lt"/>
                <a:sym typeface="+mn-ea"/>
              </a:defRPr>
            </a:lvl3pPr>
            <a:lvl4pPr>
              <a:defRPr dirty="0">
                <a:latin typeface="+mn-lt"/>
                <a:sym typeface="+mn-ea"/>
              </a:defRPr>
            </a:lvl4pPr>
            <a:lvl5pPr>
              <a:defRPr dirty="0">
                <a:latin typeface="+mn-lt"/>
                <a:sym typeface="+mn-ea"/>
              </a:defRPr>
            </a:lvl5pPr>
          </a:lstStyle>
          <a:p>
            <a:pPr marR="0" lvl="0" fontAlgn="auto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Char char="●"/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1" hasCustomPrompt="1"/>
            <p:custDataLst>
              <p:tags r:id="rId6"/>
            </p:custDataLst>
          </p:nvPr>
        </p:nvSpPr>
        <p:spPr>
          <a:xfrm>
            <a:off x="695960" y="436880"/>
            <a:ext cx="10800080" cy="574040"/>
          </a:xfrm>
          <a:prstGeom prst="rect">
            <a:avLst/>
          </a:prstGeom>
          <a:noFill/>
        </p:spPr>
        <p:txBody>
          <a:bodyPr wrap="square" tIns="0" bIns="0" rtlCol="0" anchor="b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95960" y="6356350"/>
            <a:ext cx="288544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886075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演示文稿3_0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正文"/>
          <p:cNvSpPr txBox="1">
            <a:spLocks noGrp="1"/>
          </p:cNvSpPr>
          <p:nvPr>
            <p:ph idx="5" hasCustomPrompt="1"/>
            <p:custDataLst>
              <p:tags r:id="rId4"/>
            </p:custDataLst>
          </p:nvPr>
        </p:nvSpPr>
        <p:spPr>
          <a:xfrm>
            <a:off x="6235065" y="1669415"/>
            <a:ext cx="5260975" cy="45085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>
              <a:defRPr u="none" strike="noStrike" kern="1200" cap="none" spc="0" normalizeH="0" dirty="0">
                <a:solidFill>
                  <a:schemeClr val="tx1"/>
                </a:solidFill>
                <a:latin typeface="+mn-lt"/>
                <a:sym typeface="+mn-ea"/>
              </a:defRPr>
            </a:lvl1pPr>
            <a:lvl2pPr>
              <a:defRPr dirty="0">
                <a:latin typeface="+mn-lt"/>
                <a:sym typeface="+mn-ea"/>
              </a:defRPr>
            </a:lvl2pPr>
            <a:lvl3pPr>
              <a:defRPr dirty="0">
                <a:latin typeface="+mn-lt"/>
                <a:sym typeface="+mn-ea"/>
              </a:defRPr>
            </a:lvl3pPr>
            <a:lvl4pPr>
              <a:defRPr dirty="0">
                <a:latin typeface="+mn-lt"/>
                <a:sym typeface="+mn-ea"/>
              </a:defRPr>
            </a:lvl4pPr>
            <a:lvl5pPr>
              <a:defRPr dirty="0">
                <a:latin typeface="+mn-lt"/>
                <a:sym typeface="+mn-ea"/>
              </a:defRPr>
            </a:lvl5pPr>
          </a:lstStyle>
          <a:p>
            <a:pPr marR="0" lvl="0" fontAlgn="auto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Char char="●"/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4" hasCustomPrompt="1"/>
            <p:custDataLst>
              <p:tags r:id="rId5"/>
            </p:custDataLst>
          </p:nvPr>
        </p:nvSpPr>
        <p:spPr>
          <a:xfrm>
            <a:off x="6235065" y="1244600"/>
            <a:ext cx="5260975" cy="40005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dk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2" name="正文"/>
          <p:cNvSpPr txBox="1">
            <a:spLocks noGrp="1"/>
          </p:cNvSpPr>
          <p:nvPr>
            <p:ph idx="3" hasCustomPrompt="1"/>
            <p:custDataLst>
              <p:tags r:id="rId6"/>
            </p:custDataLst>
          </p:nvPr>
        </p:nvSpPr>
        <p:spPr>
          <a:xfrm>
            <a:off x="696595" y="1669415"/>
            <a:ext cx="5253990" cy="450786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>
              <a:defRPr u="none" strike="noStrike" kern="1200" cap="none" spc="0" normalizeH="0" dirty="0">
                <a:solidFill>
                  <a:schemeClr val="tx1"/>
                </a:solidFill>
                <a:latin typeface="+mn-lt"/>
                <a:sym typeface="+mn-ea"/>
              </a:defRPr>
            </a:lvl1pPr>
            <a:lvl2pPr>
              <a:defRPr dirty="0">
                <a:latin typeface="+mn-lt"/>
                <a:sym typeface="+mn-ea"/>
              </a:defRPr>
            </a:lvl2pPr>
            <a:lvl3pPr>
              <a:defRPr dirty="0">
                <a:latin typeface="+mn-lt"/>
                <a:sym typeface="+mn-ea"/>
              </a:defRPr>
            </a:lvl3pPr>
            <a:lvl4pPr>
              <a:defRPr dirty="0">
                <a:latin typeface="+mn-lt"/>
                <a:sym typeface="+mn-ea"/>
              </a:defRPr>
            </a:lvl4pPr>
            <a:lvl5pPr>
              <a:defRPr dirty="0">
                <a:latin typeface="+mn-lt"/>
                <a:sym typeface="+mn-ea"/>
              </a:defRPr>
            </a:lvl5pPr>
          </a:lstStyle>
          <a:p>
            <a:pPr marR="0" lvl="0" fontAlgn="auto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Char char="●"/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1" name="标题"/>
          <p:cNvSpPr txBox="1">
            <a:spLocks noGrp="1"/>
          </p:cNvSpPr>
          <p:nvPr>
            <p:ph type="title" idx="2" hasCustomPrompt="1"/>
            <p:custDataLst>
              <p:tags r:id="rId7"/>
            </p:custDataLst>
          </p:nvPr>
        </p:nvSpPr>
        <p:spPr>
          <a:xfrm>
            <a:off x="696595" y="1244600"/>
            <a:ext cx="5253990" cy="40005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>
                <a:solidFill>
                  <a:schemeClr val="dk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695960" y="436880"/>
            <a:ext cx="10800080" cy="574040"/>
          </a:xfrm>
          <a:prstGeom prst="rect">
            <a:avLst/>
          </a:prstGeom>
          <a:noFill/>
        </p:spPr>
        <p:txBody>
          <a:bodyPr wrap="square" tIns="0" bIns="0" rtlCol="0" anchor="b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99770" y="6356350"/>
            <a:ext cx="288163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56350"/>
            <a:ext cx="2886075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演示文稿3_0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695960" y="436880"/>
            <a:ext cx="10800080" cy="574040"/>
          </a:xfrm>
          <a:prstGeom prst="rect">
            <a:avLst/>
          </a:prstGeom>
          <a:noFill/>
        </p:spPr>
        <p:txBody>
          <a:bodyPr wrap="square" tIns="0" bIns="0" rtlCol="0" anchor="b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95960" y="6356350"/>
            <a:ext cx="288544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886075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演示文稿3_0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演示文稿3_0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  <a:prstDash val="sysDash"/>
          </a:ln>
        </p:spPr>
      </p:pic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4"/>
            </p:custDataLst>
          </p:nvPr>
        </p:nvSpPr>
        <p:spPr>
          <a:xfrm>
            <a:off x="695960" y="1244600"/>
            <a:ext cx="10800080" cy="493141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>
              <a:defRPr u="none" strike="noStrike" kern="1200" cap="none" spc="0" normalizeH="0" dirty="0"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>
              <a:defRPr dirty="0">
                <a:latin typeface="+mn-lt"/>
                <a:sym typeface="+mn-ea"/>
              </a:defRPr>
            </a:lvl2pPr>
            <a:lvl3pPr>
              <a:defRPr dirty="0">
                <a:latin typeface="+mn-lt"/>
                <a:sym typeface="+mn-ea"/>
              </a:defRPr>
            </a:lvl3pPr>
            <a:lvl4pPr>
              <a:defRPr dirty="0">
                <a:latin typeface="+mn-lt"/>
                <a:sym typeface="+mn-ea"/>
              </a:defRPr>
            </a:lvl4pPr>
            <a:lvl5pPr>
              <a:defRPr dirty="0">
                <a:latin typeface="+mn-lt"/>
                <a:sym typeface="+mn-ea"/>
              </a:defRPr>
            </a:lvl5pPr>
          </a:lstStyle>
          <a:p>
            <a:pPr marR="0" lvl="0" fontAlgn="auto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Char char="●"/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95325" y="6356350"/>
            <a:ext cx="2886075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88544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演示文稿3_0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695960" y="1010920"/>
            <a:ext cx="10800080" cy="340995"/>
          </a:xfrm>
          <a:prstGeom prst="rect">
            <a:avLst/>
          </a:prstGeom>
          <a:noFill/>
        </p:spPr>
        <p:txBody>
          <a:bodyPr wrap="square" tIns="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600" b="1" i="0" u="none" strike="noStrike" kern="1200" cap="none" spc="0" normalizeH="0" baseline="0" noProof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695960" y="436880"/>
            <a:ext cx="10800080" cy="574040"/>
          </a:xfrm>
          <a:prstGeom prst="rect">
            <a:avLst/>
          </a:prstGeom>
          <a:noFill/>
        </p:spPr>
        <p:txBody>
          <a:bodyPr wrap="square" tIns="0" bIns="0" rtlCol="0" anchor="b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2150" y="6356350"/>
            <a:ext cx="288925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886075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演示文稿3_0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4"/>
            </p:custDataLst>
          </p:nvPr>
        </p:nvSpPr>
        <p:spPr>
          <a:xfrm>
            <a:off x="5161915" y="1767840"/>
            <a:ext cx="6218555" cy="18446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署名"/>
          <p:cNvSpPr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5161915" y="4053840"/>
            <a:ext cx="1644650" cy="4089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0" rIns="91440" bIns="0" numCol="1" spcCol="0" rtlCol="0" fromWordArt="0" anchor="ctr" anchorCtr="0" forceAA="0" compatLnSpc="1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200" b="1" i="0" u="none" strike="noStrike" kern="1200" cap="none" spc="0" normalizeH="0" baseline="0" noProof="1" dirty="0">
                <a:solidFill>
                  <a:schemeClr val="lt1">
                    <a:lumMod val="100000"/>
                  </a:schemeClr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74.xml"/><Relationship Id="rId18" Type="http://schemas.openxmlformats.org/officeDocument/2006/relationships/tags" Target="../tags/tag73.xml"/><Relationship Id="rId17" Type="http://schemas.openxmlformats.org/officeDocument/2006/relationships/tags" Target="../tags/tag72.xml"/><Relationship Id="rId16" Type="http://schemas.openxmlformats.org/officeDocument/2006/relationships/tags" Target="../tags/tag71.xml"/><Relationship Id="rId15" Type="http://schemas.openxmlformats.org/officeDocument/2006/relationships/tags" Target="../tags/tag70.xml"/><Relationship Id="rId14" Type="http://schemas.openxmlformats.org/officeDocument/2006/relationships/tags" Target="../tags/tag69.xml"/><Relationship Id="rId13" Type="http://schemas.openxmlformats.org/officeDocument/2006/relationships/image" Target="../media/image2.png"/><Relationship Id="rId12" Type="http://schemas.openxmlformats.org/officeDocument/2006/relationships/tags" Target="../tags/tag68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演示文稿3_04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696595" y="6356350"/>
            <a:ext cx="2884805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610600" y="6356350"/>
            <a:ext cx="2886075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95960" y="1245235"/>
            <a:ext cx="10800080" cy="4935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sym typeface="+mn-lt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5960" y="365125"/>
            <a:ext cx="10800715" cy="730885"/>
          </a:xfrm>
          <a:prstGeom prst="rect">
            <a:avLst/>
          </a:prstGeom>
          <a:noFill/>
        </p:spPr>
        <p:txBody>
          <a:bodyPr vert="horz" wrap="square" lIns="91440" tIns="0" rIns="91440" bIns="0" rtlCol="0" anchor="b" anchorCtr="0">
            <a:normAutofit/>
          </a:bodyPr>
          <a:lstStyle/>
          <a:p>
            <a:pPr marL="0" marR="0" lvl="0" algn="ctr" fontAlgn="auto">
              <a:lnSpc>
                <a:spcPct val="100000"/>
              </a:lnSpc>
              <a:buClrTx/>
              <a:buSzTx/>
              <a:buFontTx/>
            </a:pPr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4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en-US" sz="3200" b="0" i="0" u="none" strike="noStrike" kern="1200" cap="none" spc="0" normalizeH="0" baseline="0" dirty="0" smtClean="0">
          <a:solidFill>
            <a:schemeClr val="accent1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en-US" sz="1800" b="0" i="0" u="none" strike="noStrike" kern="1200" cap="none" spc="0" normalizeH="0" baseline="0" noProof="1" dirty="0">
          <a:ln>
            <a:noFill/>
            <a:prstDash val="sysDot"/>
          </a:ln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sym typeface="Arial" panose="020B0604020202020204" pitchFamily="34" charset="0"/>
        </a:defRPr>
      </a:lvl1pPr>
      <a:lvl2pPr marL="6858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>
          <a:solidFill>
            <a:schemeClr val="tx1">
              <a:lumMod val="75000"/>
              <a:lumOff val="25000"/>
            </a:schemeClr>
          </a:solidFill>
          <a:uFillTx/>
          <a:latin typeface="+mn-ea"/>
        </a:defRPr>
      </a:lvl2pPr>
      <a:lvl3pPr marL="11430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>
          <a:solidFill>
            <a:schemeClr val="tx1">
              <a:lumMod val="75000"/>
              <a:lumOff val="25000"/>
            </a:schemeClr>
          </a:solidFill>
          <a:uFillTx/>
          <a:latin typeface="+mn-ea"/>
        </a:defRPr>
      </a:lvl3pPr>
      <a:lvl4pPr marL="16002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>
          <a:solidFill>
            <a:schemeClr val="tx1">
              <a:lumMod val="75000"/>
              <a:lumOff val="25000"/>
            </a:schemeClr>
          </a:solidFill>
          <a:uFillTx/>
          <a:latin typeface="+mn-ea"/>
        </a:defRPr>
      </a:lvl4pPr>
      <a:lvl5pPr marL="20574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>
          <a:solidFill>
            <a:schemeClr val="tx1">
              <a:lumMod val="75000"/>
              <a:lumOff val="25000"/>
            </a:schemeClr>
          </a:solidFill>
          <a:uFillTx/>
          <a:latin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>
          <a:xfrm>
            <a:off x="859155" y="676910"/>
            <a:ext cx="7910195" cy="989965"/>
          </a:xfrm>
        </p:spPr>
        <p:txBody>
          <a:bodyPr/>
          <a:lstStyle/>
          <a:p>
            <a:r>
              <a:rPr lang="en-US">
                <a:ea typeface="+mn-ea"/>
              </a:rPr>
              <a:t>Add description</a:t>
            </a:r>
            <a:endParaRPr lang="en-US">
              <a:ea typeface="+mn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>
          <a:xfrm>
            <a:off x="838200" y="1666875"/>
            <a:ext cx="7910195" cy="2840990"/>
          </a:xfrm>
        </p:spPr>
        <p:txBody>
          <a:bodyPr/>
          <a:lstStyle/>
          <a:p>
            <a:r>
              <a:rPr lang="en-US" dirty="0">
                <a:ea typeface="+mj-ea"/>
              </a:rPr>
              <a:t>Your title here</a:t>
            </a:r>
            <a:endParaRPr lang="en-US" dirty="0">
              <a:ea typeface="+mj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59155" y="4657090"/>
            <a:ext cx="1644650" cy="4089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0" rIns="91440" bIns="0" numCol="1" spcCol="0" rtlCol="0" fromWordArt="0" anchor="ctr" anchorCtr="0" compatLnSpc="1">
            <a:normAutofit/>
          </a:bodyPr>
          <a:lstStyle>
            <a:lvl1pPr marL="0" marR="0" lvl="0" indent="-22860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en-US" sz="12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lt1">
                    <a:lumMod val="100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en-US" sz="1600" b="0" i="0" u="none" strike="noStrike" kern="1200" cap="none" spc="150" normalizeH="0" baseline="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</a:defRPr>
            </a:lvl2pPr>
            <a:lvl3pPr marL="11430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en-US" sz="1600" b="0" i="0" u="none" strike="noStrike" kern="1200" cap="none" spc="150" normalizeH="0" baseline="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</a:defRPr>
            </a:lvl3pPr>
            <a:lvl4pPr marL="16002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en-US" sz="1600" b="0" i="0" u="none" strike="noStrike" kern="1200" cap="none" spc="150" normalizeH="0" baseline="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</a:defRPr>
            </a:lvl4pPr>
            <a:lvl5pPr marL="20574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en-US" sz="1600" b="0" i="0" u="none" strike="noStrike" kern="1200" cap="none" spc="150" normalizeH="0" baseline="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Name</a:t>
            </a:r>
            <a:endParaRPr lang="en-US">
              <a:solidFill>
                <a:schemeClr val="bg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6"/>
  <p:tag name="KSO_WM_UNIT_LINE_FILL_TYPE" val="2"/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2*i*1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5*i*1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6*i*1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7*i*1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8*i*1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ISCONTENTSTITLE" val="0"/>
  <p:tag name="KSO_WM_UNIT_ISNUMDGMTITLE" val="0"/>
  <p:tag name="KSO_WM_UNIT_PRESET_TEXT" val="单击此处添加副标题内容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耐心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6"/>
  <p:tag name="KSO_WM_UNIT_LINE_FILL_TYPE" val="2"/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3404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3404"/>
</p:tagLst>
</file>

<file path=ppt/tags/tag74.xml><?xml version="1.0" encoding="utf-8"?>
<p:tagLst xmlns:p="http://schemas.openxmlformats.org/presentationml/2006/main">
  <p:tag name="KSO_WM_SPECIAL_SOURCE" val="bdnull"/>
  <p:tag name="KSO_WM_TEMPLATE_THUMBS_INDEX" val="1、11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04"/>
</p:tagLst>
</file>

<file path=ppt/tags/tag75.xml><?xml version="1.0" encoding="utf-8"?>
<p:tagLst xmlns:p="http://schemas.openxmlformats.org/presentationml/2006/main">
  <p:tag name="KSO_WM_UNIT_ISCONTENTSTITLE" val="0"/>
  <p:tag name="KSO_WM_UNIT_ISNUMDGMTITLE" val="0"/>
  <p:tag name="KSO_WM_UNIT_PRESET_TEXT" val="Add description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custom20233404_1*b*1"/>
  <p:tag name="KSO_WM_TEMPLATE_CATEGORY" val="custom"/>
  <p:tag name="KSO_WM_TEMPLATE_INDEX" val="20233404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ISCONTENTSTITLE" val="0"/>
  <p:tag name="KSO_WM_UNIT_ISNUMDGMTITLE" val="0"/>
  <p:tag name="KSO_WM_UNIT_PRESET_TEXT" val="Your title here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04_1*a*1"/>
  <p:tag name="KSO_WM_TEMPLATE_CATEGORY" val="custom"/>
  <p:tag name="KSO_WM_TEMPLATE_INDEX" val="20233404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6"/>
  <p:tag name="KSO_WM_UNIT_LINE_FILL_TYPE" val="2"/>
  <p:tag name="KSO_WM_UNIT_SUBTYPE" val="b"/>
  <p:tag name="KSO_WM_UNIT_PRESET_TEXT" val="Name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custom20233404_1*f*1"/>
  <p:tag name="KSO_WM_TEMPLATE_CATEGORY" val="custom"/>
  <p:tag name="KSO_WM_TEMPLATE_INDEX" val="20233404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SPECIAL_SOURCE" val="bdnull"/>
  <p:tag name="KSO_WM_TEMPLATE_THUMBS_INDEX" val="1、11"/>
  <p:tag name="KSO_WM_SLIDE_CONTENT_AREA" val="{&quot;left&quot;:&quot;32.85&quot;,&quot;top&quot;:&quot;118.65&quot;,&quot;width&quot;:&quot;559.25&quot;,&quot;height&quot;:&quot;270.8&quot;}"/>
  <p:tag name="KSO_WM_SLIDE_ID" val="custom20233404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04"/>
  <p:tag name="KSO_WM_SLIDE_LAYOUT" val="a_b_f"/>
  <p:tag name="KSO_WM_SLIDE_LAYOUT_CNT" val="1_1_1"/>
  <p:tag name="KSO_WM_SLIDE_THEME_ID" val="3302418"/>
  <p:tag name="KSO_WM_SLIDE_THEME_NAME" val="Blue Minimalist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62">
      <a:dk1>
        <a:srgbClr val="000000"/>
      </a:dk1>
      <a:lt1>
        <a:srgbClr val="FFFFFF"/>
      </a:lt1>
      <a:dk2>
        <a:srgbClr val="44546A"/>
      </a:dk2>
      <a:lt2>
        <a:srgbClr val="E2EAFE"/>
      </a:lt2>
      <a:accent1>
        <a:srgbClr val="044AFA"/>
      </a:accent1>
      <a:accent2>
        <a:srgbClr val="0366F7"/>
      </a:accent2>
      <a:accent3>
        <a:srgbClr val="0282F4"/>
      </a:accent3>
      <a:accent4>
        <a:srgbClr val="029FF1"/>
      </a:accent4>
      <a:accent5>
        <a:srgbClr val="01BBEE"/>
      </a:accent5>
      <a:accent6>
        <a:srgbClr val="00D7EB"/>
      </a:accent6>
      <a:hlink>
        <a:srgbClr val="FF0000"/>
      </a:hlink>
      <a:folHlink>
        <a:srgbClr val="E420E2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</Words>
  <Application>WPS Presentation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Manrope ExtraBold</vt:lpstr>
      <vt:lpstr>Alex Brush</vt:lpstr>
      <vt:lpstr>Lato</vt:lpstr>
      <vt:lpstr>Office Theme</vt:lpstr>
      <vt:lpstr>1_Office Theme</vt:lpstr>
      <vt:lpstr>Your title here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Admin</dc:creator>
  <cp:lastModifiedBy>Muhammad Poyonov</cp:lastModifiedBy>
  <cp:revision>3</cp:revision>
  <dcterms:created xsi:type="dcterms:W3CDTF">2025-07-23T00:59:00Z</dcterms:created>
  <dcterms:modified xsi:type="dcterms:W3CDTF">2026-05-08T07:41:46Z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B53BA52531E34E3D8C6C37B015EEA0D7_11</vt:lpwstr>
  </property>
  <property fmtid="{D5CDD505-2E9C-101B-9397-08002B2CF9AE}" pid="3" name="KSOProductBuildVer">
    <vt:lpwstr>1033-12.1.0.25862</vt:lpwstr>
  </property>
</Properties>
</file>