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© Copyright </a:t>
            </a:r>
            <a:r>
              <a:rPr lang="en-US" b="1" dirty="0"/>
              <a:t>PresentationGO.com</a:t>
            </a:r>
            <a:r>
              <a:rPr lang="en-US" dirty="0"/>
              <a:t> – Free Templates &amp; Infographics for PowerPoint and Google Slides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50B4EB-D9F6-4F2F-973A-15D71B3F505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ctrTitle"/>
          </p:nvPr>
        </p:nvSpPr>
        <p:spPr>
          <a:xfrm>
            <a:off x="523876" y="618889"/>
            <a:ext cx="4725318" cy="2740536"/>
          </a:xfrm>
        </p:spPr>
        <p:txBody>
          <a:bodyPr anchor="b"/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/>
          </p:nvPr>
        </p:nvSpPr>
        <p:spPr>
          <a:xfrm>
            <a:off x="523875" y="3498574"/>
            <a:ext cx="2809875" cy="1816375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2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5121925" cy="108811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1" y="1600200"/>
            <a:ext cx="5121924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60029" cy="108811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6444343" cy="4601817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2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2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535536" y="3183875"/>
            <a:ext cx="3818263" cy="1819912"/>
          </a:xfrm>
        </p:spPr>
        <p:txBody>
          <a:bodyPr anchor="b"/>
          <a:lstStyle>
            <a:lvl1pPr algn="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438920" y="5134693"/>
            <a:ext cx="2914880" cy="975595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389782" y="2664019"/>
            <a:ext cx="4964018" cy="2368561"/>
          </a:xfrm>
        </p:spPr>
        <p:txBody>
          <a:bodyPr anchor="b"/>
          <a:lstStyle>
            <a:lvl1pPr algn="r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6389782" y="5198377"/>
            <a:ext cx="4964017" cy="971069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06067" y="448814"/>
            <a:ext cx="5682868" cy="1869365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08519" y="2426771"/>
            <a:ext cx="3917717" cy="78805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Date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Your Footer Here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672B7600-67E3-4D97-B453-880E2742B98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Title of Your Presentation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Free Presentation Template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6"/>
            <a:ext cx="5121925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1" y="1600200"/>
            <a:ext cx="5121924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6760029" cy="1088118"/>
          </a:xfrm>
        </p:spPr>
        <p:txBody>
          <a:bodyPr/>
          <a:lstStyle/>
          <a:p>
            <a:r>
              <a:rPr lang="en-US" dirty="0"/>
              <a:t>Title of Your Slide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600199"/>
            <a:ext cx="6444343" cy="4601817"/>
          </a:xfrm>
        </p:spPr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 Non blandit massa enim nec dui nunc mattis enim. Fermentum et sollicitudin.</a:t>
            </a:r>
            <a:endParaRPr lang="en-US" noProof="1"/>
          </a:p>
          <a:p>
            <a:r>
              <a:rPr lang="en-US" noProof="1"/>
              <a:t>Duis aute irure dolor in reprehenderit in voluptate velit esse cillum dolore eu fugiat nulla pariatur. Excepteur sint occaecat cupidatat non proident, sunt in.</a:t>
            </a:r>
            <a:endParaRPr lang="en-US" noProof="1"/>
          </a:p>
          <a:p>
            <a:r>
              <a:rPr lang="en-US" noProof="1"/>
              <a:t>Praesent euismod sapien ut tellus vulputate, vel pulvinar urna blandit.</a:t>
            </a:r>
            <a:endParaRPr lang="en-US" noProof="1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535536" y="3183875"/>
            <a:ext cx="3818263" cy="1819912"/>
          </a:xfrm>
        </p:spPr>
        <p:txBody>
          <a:bodyPr>
            <a:normAutofit fontScale="90000"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8438920" y="5134693"/>
            <a:ext cx="2914880" cy="975595"/>
          </a:xfrm>
        </p:spPr>
        <p:txBody>
          <a:bodyPr>
            <a:normAutofit fontScale="92500"/>
          </a:bodyPr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389782" y="2664019"/>
            <a:ext cx="4964018" cy="2368561"/>
          </a:xfrm>
        </p:spPr>
        <p:txBody>
          <a:bodyPr>
            <a:normAutofit/>
          </a:bodyPr>
          <a:lstStyle/>
          <a:p>
            <a:r>
              <a:rPr lang="en-US" dirty="0"/>
              <a:t>Title of Your Section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389782" y="5198377"/>
            <a:ext cx="4964017" cy="971069"/>
          </a:xfrm>
        </p:spPr>
        <p:txBody>
          <a:bodyPr/>
          <a:lstStyle/>
          <a:p>
            <a:r>
              <a:rPr lang="en-US" dirty="0"/>
              <a:t>Here Goes the Subtitle of Your Section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noProof="1"/>
              <a:t>Lorem ipsum dolor sit amet, tollit epicuri est ex, exerci accumsan singulis ei mel.</a:t>
            </a:r>
            <a:endParaRPr lang="en-US" noProof="1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4294967295"/>
          </p:nvPr>
        </p:nvSpPr>
        <p:spPr>
          <a:xfrm>
            <a:off x="838200" y="4630990"/>
            <a:ext cx="1333500" cy="1333500"/>
          </a:xfrm>
          <a:prstGeom prst="ellipse">
            <a:avLst/>
          </a:prstGeom>
        </p:spPr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2336800" y="5032026"/>
            <a:ext cx="1701800" cy="228600"/>
          </a:xfrm>
        </p:spPr>
        <p:txBody>
          <a:bodyPr/>
          <a:lstStyle/>
          <a:p>
            <a:r>
              <a:rPr lang="en-US" dirty="0"/>
              <a:t>First / Last Name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4294967295"/>
          </p:nvPr>
        </p:nvSpPr>
        <p:spPr>
          <a:xfrm>
            <a:off x="2336800" y="5259359"/>
            <a:ext cx="1701800" cy="228600"/>
          </a:xfrm>
        </p:spPr>
        <p:txBody>
          <a:bodyPr/>
          <a:lstStyle/>
          <a:p>
            <a:r>
              <a:rPr lang="en-US" dirty="0"/>
              <a:t>(123) 456-7890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4294967295"/>
          </p:nvPr>
        </p:nvSpPr>
        <p:spPr>
          <a:xfrm>
            <a:off x="2336800" y="5486692"/>
            <a:ext cx="1701800" cy="228600"/>
          </a:xfrm>
        </p:spPr>
        <p:txBody>
          <a:bodyPr/>
          <a:lstStyle/>
          <a:p>
            <a:r>
              <a:rPr lang="en-US" dirty="0"/>
              <a:t>Your Company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r>
              <a:rPr lang="en-US" noProof="0"/>
              <a:t>Date</a:t>
            </a:r>
            <a:endParaRPr lang="en-US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noProof="0"/>
              <a:t>Your Footer Here</a:t>
            </a:r>
            <a:endParaRPr lang="en-US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72B7600-67E3-4D97-B453-880E2742B982}" type="slidenum">
              <a:rPr lang="en-US" noProof="0" smtClean="0"/>
            </a:fld>
            <a:endParaRPr lang="en-US" noProof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1131</Words>
  <Application>WPS Presentation</Application>
  <PresentationFormat>Widescreen</PresentationFormat>
  <Paragraphs>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Calibri</vt:lpstr>
      <vt:lpstr>Office Theme</vt:lpstr>
      <vt:lpstr>Title of Your Presentation</vt:lpstr>
      <vt:lpstr>Title of Your Slide</vt:lpstr>
      <vt:lpstr>Title of Your Slide</vt:lpstr>
      <vt:lpstr>Title of Your Section</vt:lpstr>
      <vt:lpstr>Title of Your Section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Admin</cp:lastModifiedBy>
  <cp:revision>3</cp:revision>
  <dcterms:created xsi:type="dcterms:W3CDTF">2025-07-23T00:59:00Z</dcterms:created>
  <dcterms:modified xsi:type="dcterms:W3CDTF">2026-05-08T08:17:56Z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AF19A9240136476A81CE330AE28A929B_11</vt:lpwstr>
  </property>
  <property fmtid="{D5CDD505-2E9C-101B-9397-08002B2CF9AE}" pid="3" name="KSOProductBuildVer">
    <vt:lpwstr>1033-12.1.0.25862</vt:lpwstr>
  </property>
</Properties>
</file>