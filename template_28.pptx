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5874587" y="1968191"/>
            <a:ext cx="6061255" cy="2066715"/>
          </a:xfrm>
        </p:spPr>
        <p:txBody>
          <a:bodyPr anchor="b"/>
          <a:lstStyle>
            <a:lvl1pPr algn="ctr">
              <a:defRPr sz="6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5874587" y="4174055"/>
            <a:ext cx="6061255" cy="134730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219756" y="365126"/>
            <a:ext cx="6911897" cy="1088118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4219755" y="1600200"/>
            <a:ext cx="6911897" cy="4601817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1222" y="365125"/>
            <a:ext cx="7303540" cy="990146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838200" y="1502229"/>
            <a:ext cx="7772400" cy="4689849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21680" y="2055700"/>
            <a:ext cx="5029200" cy="2940752"/>
          </a:xfrm>
        </p:spPr>
        <p:txBody>
          <a:bodyPr anchor="ctr"/>
          <a:lstStyle>
            <a:lvl1pPr algn="ctr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8200" y="3683479"/>
            <a:ext cx="2448464" cy="239729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581400" y="480804"/>
            <a:ext cx="5029200" cy="3013036"/>
          </a:xfrm>
        </p:spPr>
        <p:txBody>
          <a:bodyPr anchor="b"/>
          <a:lstStyle>
            <a:lvl1pPr algn="ctr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581400" y="3659636"/>
            <a:ext cx="5029200" cy="137476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104027" y="1766807"/>
            <a:ext cx="5242774" cy="1869365"/>
          </a:xfrm>
        </p:spPr>
        <p:txBody>
          <a:bodyPr anchor="b"/>
          <a:lstStyle>
            <a:lvl1pPr algn="ctr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097028" y="3744764"/>
            <a:ext cx="5256772" cy="788054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Title of Your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Free Presentation Template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1"/>
              <a:t>Lorem ipsum dolor sit amet, consectetuer adipiscing elit. Maecenas porttitor congue massa. Fusce posuere, magna sed pulvinar ultricies, purus lectus malesuada libero, sit amet commodo magna eros quis urna.</a:t>
            </a:r>
            <a:endParaRPr lang="en-US" noProof="1"/>
          </a:p>
          <a:p>
            <a:r>
              <a:rPr lang="en-US" noProof="1"/>
              <a:t>Nunc viverra imperdiet enim. Fusce est. Vivamus a tellus.</a:t>
            </a:r>
            <a:endParaRPr lang="en-US" noProof="1"/>
          </a:p>
          <a:p>
            <a:r>
              <a:rPr lang="en-US" noProof="1"/>
              <a:t>Pellentesque habitant morbi tristique senectus et netus et malesuada fames ac turpis egestas. Proin pharetra nonummy pede. Mauris et orci.</a:t>
            </a:r>
            <a:endParaRPr lang="en-US" noProof="1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1"/>
              <a:t>Lorem ipsum dolor sit amet, consectetuer adipiscing elit. Maecenas porttitor congue massa. Fusce posuere, magna sed pulvinar ultricies, purus lectus malesuada libero, sit amet commodo magna eros quis urna.</a:t>
            </a:r>
            <a:endParaRPr lang="en-US" noProof="1"/>
          </a:p>
          <a:p>
            <a:r>
              <a:rPr lang="en-US" noProof="1"/>
              <a:t>Pellentesque habitant morbi tristique senectus et netus et malesuada fames ac turpis egestas. Proin pharetra nonummy pede. Mauris et orci.</a:t>
            </a:r>
            <a:endParaRPr lang="en-US" noProof="1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  <a:endParaRPr lang="en-US" noProof="1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294967295"/>
          </p:nvPr>
        </p:nvSpPr>
        <p:spPr>
          <a:xfrm>
            <a:off x="838200" y="4212085"/>
            <a:ext cx="1701800" cy="228600"/>
          </a:xfrm>
        </p:spPr>
        <p:txBody>
          <a:bodyPr/>
          <a:lstStyle/>
          <a:p>
            <a:r>
              <a:rPr lang="en-US" dirty="0"/>
              <a:t>First / Last Name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4294967295"/>
          </p:nvPr>
        </p:nvSpPr>
        <p:spPr>
          <a:xfrm>
            <a:off x="654050" y="4214628"/>
            <a:ext cx="1701800" cy="228600"/>
          </a:xfrm>
        </p:spPr>
        <p:txBody>
          <a:bodyPr/>
          <a:lstStyle/>
          <a:p>
            <a:r>
              <a:rPr lang="en-US" dirty="0"/>
              <a:t>(123) 456-7890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4294967295"/>
          </p:nvPr>
        </p:nvSpPr>
        <p:spPr>
          <a:xfrm>
            <a:off x="838200" y="4532766"/>
            <a:ext cx="1701800" cy="228600"/>
          </a:xfrm>
        </p:spPr>
        <p:txBody>
          <a:bodyPr/>
          <a:lstStyle/>
          <a:p>
            <a:r>
              <a:rPr lang="en-US" dirty="0"/>
              <a:t>Your Company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1194</Words>
  <Application>WPS Presentation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Calibri</vt:lpstr>
      <vt:lpstr>Office Theme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Admin</cp:lastModifiedBy>
  <cp:revision>3</cp:revision>
  <dcterms:created xsi:type="dcterms:W3CDTF">2025-07-23T00:59:00Z</dcterms:created>
  <dcterms:modified xsi:type="dcterms:W3CDTF">2026-05-08T08:32:45Z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B61945C54171442B9BB0B5D55A93BB53_11</vt:lpwstr>
  </property>
  <property fmtid="{D5CDD505-2E9C-101B-9397-08002B2CF9AE}" pid="3" name="KSOProductBuildVer">
    <vt:lpwstr>1033-12.1.0.25862</vt:lpwstr>
  </property>
</Properties>
</file>