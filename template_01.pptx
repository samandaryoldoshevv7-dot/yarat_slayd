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7" r:id="rId2"/>
    <p:sldId id="259" r:id="rId3"/>
    <p:sldId id="262" r:id="rId4"/>
    <p:sldId id="263"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99" autoAdjust="0"/>
    <p:restoredTop sz="94660"/>
  </p:normalViewPr>
  <p:slideViewPr>
    <p:cSldViewPr snapToGrid="0">
      <p:cViewPr>
        <p:scale>
          <a:sx n="100" d="100"/>
          <a:sy n="100" d="100"/>
        </p:scale>
        <p:origin x="984" y="426"/>
      </p:cViewPr>
      <p:guideLst/>
    </p:cSldViewPr>
  </p:slideViewPr>
  <p:notesTextViewPr>
    <p:cViewPr>
      <p:scale>
        <a:sx n="1" d="1"/>
        <a:sy n="1" d="1"/>
      </p:scale>
      <p:origin x="0" y="0"/>
    </p:cViewPr>
  </p:notesTextViewPr>
  <p:notesViewPr>
    <p:cSldViewPr snapToGrid="0">
      <p:cViewPr varScale="1">
        <p:scale>
          <a:sx n="88" d="100"/>
          <a:sy n="88" d="100"/>
        </p:scale>
        <p:origin x="3822"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Образ слайда 3"/>
          <p:cNvSpPr>
            <a:spLocks noGrp="1" noRot="1" noChangeAspect="1"/>
          </p:cNvSpPr>
          <p:nvPr>
            <p:ph type="sldImg" idx="2"/>
          </p:nvPr>
        </p:nvSpPr>
        <p:spPr>
          <a:xfrm>
            <a:off x="685800" y="1110343"/>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extLst>
      <p:ext uri="{BB962C8B-B14F-4D97-AF65-F5344CB8AC3E}">
        <p14:creationId xmlns:p14="http://schemas.microsoft.com/office/powerpoint/2010/main" val="3307436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B68D2766-C49B-4C1A-9FEE-6F146754B02B}" type="slidenum">
              <a:rPr lang="en-US" smtClean="0"/>
              <a:t>1</a:t>
            </a:fld>
            <a:endParaRPr lang="en-US"/>
          </a:p>
        </p:txBody>
      </p:sp>
    </p:spTree>
    <p:extLst>
      <p:ext uri="{BB962C8B-B14F-4D97-AF65-F5344CB8AC3E}">
        <p14:creationId xmlns:p14="http://schemas.microsoft.com/office/powerpoint/2010/main" val="13462536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09663"/>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4F495052-062C-49DE-8F32-D1F54712D5B2}" type="slidenum">
              <a:rPr lang="en-US" smtClean="0"/>
              <a:t>2</a:t>
            </a:fld>
            <a:endParaRPr lang="en-US"/>
          </a:p>
        </p:txBody>
      </p:sp>
    </p:spTree>
    <p:extLst>
      <p:ext uri="{BB962C8B-B14F-4D97-AF65-F5344CB8AC3E}">
        <p14:creationId xmlns:p14="http://schemas.microsoft.com/office/powerpoint/2010/main" val="2944189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09663"/>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4F495052-062C-49DE-8F32-D1F54712D5B2}" type="slidenum">
              <a:rPr lang="en-US" smtClean="0"/>
              <a:t>4</a:t>
            </a:fld>
            <a:endParaRPr lang="en-US"/>
          </a:p>
        </p:txBody>
      </p:sp>
    </p:spTree>
    <p:extLst>
      <p:ext uri="{BB962C8B-B14F-4D97-AF65-F5344CB8AC3E}">
        <p14:creationId xmlns:p14="http://schemas.microsoft.com/office/powerpoint/2010/main" val="1018584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en-US"/>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en-US"/>
          </a:p>
        </p:txBody>
      </p:sp>
      <p:sp>
        <p:nvSpPr>
          <p:cNvPr id="4" name="Дата 3"/>
          <p:cNvSpPr>
            <a:spLocks noGrp="1"/>
          </p:cNvSpPr>
          <p:nvPr>
            <p:ph type="dt" sz="half" idx="10"/>
          </p:nvPr>
        </p:nvSpPr>
        <p:spPr/>
        <p:txBody>
          <a:bodyPr/>
          <a:lstStyle/>
          <a:p>
            <a:fld id="{AB452D9B-3563-4D1D-AC50-06B2C37016CE}" type="datetimeFigureOut">
              <a:rPr lang="en-US" smtClean="0"/>
              <a:t>5/7/2026</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38DB76B7-E56E-46B0-984E-297FC26852FB}" type="slidenum">
              <a:rPr lang="en-US" smtClean="0"/>
              <a:t>‹#›</a:t>
            </a:fld>
            <a:endParaRPr lang="en-US"/>
          </a:p>
        </p:txBody>
      </p:sp>
    </p:spTree>
    <p:extLst>
      <p:ext uri="{BB962C8B-B14F-4D97-AF65-F5344CB8AC3E}">
        <p14:creationId xmlns:p14="http://schemas.microsoft.com/office/powerpoint/2010/main" val="4173248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AB452D9B-3563-4D1D-AC50-06B2C37016CE}" type="datetimeFigureOut">
              <a:rPr lang="en-US" smtClean="0"/>
              <a:t>5/7/2026</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38DB76B7-E56E-46B0-984E-297FC26852FB}" type="slidenum">
              <a:rPr lang="en-US" smtClean="0"/>
              <a:t>‹#›</a:t>
            </a:fld>
            <a:endParaRPr lang="en-US"/>
          </a:p>
        </p:txBody>
      </p:sp>
    </p:spTree>
    <p:extLst>
      <p:ext uri="{BB962C8B-B14F-4D97-AF65-F5344CB8AC3E}">
        <p14:creationId xmlns:p14="http://schemas.microsoft.com/office/powerpoint/2010/main" val="3149324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en-US"/>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AB452D9B-3563-4D1D-AC50-06B2C37016CE}" type="datetimeFigureOut">
              <a:rPr lang="en-US" smtClean="0"/>
              <a:t>5/7/2026</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38DB76B7-E56E-46B0-984E-297FC26852FB}" type="slidenum">
              <a:rPr lang="en-US" smtClean="0"/>
              <a:t>‹#›</a:t>
            </a:fld>
            <a:endParaRPr lang="en-US"/>
          </a:p>
        </p:txBody>
      </p:sp>
    </p:spTree>
    <p:extLst>
      <p:ext uri="{BB962C8B-B14F-4D97-AF65-F5344CB8AC3E}">
        <p14:creationId xmlns:p14="http://schemas.microsoft.com/office/powerpoint/2010/main" val="2256606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5" name="Дата 4"/>
          <p:cNvSpPr>
            <a:spLocks noGrp="1"/>
          </p:cNvSpPr>
          <p:nvPr>
            <p:ph type="dt" sz="half" idx="10"/>
          </p:nvPr>
        </p:nvSpPr>
        <p:spPr/>
        <p:txBody>
          <a:bodyPr/>
          <a:lstStyle/>
          <a:p>
            <a:fld id="{AB452D9B-3563-4D1D-AC50-06B2C37016CE}" type="datetimeFigureOut">
              <a:rPr lang="en-US" smtClean="0"/>
              <a:t>5/7/2026</a:t>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38DB76B7-E56E-46B0-984E-297FC26852FB}" type="slidenum">
              <a:rPr lang="en-US" smtClean="0"/>
              <a:t>‹#›</a:t>
            </a:fld>
            <a:endParaRPr lang="en-US"/>
          </a:p>
        </p:txBody>
      </p:sp>
    </p:spTree>
    <p:extLst>
      <p:ext uri="{BB962C8B-B14F-4D97-AF65-F5344CB8AC3E}">
        <p14:creationId xmlns:p14="http://schemas.microsoft.com/office/powerpoint/2010/main" val="2212995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en-US"/>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7" name="Дата 6"/>
          <p:cNvSpPr>
            <a:spLocks noGrp="1"/>
          </p:cNvSpPr>
          <p:nvPr>
            <p:ph type="dt" sz="half" idx="10"/>
          </p:nvPr>
        </p:nvSpPr>
        <p:spPr/>
        <p:txBody>
          <a:bodyPr/>
          <a:lstStyle/>
          <a:p>
            <a:fld id="{AB452D9B-3563-4D1D-AC50-06B2C37016CE}" type="datetimeFigureOut">
              <a:rPr lang="en-US" smtClean="0"/>
              <a:t>5/7/2026</a:t>
            </a:fld>
            <a:endParaRPr lang="en-US"/>
          </a:p>
        </p:txBody>
      </p:sp>
      <p:sp>
        <p:nvSpPr>
          <p:cNvPr id="8" name="Нижний колонтитул 7"/>
          <p:cNvSpPr>
            <a:spLocks noGrp="1"/>
          </p:cNvSpPr>
          <p:nvPr>
            <p:ph type="ftr" sz="quarter" idx="11"/>
          </p:nvPr>
        </p:nvSpPr>
        <p:spPr/>
        <p:txBody>
          <a:bodyPr/>
          <a:lstStyle/>
          <a:p>
            <a:endParaRPr lang="en-US"/>
          </a:p>
        </p:txBody>
      </p:sp>
      <p:sp>
        <p:nvSpPr>
          <p:cNvPr id="9" name="Номер слайда 8"/>
          <p:cNvSpPr>
            <a:spLocks noGrp="1"/>
          </p:cNvSpPr>
          <p:nvPr>
            <p:ph type="sldNum" sz="quarter" idx="12"/>
          </p:nvPr>
        </p:nvSpPr>
        <p:spPr/>
        <p:txBody>
          <a:bodyPr/>
          <a:lstStyle/>
          <a:p>
            <a:fld id="{38DB76B7-E56E-46B0-984E-297FC26852FB}" type="slidenum">
              <a:rPr lang="en-US" smtClean="0"/>
              <a:t>‹#›</a:t>
            </a:fld>
            <a:endParaRPr lang="en-US"/>
          </a:p>
        </p:txBody>
      </p:sp>
    </p:spTree>
    <p:extLst>
      <p:ext uri="{BB962C8B-B14F-4D97-AF65-F5344CB8AC3E}">
        <p14:creationId xmlns:p14="http://schemas.microsoft.com/office/powerpoint/2010/main" val="2992569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Дата 2"/>
          <p:cNvSpPr>
            <a:spLocks noGrp="1"/>
          </p:cNvSpPr>
          <p:nvPr>
            <p:ph type="dt" sz="half" idx="10"/>
          </p:nvPr>
        </p:nvSpPr>
        <p:spPr/>
        <p:txBody>
          <a:bodyPr/>
          <a:lstStyle/>
          <a:p>
            <a:fld id="{AB452D9B-3563-4D1D-AC50-06B2C37016CE}" type="datetimeFigureOut">
              <a:rPr lang="en-US" smtClean="0"/>
              <a:t>5/7/2026</a:t>
            </a:fld>
            <a:endParaRPr lang="en-US"/>
          </a:p>
        </p:txBody>
      </p:sp>
      <p:sp>
        <p:nvSpPr>
          <p:cNvPr id="4" name="Нижний колонтитул 3"/>
          <p:cNvSpPr>
            <a:spLocks noGrp="1"/>
          </p:cNvSpPr>
          <p:nvPr>
            <p:ph type="ftr" sz="quarter" idx="11"/>
          </p:nvPr>
        </p:nvSpPr>
        <p:spPr/>
        <p:txBody>
          <a:bodyPr/>
          <a:lstStyle/>
          <a:p>
            <a:endParaRPr lang="en-US"/>
          </a:p>
        </p:txBody>
      </p:sp>
      <p:sp>
        <p:nvSpPr>
          <p:cNvPr id="5" name="Номер слайда 4"/>
          <p:cNvSpPr>
            <a:spLocks noGrp="1"/>
          </p:cNvSpPr>
          <p:nvPr>
            <p:ph type="sldNum" sz="quarter" idx="12"/>
          </p:nvPr>
        </p:nvSpPr>
        <p:spPr/>
        <p:txBody>
          <a:bodyPr/>
          <a:lstStyle/>
          <a:p>
            <a:fld id="{38DB76B7-E56E-46B0-984E-297FC26852FB}" type="slidenum">
              <a:rPr lang="en-US" smtClean="0"/>
              <a:t>‹#›</a:t>
            </a:fld>
            <a:endParaRPr lang="en-US"/>
          </a:p>
        </p:txBody>
      </p:sp>
    </p:spTree>
    <p:extLst>
      <p:ext uri="{BB962C8B-B14F-4D97-AF65-F5344CB8AC3E}">
        <p14:creationId xmlns:p14="http://schemas.microsoft.com/office/powerpoint/2010/main" val="2062510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AB452D9B-3563-4D1D-AC50-06B2C37016CE}" type="datetimeFigureOut">
              <a:rPr lang="en-US" smtClean="0"/>
              <a:t>5/7/2026</a:t>
            </a:fld>
            <a:endParaRPr lang="en-US"/>
          </a:p>
        </p:txBody>
      </p:sp>
      <p:sp>
        <p:nvSpPr>
          <p:cNvPr id="3" name="Нижний колонтитул 2"/>
          <p:cNvSpPr>
            <a:spLocks noGrp="1"/>
          </p:cNvSpPr>
          <p:nvPr>
            <p:ph type="ftr" sz="quarter" idx="11"/>
          </p:nvPr>
        </p:nvSpPr>
        <p:spPr/>
        <p:txBody>
          <a:bodyPr/>
          <a:lstStyle/>
          <a:p>
            <a:endParaRPr lang="en-US"/>
          </a:p>
        </p:txBody>
      </p:sp>
      <p:sp>
        <p:nvSpPr>
          <p:cNvPr id="4" name="Номер слайда 3"/>
          <p:cNvSpPr>
            <a:spLocks noGrp="1"/>
          </p:cNvSpPr>
          <p:nvPr>
            <p:ph type="sldNum" sz="quarter" idx="12"/>
          </p:nvPr>
        </p:nvSpPr>
        <p:spPr/>
        <p:txBody>
          <a:bodyPr/>
          <a:lstStyle/>
          <a:p>
            <a:fld id="{38DB76B7-E56E-46B0-984E-297FC26852FB}" type="slidenum">
              <a:rPr lang="en-US" smtClean="0"/>
              <a:t>‹#›</a:t>
            </a:fld>
            <a:endParaRPr lang="en-US"/>
          </a:p>
        </p:txBody>
      </p:sp>
    </p:spTree>
    <p:extLst>
      <p:ext uri="{BB962C8B-B14F-4D97-AF65-F5344CB8AC3E}">
        <p14:creationId xmlns:p14="http://schemas.microsoft.com/office/powerpoint/2010/main" val="3863357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AB452D9B-3563-4D1D-AC50-06B2C37016CE}" type="datetimeFigureOut">
              <a:rPr lang="en-US" smtClean="0"/>
              <a:t>5/7/2026</a:t>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38DB76B7-E56E-46B0-984E-297FC26852FB}" type="slidenum">
              <a:rPr lang="en-US" smtClean="0"/>
              <a:t>‹#›</a:t>
            </a:fld>
            <a:endParaRPr lang="en-US"/>
          </a:p>
        </p:txBody>
      </p:sp>
    </p:spTree>
    <p:extLst>
      <p:ext uri="{BB962C8B-B14F-4D97-AF65-F5344CB8AC3E}">
        <p14:creationId xmlns:p14="http://schemas.microsoft.com/office/powerpoint/2010/main" val="12195235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AB452D9B-3563-4D1D-AC50-06B2C37016CE}" type="datetimeFigureOut">
              <a:rPr lang="en-US" smtClean="0"/>
              <a:t>5/7/2026</a:t>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38DB76B7-E56E-46B0-984E-297FC26852FB}" type="slidenum">
              <a:rPr lang="en-US" smtClean="0"/>
              <a:t>‹#›</a:t>
            </a:fld>
            <a:endParaRPr lang="en-US"/>
          </a:p>
        </p:txBody>
      </p:sp>
    </p:spTree>
    <p:extLst>
      <p:ext uri="{BB962C8B-B14F-4D97-AF65-F5344CB8AC3E}">
        <p14:creationId xmlns:p14="http://schemas.microsoft.com/office/powerpoint/2010/main" val="1321771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AB452D9B-3563-4D1D-AC50-06B2C37016CE}" type="datetimeFigureOut">
              <a:rPr lang="en-US" smtClean="0"/>
              <a:t>5/7/2026</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38DB76B7-E56E-46B0-984E-297FC26852FB}" type="slidenum">
              <a:rPr lang="en-US" smtClean="0"/>
              <a:t>‹#›</a:t>
            </a:fld>
            <a:endParaRPr lang="en-US"/>
          </a:p>
        </p:txBody>
      </p:sp>
    </p:spTree>
    <p:extLst>
      <p:ext uri="{BB962C8B-B14F-4D97-AF65-F5344CB8AC3E}">
        <p14:creationId xmlns:p14="http://schemas.microsoft.com/office/powerpoint/2010/main" val="1762179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en-US"/>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AB452D9B-3563-4D1D-AC50-06B2C37016CE}" type="datetimeFigureOut">
              <a:rPr lang="en-US" smtClean="0"/>
              <a:t>5/7/2026</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38DB76B7-E56E-46B0-984E-297FC26852FB}" type="slidenum">
              <a:rPr lang="en-US" smtClean="0"/>
              <a:t>‹#›</a:t>
            </a:fld>
            <a:endParaRPr lang="en-US"/>
          </a:p>
        </p:txBody>
      </p:sp>
    </p:spTree>
    <p:extLst>
      <p:ext uri="{BB962C8B-B14F-4D97-AF65-F5344CB8AC3E}">
        <p14:creationId xmlns:p14="http://schemas.microsoft.com/office/powerpoint/2010/main" val="4104773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en-US"/>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452D9B-3563-4D1D-AC50-06B2C37016CE}" type="datetimeFigureOut">
              <a:rPr lang="en-US" smtClean="0"/>
              <a:t>5/7/2026</a:t>
            </a:fld>
            <a:endParaRPr lang="en-US"/>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DB76B7-E56E-46B0-984E-297FC26852FB}" type="slidenum">
              <a:rPr lang="en-US" smtClean="0"/>
              <a:t>‹#›</a:t>
            </a:fld>
            <a:endParaRPr lang="en-US"/>
          </a:p>
        </p:txBody>
      </p:sp>
    </p:spTree>
    <p:extLst>
      <p:ext uri="{BB962C8B-B14F-4D97-AF65-F5344CB8AC3E}">
        <p14:creationId xmlns:p14="http://schemas.microsoft.com/office/powerpoint/2010/main" val="38465265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3"/>
          <a:stretch>
            <a:fillRect/>
          </a:stretch>
        </p:blipFill>
        <p:spPr>
          <a:xfrm>
            <a:off x="-66497" y="0"/>
            <a:ext cx="12253740" cy="6858000"/>
          </a:xfrm>
          <a:prstGeom prst="rect">
            <a:avLst/>
          </a:prstGeom>
        </p:spPr>
      </p:pic>
      <p:sp>
        <p:nvSpPr>
          <p:cNvPr id="4" name="Title 3">
            <a:extLst>
              <a:ext uri="{FF2B5EF4-FFF2-40B4-BE49-F238E27FC236}">
                <a16:creationId xmlns:a16="http://schemas.microsoft.com/office/drawing/2014/main" id="{5CFD0D48-696B-4896-8F6F-B19AA59A6AE6}"/>
              </a:ext>
            </a:extLst>
          </p:cNvPr>
          <p:cNvSpPr>
            <a:spLocks noGrp="1"/>
          </p:cNvSpPr>
          <p:nvPr>
            <p:ph type="ctrTitle"/>
          </p:nvPr>
        </p:nvSpPr>
        <p:spPr>
          <a:xfrm>
            <a:off x="-66497" y="607219"/>
            <a:ext cx="5120635" cy="2387600"/>
          </a:xfrm>
        </p:spPr>
        <p:txBody>
          <a:bodyPr/>
          <a:lstStyle/>
          <a:p>
            <a:r>
              <a:rPr lang="en-US" dirty="0">
                <a:latin typeface="Source Sans Pro" panose="020B0503030403020204"/>
              </a:rPr>
              <a:t>Title of your Presentation</a:t>
            </a:r>
          </a:p>
        </p:txBody>
      </p:sp>
      <p:sp>
        <p:nvSpPr>
          <p:cNvPr id="5" name="Subtitle 4">
            <a:extLst>
              <a:ext uri="{FF2B5EF4-FFF2-40B4-BE49-F238E27FC236}">
                <a16:creationId xmlns:a16="http://schemas.microsoft.com/office/drawing/2014/main" id="{B239C1AF-BC69-40CE-935D-B07D61F1128C}"/>
              </a:ext>
            </a:extLst>
          </p:cNvPr>
          <p:cNvSpPr>
            <a:spLocks noGrp="1"/>
          </p:cNvSpPr>
          <p:nvPr>
            <p:ph type="subTitle" idx="1"/>
          </p:nvPr>
        </p:nvSpPr>
        <p:spPr>
          <a:xfrm>
            <a:off x="-2008909" y="3926235"/>
            <a:ext cx="9144000" cy="1655762"/>
          </a:xfrm>
        </p:spPr>
        <p:txBody>
          <a:bodyPr/>
          <a:lstStyle/>
          <a:p>
            <a:r>
              <a:rPr lang="en-US" dirty="0">
                <a:latin typeface="Source Sans Pro" panose="020B0503030403020204"/>
              </a:rPr>
              <a:t>A Free Presentation Template</a:t>
            </a:r>
          </a:p>
        </p:txBody>
      </p:sp>
    </p:spTree>
    <p:extLst>
      <p:ext uri="{BB962C8B-B14F-4D97-AF65-F5344CB8AC3E}">
        <p14:creationId xmlns:p14="http://schemas.microsoft.com/office/powerpoint/2010/main" val="27066059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3"/>
          <a:stretch>
            <a:fillRect/>
          </a:stretch>
        </p:blipFill>
        <p:spPr>
          <a:xfrm>
            <a:off x="14287" y="-4763"/>
            <a:ext cx="12163425" cy="6867525"/>
          </a:xfrm>
          <a:prstGeom prst="rect">
            <a:avLst/>
          </a:prstGeom>
        </p:spPr>
      </p:pic>
      <p:sp>
        <p:nvSpPr>
          <p:cNvPr id="9" name="Footer Placeholder 8">
            <a:extLst>
              <a:ext uri="{FF2B5EF4-FFF2-40B4-BE49-F238E27FC236}">
                <a16:creationId xmlns:a16="http://schemas.microsoft.com/office/drawing/2014/main" id="{43AAF5ED-94E7-4881-9A68-3713C1BDF2A6}"/>
              </a:ext>
            </a:extLst>
          </p:cNvPr>
          <p:cNvSpPr>
            <a:spLocks noGrp="1"/>
          </p:cNvSpPr>
          <p:nvPr>
            <p:ph type="ftr" sz="quarter" idx="11"/>
          </p:nvPr>
        </p:nvSpPr>
        <p:spPr/>
        <p:txBody>
          <a:bodyPr/>
          <a:lstStyle/>
          <a:p>
            <a:r>
              <a:rPr lang="uz-Latn-UZ" smtClean="0"/>
              <a:t>@SlaytTop01_bot</a:t>
            </a:r>
            <a:endParaRPr lang="en-US" dirty="0">
              <a:latin typeface="Source Sans Pro" panose="020B0503030403020204"/>
            </a:endParaRPr>
          </a:p>
        </p:txBody>
      </p:sp>
      <p:sp>
        <p:nvSpPr>
          <p:cNvPr id="7" name="Рисунок 2"/>
          <p:cNvSpPr>
            <a:spLocks noGrp="1"/>
          </p:cNvSpPr>
          <p:nvPr>
            <p:ph type="pic" idx="1"/>
          </p:nvPr>
        </p:nvSpPr>
        <p:spPr>
          <a:xfrm>
            <a:off x="618968" y="1665288"/>
            <a:ext cx="3924457" cy="4549776"/>
          </a:xfrm>
        </p:spPr>
      </p:sp>
      <p:sp>
        <p:nvSpPr>
          <p:cNvPr id="10" name="Title 1">
            <a:extLst>
              <a:ext uri="{FF2B5EF4-FFF2-40B4-BE49-F238E27FC236}">
                <a16:creationId xmlns:a16="http://schemas.microsoft.com/office/drawing/2014/main" id="{AE888425-2F50-4608-A74C-052CD9F68EC2}"/>
              </a:ext>
            </a:extLst>
          </p:cNvPr>
          <p:cNvSpPr txBox="1">
            <a:spLocks/>
          </p:cNvSpPr>
          <p:nvPr/>
        </p:nvSpPr>
        <p:spPr>
          <a:xfrm>
            <a:off x="1312897" y="-6350"/>
            <a:ext cx="10055190" cy="135201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7200" smtClean="0">
                <a:latin typeface="Source Sans Pro" panose="020B0503030403020204"/>
              </a:rPr>
              <a:t>Title</a:t>
            </a:r>
            <a:r>
              <a:rPr lang="en-US" sz="5400" smtClean="0">
                <a:latin typeface="Source Sans Pro" panose="020B0503030403020204"/>
              </a:rPr>
              <a:t> of your Slide</a:t>
            </a:r>
            <a:endParaRPr lang="en-US" sz="5400" dirty="0">
              <a:latin typeface="Source Sans Pro" panose="020B0503030403020204"/>
            </a:endParaRPr>
          </a:p>
        </p:txBody>
      </p:sp>
      <p:sp>
        <p:nvSpPr>
          <p:cNvPr id="11" name="Text Placeholder 5">
            <a:extLst>
              <a:ext uri="{FF2B5EF4-FFF2-40B4-BE49-F238E27FC236}">
                <a16:creationId xmlns:a16="http://schemas.microsoft.com/office/drawing/2014/main" id="{4AD2F034-1AA1-45F2-AACA-3ABBD51179DA}"/>
              </a:ext>
            </a:extLst>
          </p:cNvPr>
          <p:cNvSpPr txBox="1">
            <a:spLocks/>
          </p:cNvSpPr>
          <p:nvPr/>
        </p:nvSpPr>
        <p:spPr>
          <a:xfrm>
            <a:off x="4913610" y="1436687"/>
            <a:ext cx="6055560" cy="510222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9pPr>
          </a:lstStyle>
          <a:p>
            <a:pPr algn="just">
              <a:spcBef>
                <a:spcPts val="1800"/>
              </a:spcBef>
            </a:pPr>
            <a:r>
              <a:rPr lang="en-US" noProof="1" smtClean="0">
                <a:latin typeface="Source Sans Pro" panose="020B0503030403020204"/>
              </a:rPr>
              <a:t>Lorem ipsum dolor sit amet, tollit epicuri est ex, exerci accumsan singulis ei mel. Non blandit massa enim nec dui nunc mattis enim. Fermentum et sollicitudin ac orci phasellus egestas tellus.</a:t>
            </a:r>
          </a:p>
          <a:p>
            <a:pPr algn="just">
              <a:spcBef>
                <a:spcPts val="1800"/>
              </a:spcBef>
            </a:pPr>
            <a:r>
              <a:rPr lang="en-US" noProof="1" smtClean="0">
                <a:latin typeface="Source Sans Pro" panose="020B0503030403020204"/>
              </a:rPr>
              <a:t>Duis aute irure dolor in reprehenderit in voluptate velit esse cillum dolore eu fugiat nulla pariatur. Excepteur sint occaecat cupidatat non proident, sunt in culpa qui officia deserunt mollit anim id est laborum.</a:t>
            </a:r>
            <a:endParaRPr lang="en-US" noProof="1">
              <a:latin typeface="Source Sans Pro" panose="020B0503030403020204"/>
            </a:endParaRPr>
          </a:p>
        </p:txBody>
      </p:sp>
    </p:spTree>
    <p:extLst>
      <p:ext uri="{BB962C8B-B14F-4D97-AF65-F5344CB8AC3E}">
        <p14:creationId xmlns:p14="http://schemas.microsoft.com/office/powerpoint/2010/main" val="838314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en-US"/>
          </a:p>
        </p:txBody>
      </p:sp>
      <p:sp>
        <p:nvSpPr>
          <p:cNvPr id="3" name="Рисунок 2"/>
          <p:cNvSpPr>
            <a:spLocks noGrp="1"/>
          </p:cNvSpPr>
          <p:nvPr>
            <p:ph type="pic" idx="1"/>
          </p:nvPr>
        </p:nvSpPr>
        <p:spPr/>
      </p:sp>
      <p:sp>
        <p:nvSpPr>
          <p:cNvPr id="4" name="Текст 3"/>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26785854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3"/>
          <a:stretch>
            <a:fillRect/>
          </a:stretch>
        </p:blipFill>
        <p:spPr>
          <a:xfrm>
            <a:off x="14287" y="-4763"/>
            <a:ext cx="12163425" cy="6867525"/>
          </a:xfrm>
          <a:prstGeom prst="rect">
            <a:avLst/>
          </a:prstGeom>
        </p:spPr>
      </p:pic>
      <p:sp>
        <p:nvSpPr>
          <p:cNvPr id="9" name="Footer Placeholder 8">
            <a:extLst>
              <a:ext uri="{FF2B5EF4-FFF2-40B4-BE49-F238E27FC236}">
                <a16:creationId xmlns:a16="http://schemas.microsoft.com/office/drawing/2014/main" id="{43AAF5ED-94E7-4881-9A68-3713C1BDF2A6}"/>
              </a:ext>
            </a:extLst>
          </p:cNvPr>
          <p:cNvSpPr>
            <a:spLocks noGrp="1"/>
          </p:cNvSpPr>
          <p:nvPr>
            <p:ph type="ftr" sz="quarter" idx="11"/>
          </p:nvPr>
        </p:nvSpPr>
        <p:spPr/>
        <p:txBody>
          <a:bodyPr/>
          <a:lstStyle/>
          <a:p>
            <a:r>
              <a:rPr lang="uz-Latn-UZ" smtClean="0"/>
              <a:t>@SlaytTop01_bot</a:t>
            </a:r>
            <a:endParaRPr lang="en-US" dirty="0">
              <a:latin typeface="Source Sans Pro" panose="020B0503030403020204"/>
            </a:endParaRPr>
          </a:p>
        </p:txBody>
      </p:sp>
      <p:sp>
        <p:nvSpPr>
          <p:cNvPr id="7" name="Рисунок 2"/>
          <p:cNvSpPr>
            <a:spLocks noGrp="1"/>
          </p:cNvSpPr>
          <p:nvPr>
            <p:ph type="pic" idx="1"/>
          </p:nvPr>
        </p:nvSpPr>
        <p:spPr>
          <a:xfrm>
            <a:off x="7197481" y="1345660"/>
            <a:ext cx="3924457" cy="4549776"/>
          </a:xfrm>
        </p:spPr>
      </p:sp>
      <p:sp>
        <p:nvSpPr>
          <p:cNvPr id="10" name="Title 1">
            <a:extLst>
              <a:ext uri="{FF2B5EF4-FFF2-40B4-BE49-F238E27FC236}">
                <a16:creationId xmlns:a16="http://schemas.microsoft.com/office/drawing/2014/main" id="{AE888425-2F50-4608-A74C-052CD9F68EC2}"/>
              </a:ext>
            </a:extLst>
          </p:cNvPr>
          <p:cNvSpPr txBox="1">
            <a:spLocks/>
          </p:cNvSpPr>
          <p:nvPr/>
        </p:nvSpPr>
        <p:spPr>
          <a:xfrm>
            <a:off x="1312897" y="-6350"/>
            <a:ext cx="10055190" cy="135201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7200" smtClean="0">
                <a:latin typeface="Source Sans Pro" panose="020B0503030403020204"/>
              </a:rPr>
              <a:t>Title</a:t>
            </a:r>
            <a:r>
              <a:rPr lang="en-US" sz="5400" smtClean="0">
                <a:latin typeface="Source Sans Pro" panose="020B0503030403020204"/>
              </a:rPr>
              <a:t> of your Slide</a:t>
            </a:r>
            <a:endParaRPr lang="en-US" sz="5400" dirty="0">
              <a:latin typeface="Source Sans Pro" panose="020B0503030403020204"/>
            </a:endParaRPr>
          </a:p>
        </p:txBody>
      </p:sp>
      <p:sp>
        <p:nvSpPr>
          <p:cNvPr id="11" name="Text Placeholder 5">
            <a:extLst>
              <a:ext uri="{FF2B5EF4-FFF2-40B4-BE49-F238E27FC236}">
                <a16:creationId xmlns:a16="http://schemas.microsoft.com/office/drawing/2014/main" id="{4AD2F034-1AA1-45F2-AACA-3ABBD51179DA}"/>
              </a:ext>
            </a:extLst>
          </p:cNvPr>
          <p:cNvSpPr txBox="1">
            <a:spLocks/>
          </p:cNvSpPr>
          <p:nvPr/>
        </p:nvSpPr>
        <p:spPr>
          <a:xfrm>
            <a:off x="284932" y="1345660"/>
            <a:ext cx="6055560" cy="510222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3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8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9pPr>
          </a:lstStyle>
          <a:p>
            <a:pPr algn="just">
              <a:spcBef>
                <a:spcPts val="1800"/>
              </a:spcBef>
            </a:pPr>
            <a:r>
              <a:rPr lang="en-US" noProof="1" smtClean="0">
                <a:latin typeface="Source Sans Pro" panose="020B0503030403020204"/>
              </a:rPr>
              <a:t>Lorem ipsum dolor sit amet, tollit epicuri est ex, exerci accumsan singulis ei mel. Non blandit massa enim nec dui nunc mattis enim. Fermentum et sollicitudin ac orci phasellus egestas tellus.</a:t>
            </a:r>
          </a:p>
          <a:p>
            <a:pPr algn="just">
              <a:spcBef>
                <a:spcPts val="1800"/>
              </a:spcBef>
            </a:pPr>
            <a:r>
              <a:rPr lang="en-US" noProof="1" smtClean="0">
                <a:latin typeface="Source Sans Pro" panose="020B0503030403020204"/>
              </a:rPr>
              <a:t>Duis aute irure dolor in reprehenderit in voluptate velit esse cillum dolore eu fugiat nulla pariatur. Excepteur sint occaecat cupidatat non proident, sunt in culpa qui officia deserunt mollit anim id est laborum.</a:t>
            </a:r>
            <a:endParaRPr lang="en-US" noProof="1">
              <a:latin typeface="Source Sans Pro" panose="020B0503030403020204"/>
            </a:endParaRPr>
          </a:p>
        </p:txBody>
      </p:sp>
    </p:spTree>
    <p:extLst>
      <p:ext uri="{BB962C8B-B14F-4D97-AF65-F5344CB8AC3E}">
        <p14:creationId xmlns:p14="http://schemas.microsoft.com/office/powerpoint/2010/main" val="1953310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en-US"/>
          </a:p>
        </p:txBody>
      </p:sp>
      <p:sp>
        <p:nvSpPr>
          <p:cNvPr id="3" name="Рисунок 2"/>
          <p:cNvSpPr>
            <a:spLocks noGrp="1"/>
          </p:cNvSpPr>
          <p:nvPr>
            <p:ph type="pic" idx="1"/>
          </p:nvPr>
        </p:nvSpPr>
        <p:spPr/>
      </p:sp>
      <p:sp>
        <p:nvSpPr>
          <p:cNvPr id="4" name="Текст 3"/>
          <p:cNvSpPr>
            <a:spLocks noGrp="1"/>
          </p:cNvSpPr>
          <p:nvPr>
            <p:ph type="body" sz="half" idx="2"/>
          </p:nvPr>
        </p:nvSpPr>
        <p:spPr/>
        <p:txBody>
          <a:bodyPr/>
          <a:lstStyle/>
          <a:p>
            <a:endParaRPr lang="en-US"/>
          </a:p>
        </p:txBody>
      </p:sp>
      <p:pic>
        <p:nvPicPr>
          <p:cNvPr id="5" name="Рисунок 4"/>
          <p:cNvPicPr>
            <a:picLocks noChangeAspect="1"/>
          </p:cNvPicPr>
          <p:nvPr/>
        </p:nvPicPr>
        <p:blipFill>
          <a:blip r:embed="rId2"/>
          <a:stretch>
            <a:fillRect/>
          </a:stretch>
        </p:blipFill>
        <p:spPr>
          <a:xfrm>
            <a:off x="14287" y="-4763"/>
            <a:ext cx="12163425" cy="6867525"/>
          </a:xfrm>
          <a:prstGeom prst="rect">
            <a:avLst/>
          </a:prstGeom>
        </p:spPr>
      </p:pic>
      <p:sp>
        <p:nvSpPr>
          <p:cNvPr id="6" name="Title 1">
            <a:extLst>
              <a:ext uri="{FF2B5EF4-FFF2-40B4-BE49-F238E27FC236}">
                <a16:creationId xmlns:a16="http://schemas.microsoft.com/office/drawing/2014/main" id="{9E9C66F6-58A1-4B5E-A464-07C81DE6993D}"/>
              </a:ext>
            </a:extLst>
          </p:cNvPr>
          <p:cNvSpPr txBox="1">
            <a:spLocks/>
          </p:cNvSpPr>
          <p:nvPr/>
        </p:nvSpPr>
        <p:spPr>
          <a:xfrm>
            <a:off x="2562945" y="1868977"/>
            <a:ext cx="8224042" cy="394546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gn="ctr"/>
            <a:r>
              <a:rPr lang="uz-Latn-UZ" sz="16600" smtClean="0"/>
              <a:t>THANK YOU</a:t>
            </a:r>
            <a:endParaRPr lang="en-US" sz="16600" dirty="0">
              <a:latin typeface="Source Sans Pro" panose="020B0503030403020204"/>
            </a:endParaRPr>
          </a:p>
        </p:txBody>
      </p:sp>
      <p:sp>
        <p:nvSpPr>
          <p:cNvPr id="7" name="Footer Placeholder 8">
            <a:extLst>
              <a:ext uri="{FF2B5EF4-FFF2-40B4-BE49-F238E27FC236}">
                <a16:creationId xmlns:a16="http://schemas.microsoft.com/office/drawing/2014/main" id="{43AAF5ED-94E7-4881-9A68-3713C1BDF2A6}"/>
              </a:ext>
            </a:extLst>
          </p:cNvPr>
          <p:cNvSpPr>
            <a:spLocks noGrp="1"/>
          </p:cNvSpPr>
          <p:nvPr>
            <p:ph type="ftr" sz="quarter" idx="11"/>
          </p:nvPr>
        </p:nvSpPr>
        <p:spPr>
          <a:xfrm>
            <a:off x="4038600" y="6356350"/>
            <a:ext cx="4114800" cy="365125"/>
          </a:xfrm>
        </p:spPr>
        <p:txBody>
          <a:bodyPr/>
          <a:lstStyle/>
          <a:p>
            <a:r>
              <a:rPr lang="uz-Latn-UZ" smtClean="0"/>
              <a:t>@SlaytTop01_bot</a:t>
            </a:r>
            <a:endParaRPr lang="en-US" dirty="0">
              <a:latin typeface="Source Sans Pro" panose="020B0503030403020204"/>
            </a:endParaRPr>
          </a:p>
        </p:txBody>
      </p:sp>
    </p:spTree>
    <p:extLst>
      <p:ext uri="{BB962C8B-B14F-4D97-AF65-F5344CB8AC3E}">
        <p14:creationId xmlns:p14="http://schemas.microsoft.com/office/powerpoint/2010/main" val="794956899"/>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207</Words>
  <Application>Microsoft Office PowerPoint</Application>
  <PresentationFormat>Широкоэкранный</PresentationFormat>
  <Paragraphs>18</Paragraphs>
  <Slides>5</Slides>
  <Notes>3</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5</vt:i4>
      </vt:variant>
    </vt:vector>
  </HeadingPairs>
  <TitlesOfParts>
    <vt:vector size="10" baseType="lpstr">
      <vt:lpstr>Arial</vt:lpstr>
      <vt:lpstr>Calibri</vt:lpstr>
      <vt:lpstr>Calibri Light</vt:lpstr>
      <vt:lpstr>Source Sans Pro</vt:lpstr>
      <vt:lpstr>Тема Office</vt:lpstr>
      <vt:lpstr>Title of your Presentation</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your Presentation</dc:title>
  <dc:creator>204-07</dc:creator>
  <cp:lastModifiedBy>204-07</cp:lastModifiedBy>
  <cp:revision>14</cp:revision>
  <dcterms:created xsi:type="dcterms:W3CDTF">2026-05-07T09:48:56Z</dcterms:created>
  <dcterms:modified xsi:type="dcterms:W3CDTF">2026-05-07T10:02:09Z</dcterms:modified>
</cp:coreProperties>
</file>