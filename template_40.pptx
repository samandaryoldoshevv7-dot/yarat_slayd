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4.xml"/><Relationship Id="rId5" Type="http://schemas.openxmlformats.org/officeDocument/2006/relationships/tags" Target="../tags/tag13.xml"/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20.xml"/><Relationship Id="rId6" Type="http://schemas.openxmlformats.org/officeDocument/2006/relationships/tags" Target="../tags/tag19.xml"/><Relationship Id="rId5" Type="http://schemas.openxmlformats.org/officeDocument/2006/relationships/tags" Target="../tags/tag18.xml"/><Relationship Id="rId4" Type="http://schemas.openxmlformats.org/officeDocument/2006/relationships/tags" Target="../tags/tag17.xml"/><Relationship Id="rId3" Type="http://schemas.openxmlformats.org/officeDocument/2006/relationships/tags" Target="../tags/tag16.xml"/><Relationship Id="rId2" Type="http://schemas.openxmlformats.org/officeDocument/2006/relationships/tags" Target="../tags/tag15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28.xml"/><Relationship Id="rId8" Type="http://schemas.openxmlformats.org/officeDocument/2006/relationships/tags" Target="../tags/tag27.xml"/><Relationship Id="rId7" Type="http://schemas.openxmlformats.org/officeDocument/2006/relationships/tags" Target="../tags/tag26.xml"/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4.xml"/><Relationship Id="rId6" Type="http://schemas.openxmlformats.org/officeDocument/2006/relationships/tags" Target="../tags/tag33.xml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" Type="http://schemas.openxmlformats.org/officeDocument/2006/relationships/tags" Target="../tags/tag2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tags" Target="../tags/tag37.xml"/><Relationship Id="rId3" Type="http://schemas.openxmlformats.org/officeDocument/2006/relationships/tags" Target="../tags/tag36.xml"/><Relationship Id="rId2" Type="http://schemas.openxmlformats.org/officeDocument/2006/relationships/tags" Target="../tags/tag3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66.xml"/><Relationship Id="rId8" Type="http://schemas.openxmlformats.org/officeDocument/2006/relationships/tags" Target="../tags/tag65.xml"/><Relationship Id="rId7" Type="http://schemas.openxmlformats.org/officeDocument/2006/relationships/tags" Target="../tags/tag64.xml"/><Relationship Id="rId6" Type="http://schemas.openxmlformats.org/officeDocument/2006/relationships/tags" Target="../tags/tag63.xml"/><Relationship Id="rId5" Type="http://schemas.openxmlformats.org/officeDocument/2006/relationships/tags" Target="../tags/tag62.xml"/><Relationship Id="rId4" Type="http://schemas.openxmlformats.org/officeDocument/2006/relationships/tags" Target="../tags/tag61.xml"/><Relationship Id="rId3" Type="http://schemas.openxmlformats.org/officeDocument/2006/relationships/tags" Target="../tags/tag60.xml"/><Relationship Id="rId2" Type="http://schemas.openxmlformats.org/officeDocument/2006/relationships/tags" Target="../tags/tag59.xml"/><Relationship Id="rId10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099"/>
          <p:cNvSpPr/>
          <p:nvPr>
            <p:custDataLst>
              <p:tags r:id="rId2"/>
            </p:custDataLst>
          </p:nvPr>
        </p:nvSpPr>
        <p:spPr>
          <a:xfrm>
            <a:off x="0" y="2377440"/>
            <a:ext cx="5193792" cy="4480560"/>
          </a:xfrm>
          <a:custGeom>
            <a:avLst/>
            <a:gdLst/>
            <a:ahLst/>
            <a:cxnLst/>
            <a:rect l="l" t="t" r="r" b="b"/>
            <a:pathLst>
              <a:path w="5193792" h="4480560">
                <a:moveTo>
                  <a:pt x="4828032" y="4480560"/>
                </a:moveTo>
                <a:lnTo>
                  <a:pt x="0" y="4480560"/>
                </a:lnTo>
                <a:lnTo>
                  <a:pt x="0" y="896112"/>
                </a:lnTo>
                <a:cubicBezTo>
                  <a:pt x="548640" y="338328"/>
                  <a:pt x="1307592" y="0"/>
                  <a:pt x="2148840" y="0"/>
                </a:cubicBezTo>
                <a:cubicBezTo>
                  <a:pt x="3831336" y="0"/>
                  <a:pt x="5193792" y="1362456"/>
                  <a:pt x="5193792" y="3044952"/>
                </a:cubicBezTo>
                <a:cubicBezTo>
                  <a:pt x="5193792" y="3566160"/>
                  <a:pt x="5065776" y="4050792"/>
                  <a:pt x="4828032" y="4480560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7 (Stroke)_#color-2083&amp;10102"/>
          <p:cNvSpPr/>
          <p:nvPr>
            <p:custDataLst>
              <p:tags r:id="rId3"/>
            </p:custDataLst>
          </p:nvPr>
        </p:nvSpPr>
        <p:spPr>
          <a:xfrm>
            <a:off x="0" y="0"/>
            <a:ext cx="2505456" cy="3108960"/>
          </a:xfrm>
          <a:custGeom>
            <a:avLst/>
            <a:gdLst/>
            <a:ahLst/>
            <a:cxnLst/>
            <a:rect l="l" t="t" r="r" b="b"/>
            <a:pathLst>
              <a:path w="2505456" h="3108960">
                <a:moveTo>
                  <a:pt x="0" y="2505456"/>
                </a:moveTo>
                <a:cubicBezTo>
                  <a:pt x="100584" y="2523744"/>
                  <a:pt x="201168" y="2532888"/>
                  <a:pt x="301752" y="2532888"/>
                </a:cubicBezTo>
                <a:cubicBezTo>
                  <a:pt x="1207008" y="2532888"/>
                  <a:pt x="1938528" y="1801368"/>
                  <a:pt x="1938528" y="905256"/>
                </a:cubicBezTo>
                <a:cubicBezTo>
                  <a:pt x="1938528" y="566928"/>
                  <a:pt x="1837944" y="256032"/>
                  <a:pt x="1664208" y="0"/>
                </a:cubicBezTo>
                <a:lnTo>
                  <a:pt x="2313432" y="0"/>
                </a:lnTo>
                <a:cubicBezTo>
                  <a:pt x="2441448" y="274320"/>
                  <a:pt x="2505456" y="576072"/>
                  <a:pt x="2505456" y="905256"/>
                </a:cubicBezTo>
                <a:cubicBezTo>
                  <a:pt x="2505456" y="2121408"/>
                  <a:pt x="1517904" y="3108960"/>
                  <a:pt x="301752" y="3108960"/>
                </a:cubicBezTo>
                <a:cubicBezTo>
                  <a:pt x="201168" y="3108960"/>
                  <a:pt x="100584" y="3099816"/>
                  <a:pt x="0" y="3081528"/>
                </a:cubicBezTo>
                <a:lnTo>
                  <a:pt x="0" y="2505456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-2082&amp;9905"/>
          <p:cNvSpPr/>
          <p:nvPr>
            <p:custDataLst>
              <p:tags r:id="rId4"/>
            </p:custDataLst>
          </p:nvPr>
        </p:nvSpPr>
        <p:spPr>
          <a:xfrm>
            <a:off x="9464040" y="4379976"/>
            <a:ext cx="1609344" cy="1609344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11" name="Ellipse 39-2082&amp;9906"/>
          <p:cNvSpPr/>
          <p:nvPr>
            <p:custDataLst>
              <p:tags r:id="rId5"/>
            </p:custDataLst>
          </p:nvPr>
        </p:nvSpPr>
        <p:spPr>
          <a:xfrm>
            <a:off x="11338560" y="3617849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70709" y="1862454"/>
            <a:ext cx="9467850" cy="2628901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70709" y="4790127"/>
            <a:ext cx="7492365" cy="1177603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4" name="Ellipse 36-2082&amp;9912"/>
          <p:cNvSpPr/>
          <p:nvPr>
            <p:custDataLst>
              <p:tags r:id="rId5"/>
            </p:custDataLst>
          </p:nvPr>
        </p:nvSpPr>
        <p:spPr>
          <a:xfrm>
            <a:off x="6976872" y="1005840"/>
            <a:ext cx="4343400" cy="4343400"/>
          </a:xfrm>
          <a:prstGeom prst="ellipse">
            <a:avLst/>
          </a:prstGeom>
          <a:solidFill>
            <a:schemeClr val="tx2">
              <a:alpha val="5000"/>
            </a:schemeClr>
          </a:solidFill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" name="Ellipse 37 (Stroke)_#color-2083&amp;10105"/>
          <p:cNvSpPr/>
          <p:nvPr>
            <p:custDataLst>
              <p:tags r:id="rId6"/>
            </p:custDataLst>
          </p:nvPr>
        </p:nvSpPr>
        <p:spPr>
          <a:xfrm>
            <a:off x="7159752" y="0"/>
            <a:ext cx="3977640" cy="2258568"/>
          </a:xfrm>
          <a:custGeom>
            <a:avLst/>
            <a:gdLst/>
            <a:ahLst/>
            <a:cxnLst/>
            <a:rect l="l" t="t" r="r" b="b"/>
            <a:pathLst>
              <a:path w="3977640" h="2258568">
                <a:moveTo>
                  <a:pt x="594360" y="0"/>
                </a:moveTo>
                <a:cubicBezTo>
                  <a:pt x="576072" y="82296"/>
                  <a:pt x="576072" y="173736"/>
                  <a:pt x="576072" y="265176"/>
                </a:cubicBezTo>
                <a:cubicBezTo>
                  <a:pt x="576072" y="1051560"/>
                  <a:pt x="1207008" y="1682496"/>
                  <a:pt x="1984248" y="1682496"/>
                </a:cubicBezTo>
                <a:cubicBezTo>
                  <a:pt x="2770632" y="1682496"/>
                  <a:pt x="3401568" y="1051560"/>
                  <a:pt x="3401568" y="265176"/>
                </a:cubicBezTo>
                <a:cubicBezTo>
                  <a:pt x="3401568" y="173736"/>
                  <a:pt x="3392424" y="82296"/>
                  <a:pt x="3374136" y="0"/>
                </a:cubicBezTo>
                <a:lnTo>
                  <a:pt x="3959352" y="0"/>
                </a:lnTo>
                <a:cubicBezTo>
                  <a:pt x="3968496" y="91440"/>
                  <a:pt x="3977640" y="173736"/>
                  <a:pt x="3977640" y="265176"/>
                </a:cubicBezTo>
                <a:cubicBezTo>
                  <a:pt x="3977640" y="1362456"/>
                  <a:pt x="3081528" y="2258568"/>
                  <a:pt x="1984248" y="2258568"/>
                </a:cubicBezTo>
                <a:cubicBezTo>
                  <a:pt x="886968" y="2258568"/>
                  <a:pt x="0" y="1362456"/>
                  <a:pt x="0" y="265176"/>
                </a:cubicBezTo>
                <a:cubicBezTo>
                  <a:pt x="0" y="173736"/>
                  <a:pt x="9144" y="91440"/>
                  <a:pt x="18288" y="0"/>
                </a:cubicBezTo>
                <a:lnTo>
                  <a:pt x="59436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7"/>
            </p:custDataLst>
          </p:nvPr>
        </p:nvSpPr>
        <p:spPr>
          <a:xfrm>
            <a:off x="7709207" y="2637205"/>
            <a:ext cx="2880000" cy="1081088"/>
          </a:xfrm>
        </p:spPr>
        <p:txBody>
          <a:bodyPr wrap="square" anchor="b">
            <a:normAutofit/>
          </a:bodyPr>
          <a:lstStyle>
            <a:lvl1pPr algn="ctr">
              <a:defRPr sz="43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_#color-2083&amp;10108"/>
          <p:cNvSpPr/>
          <p:nvPr>
            <p:custDataLst>
              <p:tags r:id="rId2"/>
            </p:custDataLst>
          </p:nvPr>
        </p:nvSpPr>
        <p:spPr>
          <a:xfrm>
            <a:off x="0" y="566928"/>
            <a:ext cx="5422392" cy="6291072"/>
          </a:xfrm>
          <a:custGeom>
            <a:avLst/>
            <a:gdLst/>
            <a:ahLst/>
            <a:cxnLst/>
            <a:rect l="l" t="t" r="r" b="b"/>
            <a:pathLst>
              <a:path w="5422392" h="6291072">
                <a:moveTo>
                  <a:pt x="4425696" y="6291072"/>
                </a:moveTo>
                <a:lnTo>
                  <a:pt x="0" y="6291072"/>
                </a:lnTo>
                <a:lnTo>
                  <a:pt x="0" y="393192"/>
                </a:lnTo>
                <a:cubicBezTo>
                  <a:pt x="502920" y="137160"/>
                  <a:pt x="1069848" y="0"/>
                  <a:pt x="1673352" y="0"/>
                </a:cubicBezTo>
                <a:cubicBezTo>
                  <a:pt x="3739896" y="0"/>
                  <a:pt x="5422392" y="1673352"/>
                  <a:pt x="5422392" y="3749040"/>
                </a:cubicBezTo>
                <a:cubicBezTo>
                  <a:pt x="5422392" y="4727448"/>
                  <a:pt x="5047488" y="5614416"/>
                  <a:pt x="4425696" y="6291072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9" name="Ellipse 38_#color_#strokes-2083&amp;10111"/>
          <p:cNvSpPr/>
          <p:nvPr>
            <p:custDataLst>
              <p:tags r:id="rId3"/>
            </p:custDataLst>
          </p:nvPr>
        </p:nvSpPr>
        <p:spPr>
          <a:xfrm>
            <a:off x="11314176" y="1463040"/>
            <a:ext cx="877824" cy="1399032"/>
          </a:xfrm>
          <a:custGeom>
            <a:avLst/>
            <a:gdLst/>
            <a:ahLst/>
            <a:cxnLst/>
            <a:rect l="l" t="t" r="r" b="b"/>
            <a:pathLst>
              <a:path w="877824" h="1399032">
                <a:moveTo>
                  <a:pt x="877824" y="18288"/>
                </a:moveTo>
                <a:lnTo>
                  <a:pt x="877824" y="1371600"/>
                </a:lnTo>
                <a:cubicBezTo>
                  <a:pt x="822960" y="1389888"/>
                  <a:pt x="758952" y="1399032"/>
                  <a:pt x="694944" y="1399032"/>
                </a:cubicBezTo>
                <a:cubicBezTo>
                  <a:pt x="310896" y="1399032"/>
                  <a:pt x="0" y="1088136"/>
                  <a:pt x="0" y="694944"/>
                </a:cubicBezTo>
                <a:cubicBezTo>
                  <a:pt x="0" y="310896"/>
                  <a:pt x="310896" y="0"/>
                  <a:pt x="694944" y="0"/>
                </a:cubicBezTo>
                <a:cubicBezTo>
                  <a:pt x="758952" y="0"/>
                  <a:pt x="822960" y="9144"/>
                  <a:pt x="877824" y="18288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0" name="Ellipse 39_#color_#strokes-2082&amp;9935"/>
          <p:cNvSpPr/>
          <p:nvPr>
            <p:custDataLst>
              <p:tags r:id="rId4"/>
            </p:custDataLst>
          </p:nvPr>
        </p:nvSpPr>
        <p:spPr>
          <a:xfrm>
            <a:off x="10131552" y="301752"/>
            <a:ext cx="530352" cy="530352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5850890" y="1621790"/>
            <a:ext cx="5464175" cy="2789555"/>
          </a:xfrm>
        </p:spPr>
        <p:txBody>
          <a:bodyPr wrap="square" anchor="ctr" anchorCtr="0">
            <a:normAutofit/>
          </a:bodyPr>
          <a:lstStyle>
            <a:lvl1pPr algn="l">
              <a:defRPr sz="4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8" name="节编号 3"/>
          <p:cNvSpPr>
            <a:spLocks noGrp="1"/>
          </p:cNvSpPr>
          <p:nvPr>
            <p:ph type="body" sz="quarter" idx="13" hasCustomPrompt="1"/>
            <p:custDataLst>
              <p:tags r:id="rId6"/>
            </p:custDataLst>
          </p:nvPr>
        </p:nvSpPr>
        <p:spPr>
          <a:xfrm>
            <a:off x="1130518" y="665438"/>
            <a:ext cx="4402908" cy="4700971"/>
          </a:xfrm>
        </p:spPr>
        <p:txBody>
          <a:bodyPr wrap="none" anchor="ctr">
            <a:normAutofit/>
          </a:bodyPr>
          <a:lstStyle>
            <a:lvl1pPr marL="0" indent="0" algn="ctr">
              <a:buNone/>
              <a:defRPr sz="15300" b="1">
                <a:solidFill>
                  <a:srgbClr val="FFFFFF"/>
                </a:soli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text</a:t>
            </a:r>
            <a:endParaRPr lang="en-US" dirty="0"/>
          </a:p>
        </p:txBody>
      </p:sp>
      <p:sp>
        <p:nvSpPr>
          <p:cNvPr id="4" name="日期占位符 4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5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6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48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313200" y="1364400"/>
            <a:ext cx="5181600" cy="48132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364400"/>
            <a:ext cx="5157787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4800" y="2061275"/>
            <a:ext cx="5157787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311612" y="1364400"/>
            <a:ext cx="5183188" cy="540000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311612" y="2061275"/>
            <a:ext cx="5183188" cy="4128388"/>
          </a:xfrm>
        </p:spPr>
        <p:txBody>
          <a:bodyPr wrap="square">
            <a:normAutofit/>
          </a:bodyPr>
          <a:lstStyle>
            <a:lvl1pPr>
              <a:defRPr sz="2200"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838200" y="360000"/>
            <a:ext cx="10515600" cy="5817600"/>
          </a:xfrm>
        </p:spPr>
        <p:txBody>
          <a:bodyPr wrap="square">
            <a:normAutofit/>
          </a:bodyPr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4800" y="360000"/>
            <a:ext cx="10800000" cy="720000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dirty="0">
                <a:latin typeface="+mj-lt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4800" y="1296000"/>
            <a:ext cx="10800000" cy="576000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llipse 36-2083&amp;10120"/>
          <p:cNvSpPr/>
          <p:nvPr>
            <p:custDataLst>
              <p:tags r:id="rId2"/>
            </p:custDataLst>
          </p:nvPr>
        </p:nvSpPr>
        <p:spPr>
          <a:xfrm>
            <a:off x="0" y="2679192"/>
            <a:ext cx="5056632" cy="4178808"/>
          </a:xfrm>
          <a:custGeom>
            <a:avLst/>
            <a:gdLst/>
            <a:ahLst/>
            <a:cxnLst/>
            <a:rect l="l" t="t" r="r" b="b"/>
            <a:pathLst>
              <a:path w="5056632" h="4178808">
                <a:moveTo>
                  <a:pt x="4837176" y="4178808"/>
                </a:moveTo>
                <a:lnTo>
                  <a:pt x="0" y="4178808"/>
                </a:lnTo>
                <a:lnTo>
                  <a:pt x="0" y="758952"/>
                </a:lnTo>
                <a:cubicBezTo>
                  <a:pt x="539496" y="283464"/>
                  <a:pt x="1243584" y="0"/>
                  <a:pt x="2011680" y="0"/>
                </a:cubicBezTo>
                <a:cubicBezTo>
                  <a:pt x="3694176" y="0"/>
                  <a:pt x="5056632" y="1362456"/>
                  <a:pt x="5056632" y="3044952"/>
                </a:cubicBezTo>
                <a:cubicBezTo>
                  <a:pt x="5056632" y="3447288"/>
                  <a:pt x="4974336" y="3831336"/>
                  <a:pt x="4837176" y="4178808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8" name="Ellipse 38_#color_#strokes-2082&amp;9949"/>
          <p:cNvSpPr/>
          <p:nvPr>
            <p:custDataLst>
              <p:tags r:id="rId3"/>
            </p:custDataLst>
          </p:nvPr>
        </p:nvSpPr>
        <p:spPr>
          <a:xfrm>
            <a:off x="9537192" y="1152144"/>
            <a:ext cx="1298448" cy="1298448"/>
          </a:xfrm>
          <a:prstGeom prst="ellipse">
            <a:avLst/>
          </a:prstGeom>
          <a:solidFill>
            <a:schemeClr val="tx2">
              <a:alpha val="43000"/>
            </a:schemeClr>
          </a:solidFill>
        </p:spPr>
      </p:sp>
      <p:sp>
        <p:nvSpPr>
          <p:cNvPr id="9" name="Ellipse 37 (Stroke)_#color-2083&amp;10123"/>
          <p:cNvSpPr/>
          <p:nvPr>
            <p:custDataLst>
              <p:tags r:id="rId4"/>
            </p:custDataLst>
          </p:nvPr>
        </p:nvSpPr>
        <p:spPr>
          <a:xfrm>
            <a:off x="0" y="0"/>
            <a:ext cx="2368296" cy="3410712"/>
          </a:xfrm>
          <a:custGeom>
            <a:avLst/>
            <a:gdLst/>
            <a:ahLst/>
            <a:cxnLst/>
            <a:rect l="l" t="t" r="r" b="b"/>
            <a:pathLst>
              <a:path w="2368296" h="3410712">
                <a:moveTo>
                  <a:pt x="0" y="2834640"/>
                </a:moveTo>
                <a:cubicBezTo>
                  <a:pt x="54864" y="2834640"/>
                  <a:pt x="109728" y="2834640"/>
                  <a:pt x="164592" y="2834640"/>
                </a:cubicBezTo>
                <a:cubicBezTo>
                  <a:pt x="1069848" y="2834640"/>
                  <a:pt x="1801368" y="2112264"/>
                  <a:pt x="1801368" y="1207008"/>
                </a:cubicBezTo>
                <a:cubicBezTo>
                  <a:pt x="1801368" y="731520"/>
                  <a:pt x="1591056" y="301752"/>
                  <a:pt x="1261872" y="0"/>
                </a:cubicBezTo>
                <a:lnTo>
                  <a:pt x="2011680" y="0"/>
                </a:lnTo>
                <a:cubicBezTo>
                  <a:pt x="2240280" y="347472"/>
                  <a:pt x="2368296" y="758952"/>
                  <a:pt x="2368296" y="1207008"/>
                </a:cubicBezTo>
                <a:cubicBezTo>
                  <a:pt x="2368296" y="2423160"/>
                  <a:pt x="1380744" y="3410712"/>
                  <a:pt x="164592" y="3410712"/>
                </a:cubicBezTo>
                <a:cubicBezTo>
                  <a:pt x="109728" y="3410712"/>
                  <a:pt x="54864" y="3410712"/>
                  <a:pt x="0" y="3401568"/>
                </a:cubicBezTo>
                <a:lnTo>
                  <a:pt x="0" y="283464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40_#color_#strokes-2082&amp;9950"/>
          <p:cNvSpPr/>
          <p:nvPr>
            <p:custDataLst>
              <p:tags r:id="rId5"/>
            </p:custDataLst>
          </p:nvPr>
        </p:nvSpPr>
        <p:spPr>
          <a:xfrm>
            <a:off x="10899648" y="3429000"/>
            <a:ext cx="530352" cy="530352"/>
          </a:xfrm>
          <a:prstGeom prst="ellipse">
            <a:avLst/>
          </a:prstGeom>
          <a:solidFill>
            <a:schemeClr val="accent1"/>
          </a:solidFill>
        </p:spPr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1841500" y="555752"/>
            <a:ext cx="10096500" cy="3249648"/>
          </a:xfrm>
        </p:spPr>
        <p:txBody>
          <a:bodyPr wrap="square" anchor="b">
            <a:normAutofit/>
          </a:bodyPr>
          <a:lstStyle>
            <a:lvl1pPr algn="l">
              <a:lnSpc>
                <a:spcPct val="100000"/>
              </a:lnSpc>
              <a:defRPr sz="5800">
                <a:latin typeface="+mj-lt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0"/>
            </p:custDataLst>
          </p:nvPr>
        </p:nvSpPr>
        <p:spPr>
          <a:xfrm>
            <a:off x="1841500" y="4217290"/>
            <a:ext cx="10096500" cy="1931921"/>
          </a:xfrm>
        </p:spPr>
        <p:txBody>
          <a:bodyPr wrap="square"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latin typeface="+mn-lt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0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75.xml"/><Relationship Id="rId18" Type="http://schemas.openxmlformats.org/officeDocument/2006/relationships/tags" Target="../tags/tag74.xml"/><Relationship Id="rId17" Type="http://schemas.openxmlformats.org/officeDocument/2006/relationships/tags" Target="../tags/tag73.xml"/><Relationship Id="rId16" Type="http://schemas.openxmlformats.org/officeDocument/2006/relationships/tags" Target="../tags/tag72.xml"/><Relationship Id="rId15" Type="http://schemas.openxmlformats.org/officeDocument/2006/relationships/tags" Target="../tags/tag71.xml"/><Relationship Id="rId14" Type="http://schemas.openxmlformats.org/officeDocument/2006/relationships/tags" Target="../tags/tag70.xml"/><Relationship Id="rId13" Type="http://schemas.openxmlformats.org/officeDocument/2006/relationships/tags" Target="../tags/tag69.xml"/><Relationship Id="rId12" Type="http://schemas.openxmlformats.org/officeDocument/2006/relationships/tags" Target="../tags/tag68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Ellipse 37 (Stroke)_#color-2083&amp;10114"/>
          <p:cNvSpPr/>
          <p:nvPr>
            <p:custDataLst>
              <p:tags r:id="rId12"/>
            </p:custDataLst>
          </p:nvPr>
        </p:nvSpPr>
        <p:spPr>
          <a:xfrm>
            <a:off x="10497312" y="0"/>
            <a:ext cx="1691640" cy="1591056"/>
          </a:xfrm>
          <a:custGeom>
            <a:avLst/>
            <a:gdLst/>
            <a:ahLst/>
            <a:cxnLst/>
            <a:rect l="l" t="t" r="r" b="b"/>
            <a:pathLst>
              <a:path w="1691640" h="1591056">
                <a:moveTo>
                  <a:pt x="402336" y="0"/>
                </a:moveTo>
                <a:cubicBezTo>
                  <a:pt x="374904" y="82296"/>
                  <a:pt x="365760" y="164592"/>
                  <a:pt x="365760" y="246888"/>
                </a:cubicBezTo>
                <a:cubicBezTo>
                  <a:pt x="365760" y="786384"/>
                  <a:pt x="804672" y="1225296"/>
                  <a:pt x="1344168" y="1225296"/>
                </a:cubicBezTo>
                <a:cubicBezTo>
                  <a:pt x="1472184" y="1225296"/>
                  <a:pt x="1591056" y="1207008"/>
                  <a:pt x="1691640" y="1161288"/>
                </a:cubicBezTo>
                <a:lnTo>
                  <a:pt x="1691640" y="1545336"/>
                </a:lnTo>
                <a:cubicBezTo>
                  <a:pt x="1581912" y="1581912"/>
                  <a:pt x="1463040" y="1591056"/>
                  <a:pt x="1344168" y="1591056"/>
                </a:cubicBezTo>
                <a:cubicBezTo>
                  <a:pt x="603504" y="1591056"/>
                  <a:pt x="0" y="987552"/>
                  <a:pt x="0" y="246888"/>
                </a:cubicBezTo>
                <a:cubicBezTo>
                  <a:pt x="0" y="164592"/>
                  <a:pt x="9144" y="82296"/>
                  <a:pt x="18288" y="0"/>
                </a:cubicBezTo>
                <a:lnTo>
                  <a:pt x="402336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3" name="Ellipse 36-2083&amp;10117"/>
          <p:cNvSpPr/>
          <p:nvPr>
            <p:custDataLst>
              <p:tags r:id="rId13"/>
            </p:custDataLst>
          </p:nvPr>
        </p:nvSpPr>
        <p:spPr>
          <a:xfrm>
            <a:off x="905256" y="5687568"/>
            <a:ext cx="2715768" cy="1170432"/>
          </a:xfrm>
          <a:custGeom>
            <a:avLst/>
            <a:gdLst/>
            <a:ahLst/>
            <a:cxnLst/>
            <a:rect l="l" t="t" r="r" b="b"/>
            <a:pathLst>
              <a:path w="2715768" h="1170432">
                <a:moveTo>
                  <a:pt x="2715768" y="1170432"/>
                </a:moveTo>
                <a:lnTo>
                  <a:pt x="0" y="1170432"/>
                </a:lnTo>
                <a:cubicBezTo>
                  <a:pt x="100584" y="502920"/>
                  <a:pt x="667512" y="0"/>
                  <a:pt x="1353312" y="0"/>
                </a:cubicBezTo>
                <a:cubicBezTo>
                  <a:pt x="2048256" y="0"/>
                  <a:pt x="2615184" y="502920"/>
                  <a:pt x="2715768" y="1170432"/>
                </a:cubicBezTo>
              </a:path>
            </a:pathLst>
          </a:custGeom>
          <a:solidFill>
            <a:schemeClr val="tx2">
              <a:alpha val="5000"/>
            </a:schemeClr>
          </a:solidFill>
        </p:spPr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480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4800" y="1364400"/>
            <a:ext cx="10800000" cy="4813200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48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1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KSO_TEMPLATE" hidden="1"/>
          <p:cNvSpPr/>
          <p:nvPr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78.xml"/><Relationship Id="rId2" Type="http://schemas.openxmlformats.org/officeDocument/2006/relationships/tags" Target="../tags/tag77.xml"/><Relationship Id="rId1" Type="http://schemas.openxmlformats.org/officeDocument/2006/relationships/tags" Target="../tags/tag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>
                <a:ea typeface="+mj-ea"/>
              </a:rPr>
              <a:t>The title goes here</a:t>
            </a:r>
            <a:endParaRPr lang="en-US">
              <a:ea typeface="+mj-ea"/>
            </a:endParaRPr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>
                <a:ea typeface="+mn-ea"/>
              </a:rPr>
              <a:t>Name</a:t>
            </a:r>
            <a:endParaRPr lang="en-US">
              <a:ea typeface="+mn-ea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3*i*2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1.xml><?xml version="1.0" encoding="utf-8"?>
<p:tagLst xmlns:p="http://schemas.openxmlformats.org/presentationml/2006/main">
  <p:tag name="KSO_WM_UNIT_SUBTYPE" val="a"/>
  <p:tag name="KSO_WM_UNIT_PRESET_TEXT" val="单击此处编辑母版文本样式&#10;第二级&#10;第三级&#10;第四级&#10;第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3477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5.xml><?xml version="1.0" encoding="utf-8"?>
<p:tagLst xmlns:p="http://schemas.openxmlformats.org/presentationml/2006/main">
  <p:tag name="KSO_WM_SPECIAL_SOURCE" val="bdnull"/>
  <p:tag name="KSO_WM_TEMPLATE_THUMBS_INDEX" val="1、9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477"/>
</p:tagLst>
</file>

<file path=ppt/tags/tag76.xml><?xml version="1.0" encoding="utf-8"?>
<p:tagLst xmlns:p="http://schemas.openxmlformats.org/presentationml/2006/main">
  <p:tag name="KSO_WM_UNIT_ISCONTENTSTITLE" val="0"/>
  <p:tag name="KSO_WM_UNIT_ISNUMDGMTITLE" val="0"/>
  <p:tag name="KSO_WM_UNIT_PRESET_TEXT" val="The title goes here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477_1*a*1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SUBTYPE" val="b"/>
  <p:tag name="KSO_WM_UNIT_PRESET_TEXT" val="Name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477_1*f*4"/>
  <p:tag name="KSO_WM_TEMPLATE_CATEGORY" val="custom"/>
  <p:tag name="KSO_WM_TEMPLATE_INDEX" val="20233477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SPECIAL_SOURCE" val="bdnull"/>
  <p:tag name="KSO_WM_TEMPLATE_THUMBS_INDEX" val="1、9"/>
  <p:tag name="KSO_WM_SLIDE_ID" val="custom20233477_1"/>
  <p:tag name="KSO_WM_TEMPLATE_SUBCATEGORY" val="29"/>
  <p:tag name="KSO_WM_TEMPLATE_MASTER_TYPE" val="0"/>
  <p:tag name="KSO_WM_TEMPLATE_COLOR_TYPE" val="0"/>
  <p:tag name="KSO_WM_SLIDE_TYPE" val="title"/>
  <p:tag name="KSO_WM_SLIDE_SUBTYPE" val="pureTxt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477"/>
  <p:tag name="KSO_WM_SLIDE_LAYOUT" val="a_f"/>
  <p:tag name="KSO_WM_SLIDE_LAYOUT_CNT" val="1_1"/>
  <p:tag name="KSO_WM_SLIDE_THEME_ID" val="3321190"/>
  <p:tag name="KSO_WM_SLIDE_THEME_NAME" val="Yellow Line Minimalist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自定义 89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C000"/>
      </a:accent1>
      <a:accent2>
        <a:srgbClr val="FF7A00"/>
      </a:accent2>
      <a:accent3>
        <a:srgbClr val="FF9900"/>
      </a:accent3>
      <a:accent4>
        <a:srgbClr val="75BD42"/>
      </a:accent4>
      <a:accent5>
        <a:srgbClr val="30C0B4"/>
      </a:accent5>
      <a:accent6>
        <a:srgbClr val="E54C5E"/>
      </a:accent6>
      <a:hlink>
        <a:srgbClr val="658BD5"/>
      </a:hlink>
      <a:folHlink>
        <a:srgbClr val="A16AA5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Lato</vt:lpstr>
      <vt:lpstr>Alex Brush</vt:lpstr>
      <vt:lpstr>Manrope ExtraBold</vt:lpstr>
      <vt:lpstr>Office Theme</vt:lpstr>
      <vt:lpstr>1_Office Theme</vt:lpstr>
      <vt:lpstr>The title goes here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Admin</dc:creator>
  <cp:lastModifiedBy>Muhammad Poyonov</cp:lastModifiedBy>
  <cp:revision>3</cp:revision>
  <dcterms:created xsi:type="dcterms:W3CDTF">2025-07-23T00:59:00Z</dcterms:created>
  <dcterms:modified xsi:type="dcterms:W3CDTF">2026-05-08T07:25:22Z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58EA0AAD79CC49AB949F3B8BAFFB28D7_11</vt:lpwstr>
  </property>
  <property fmtid="{D5CDD505-2E9C-101B-9397-08002B2CF9AE}" pid="3" name="KSOProductBuildVer">
    <vt:lpwstr>1033-12.1.0.25862</vt:lpwstr>
  </property>
</Properties>
</file>