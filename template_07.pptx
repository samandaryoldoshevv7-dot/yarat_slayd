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1FB8F-3D3C-4B51-8A02-EA2B769FCE87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D03AF-1C8C-4EF3-A688-548829845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27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66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7474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124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652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858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782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931CE-53FC-4218-BFAD-D0F06009166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33AD-03D2-4719-B832-3FA89561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69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931CE-53FC-4218-BFAD-D0F06009166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33AD-03D2-4719-B832-3FA89561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6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931CE-53FC-4218-BFAD-D0F06009166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33AD-03D2-4719-B832-3FA89561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32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931CE-53FC-4218-BFAD-D0F06009166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33AD-03D2-4719-B832-3FA89561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4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931CE-53FC-4218-BFAD-D0F06009166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33AD-03D2-4719-B832-3FA89561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07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931CE-53FC-4218-BFAD-D0F06009166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33AD-03D2-4719-B832-3FA89561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7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931CE-53FC-4218-BFAD-D0F06009166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33AD-03D2-4719-B832-3FA89561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45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931CE-53FC-4218-BFAD-D0F06009166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33AD-03D2-4719-B832-3FA89561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74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931CE-53FC-4218-BFAD-D0F06009166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33AD-03D2-4719-B832-3FA89561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8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931CE-53FC-4218-BFAD-D0F06009166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33AD-03D2-4719-B832-3FA89561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62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931CE-53FC-4218-BFAD-D0F06009166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433AD-03D2-4719-B832-3FA89561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46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2A6FDFB-46FD-4D32-A054-BC9C55F6A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505246"/>
            <a:ext cx="5028589" cy="2367799"/>
          </a:xfrm>
        </p:spPr>
        <p:txBody>
          <a:bodyPr anchor="b"/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F0D0AA-12EA-49AC-BF55-4B2556467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497417"/>
            <a:ext cx="5028589" cy="1266939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52439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0074" y="365126"/>
            <a:ext cx="8313726" cy="7128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89DC5E6-DDCD-4B67-B47F-0BD6C54B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0075" y="1176453"/>
            <a:ext cx="8313725" cy="493905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68C53B7-7FCD-400A-9752-7BFFD8BB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0C428BE-FED7-45A5-9425-7445C51F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Your Footer Here</a:t>
            </a:r>
            <a:endParaRPr lang="en-US">
              <a:solidFill>
                <a:schemeClr val="accent4"/>
              </a:solidFill>
            </a:endParaRP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8FDE52B-46E4-490F-8D9A-1A96457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55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8888851-8419-4D40-B1E3-9D279F24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783361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CCD0F33-6122-4DA2-AA9D-CA48CEFB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3981" y="1272845"/>
            <a:ext cx="7849819" cy="4919233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lvl2pPr algn="r">
              <a:defRPr>
                <a:solidFill>
                  <a:schemeClr val="tx2"/>
                </a:solidFill>
              </a:defRPr>
            </a:lvl2pPr>
            <a:lvl3pPr algn="r">
              <a:defRPr>
                <a:solidFill>
                  <a:schemeClr val="tx2"/>
                </a:solidFill>
              </a:defRPr>
            </a:lvl3pPr>
            <a:lvl4pPr algn="r">
              <a:defRPr>
                <a:solidFill>
                  <a:schemeClr val="tx2"/>
                </a:solidFill>
              </a:defRPr>
            </a:lvl4pPr>
            <a:lvl5pPr algn="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A8A3FA1-377F-4383-B7E8-14D9409A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66F5CF8-699B-4A09-9AD0-718B0175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6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358532"/>
            <a:ext cx="6159761" cy="2729731"/>
          </a:xfrm>
        </p:spPr>
        <p:txBody>
          <a:bodyPr anchor="b"/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810" y="3254060"/>
            <a:ext cx="4428281" cy="137476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BE4794E-B8B9-45F1-346F-E7297097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Date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6DD4566-751E-E458-97E3-FDF90139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Your Footer Here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969B7F-7392-2D98-F2DD-7EC3980E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049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8A6F9C6-84D1-561D-B117-D97F3735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Date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2AC689-5953-34D0-2444-AC89D4AC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Your Footer Here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0C0D48-72D0-9B1C-7F45-71EC7D8E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C795C7-AA77-98C9-C8AD-1664D381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98573"/>
            <a:ext cx="6615989" cy="1885331"/>
          </a:xfrm>
        </p:spPr>
        <p:txBody>
          <a:bodyPr anchor="b"/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7EDE4BA-59FC-C803-C965-4306C641A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574973"/>
            <a:ext cx="4114800" cy="98567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056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907DC5D-4F3E-4A99-A621-6F93F322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747" y="252951"/>
            <a:ext cx="5490711" cy="1869365"/>
          </a:xfrm>
        </p:spPr>
        <p:txBody>
          <a:bodyPr anchor="b"/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DA8F992-7750-4566-AB4F-B2E8F37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2230908"/>
            <a:ext cx="4355593" cy="78805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33CC49E4-6647-47F5-895A-9CFC416CE1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5747" y="3925062"/>
            <a:ext cx="1333500" cy="13335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537F86F-E8D6-44FF-939F-7EB5A4693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5747" y="5441766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tx2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17C97F11-0CC0-4E01-8422-6143830432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5747" y="5669099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tx2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22609FE-C556-4394-9CD9-CACD20BC72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747" y="5896432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tx2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CE4E427-9DC8-F2A9-D2F1-4487E164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Date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12BA2E-5B78-367E-BFBA-376FC426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Your Footer Here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E75FDB-C307-D84D-32D1-0AA4CAE9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45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931CE-53FC-4218-BFAD-D0F060091663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433AD-03D2-4719-B832-3FA89561B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82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6478-0438-4D0D-A7E9-EF6F93B41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08718" y="530185"/>
            <a:ext cx="8322424" cy="2636965"/>
          </a:xfrm>
        </p:spPr>
        <p:txBody>
          <a:bodyPr>
            <a:noAutofit/>
          </a:bodyPr>
          <a:lstStyle/>
          <a:p>
            <a:r>
              <a:rPr lang="en-US" sz="7200" b="1" dirty="0"/>
              <a:t>Title of Your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2917B-2853-4208-8FE6-72388B0C5B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 Free Presentation Template</a:t>
            </a:r>
          </a:p>
        </p:txBody>
      </p:sp>
    </p:spTree>
    <p:extLst>
      <p:ext uri="{BB962C8B-B14F-4D97-AF65-F5344CB8AC3E}">
        <p14:creationId xmlns:p14="http://schemas.microsoft.com/office/powerpoint/2010/main" val="200149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0074" y="365126"/>
            <a:ext cx="8313726" cy="712825"/>
          </a:xfrm>
        </p:spPr>
        <p:txBody>
          <a:bodyPr/>
          <a:lstStyle/>
          <a:p>
            <a:r>
              <a:rPr lang="en-US" dirty="0"/>
              <a:t>Title of Your Slide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0075" y="1176453"/>
            <a:ext cx="8313725" cy="4939054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r>
              <a:rPr lang="en-US" noProof="1"/>
              <a:t>Nunc viverra imperdiet enim. Fusce est. Vivamus a tellus.</a:t>
            </a:r>
          </a:p>
          <a:p>
            <a:r>
              <a:rPr lang="en-US" noProof="1"/>
              <a:t>Pellentesque habitant morbi tristique senectus et netus et malesuada fames ac turpis egestas. Proin pharetra nonummy pede. Mauris et orci.</a:t>
            </a:r>
          </a:p>
          <a:p>
            <a:endParaRPr lang="en-US" noProof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7345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783361"/>
          </a:xfrm>
        </p:spPr>
        <p:txBody>
          <a:bodyPr/>
          <a:lstStyle/>
          <a:p>
            <a:r>
              <a:rPr lang="en-US" dirty="0"/>
              <a:t>Title of Your Slide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3981" y="1272845"/>
            <a:ext cx="7849819" cy="4919233"/>
          </a:xfrm>
        </p:spPr>
        <p:txBody>
          <a:bodyPr>
            <a:normAutofit/>
          </a:bodyPr>
          <a:lstStyle/>
          <a:p>
            <a:r>
              <a:rPr lang="en-US" noProof="1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r>
              <a:rPr lang="en-US" noProof="1"/>
              <a:t>Pellentesque habitant morbi tristique senectus et netus et malesuada fames ac turpis egestas. Proin pharetra nonummy pede. Mauris et orci.</a:t>
            </a:r>
          </a:p>
          <a:p>
            <a:endParaRPr lang="en-US" noProof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2738-5ABF-4B0E-8DE3-867BE4D4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78071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10" y="358532"/>
            <a:ext cx="6159761" cy="2729731"/>
          </a:xfrm>
        </p:spPr>
        <p:txBody>
          <a:bodyPr/>
          <a:lstStyle/>
          <a:p>
            <a:r>
              <a:rPr lang="en-US" dirty="0"/>
              <a:t>Title of Your Section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D888B-972E-42BE-8FD6-806C5A5A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810" y="3254060"/>
            <a:ext cx="4428281" cy="1374769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ABB03D-568D-4321-8FC9-B6B10C34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4811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290AD6-CF4F-40D6-93FA-5F998F8EE6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2D6725-98B3-4236-A20D-B359CC0DF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8A21-3691-4C04-B978-15B30DA2E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5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98573"/>
            <a:ext cx="6615989" cy="1885331"/>
          </a:xfrm>
        </p:spPr>
        <p:txBody>
          <a:bodyPr>
            <a:normAutofit/>
          </a:bodyPr>
          <a:lstStyle/>
          <a:p>
            <a:r>
              <a:rPr lang="en-US" dirty="0"/>
              <a:t>Title of Your Section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D888B-972E-42BE-8FD6-806C5A5A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574973"/>
            <a:ext cx="4114800" cy="985675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</a:p>
        </p:txBody>
      </p:sp>
    </p:spTree>
    <p:extLst>
      <p:ext uri="{BB962C8B-B14F-4D97-AF65-F5344CB8AC3E}">
        <p14:creationId xmlns:p14="http://schemas.microsoft.com/office/powerpoint/2010/main" val="767371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435-CC94-4A79-91D6-FFCD67E9C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CB89D-0D9C-4549-AD4E-9811C01F9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E543D-C5A6-4D43-B39E-5403AE63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795" y="6585902"/>
            <a:ext cx="2743200" cy="365125"/>
          </a:xfrm>
        </p:spPr>
        <p:txBody>
          <a:bodyPr/>
          <a:lstStyle/>
          <a:p>
            <a:pPr lvl="0"/>
            <a:r>
              <a:rPr lang="uz-Latn-UZ" smtClean="0"/>
              <a:t>@SlaydTop01_bot</a:t>
            </a:r>
          </a:p>
          <a:p>
            <a:pPr lvl="0"/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8E58-1DFD-4153-BE18-AC20F7B4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400667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283</Words>
  <Application>Microsoft Office PowerPoint</Application>
  <PresentationFormat>Широкоэкранный</PresentationFormat>
  <Paragraphs>35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Presentation</dc:title>
  <dc:creator>204-07</dc:creator>
  <cp:lastModifiedBy>204-07</cp:lastModifiedBy>
  <cp:revision>5</cp:revision>
  <dcterms:created xsi:type="dcterms:W3CDTF">2026-05-07T09:18:35Z</dcterms:created>
  <dcterms:modified xsi:type="dcterms:W3CDTF">2026-05-07T10:19:54Z</dcterms:modified>
</cp:coreProperties>
</file>