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8D2766-C49B-4C1A-9FEE-6F146754B0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8" name="Title 1"/>
          <p:cNvSpPr>
            <a:spLocks noGrp="1"/>
          </p:cNvSpPr>
          <p:nvPr>
            <p:ph type="ctrTitle"/>
          </p:nvPr>
        </p:nvSpPr>
        <p:spPr>
          <a:xfrm>
            <a:off x="5497868" y="1122363"/>
            <a:ext cx="5170132" cy="2387600"/>
          </a:xfrm>
        </p:spPr>
        <p:txBody>
          <a:bodyPr anchor="b"/>
          <a:lstStyle>
            <a:lvl1pPr algn="ctr">
              <a:defRPr sz="6000"/>
            </a:lvl1pPr>
          </a:lstStyle>
          <a:p>
            <a:r>
              <a:rPr lang="en-US" dirty="0"/>
              <a:t>Click to edit Master title style</a:t>
            </a:r>
            <a:endParaRPr lang="en-US" dirty="0"/>
          </a:p>
        </p:txBody>
      </p:sp>
      <p:sp>
        <p:nvSpPr>
          <p:cNvPr id="20" name="Subtitle 2"/>
          <p:cNvSpPr>
            <a:spLocks noGrp="1"/>
          </p:cNvSpPr>
          <p:nvPr>
            <p:ph type="subTitle" idx="1"/>
          </p:nvPr>
        </p:nvSpPr>
        <p:spPr>
          <a:xfrm>
            <a:off x="5497866" y="3602038"/>
            <a:ext cx="5170133" cy="143274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21"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3"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4"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198" name="Shape"/>
          <p:cNvSpPr/>
          <p:nvPr/>
        </p:nvSpPr>
        <p:spPr>
          <a:xfrm>
            <a:off x="331822" y="410286"/>
            <a:ext cx="5026292" cy="3537639"/>
          </a:xfrm>
          <a:custGeom>
            <a:avLst/>
            <a:gdLst/>
            <a:ahLst/>
            <a:cxnLst>
              <a:cxn ang="0">
                <a:pos x="wd2" y="hd2"/>
              </a:cxn>
              <a:cxn ang="5400000">
                <a:pos x="wd2" y="hd2"/>
              </a:cxn>
              <a:cxn ang="10800000">
                <a:pos x="wd2" y="hd2"/>
              </a:cxn>
              <a:cxn ang="16200000">
                <a:pos x="wd2" y="hd2"/>
              </a:cxn>
            </a:cxnLst>
            <a:rect l="0" t="0" r="r" b="b"/>
            <a:pathLst>
              <a:path w="21518" h="21466" extrusionOk="0">
                <a:moveTo>
                  <a:pt x="1024" y="1069"/>
                </a:moveTo>
                <a:cubicBezTo>
                  <a:pt x="860" y="1080"/>
                  <a:pt x="860" y="790"/>
                  <a:pt x="1024" y="773"/>
                </a:cubicBezTo>
                <a:cubicBezTo>
                  <a:pt x="2449" y="657"/>
                  <a:pt x="3878" y="540"/>
                  <a:pt x="5304" y="424"/>
                </a:cubicBezTo>
                <a:cubicBezTo>
                  <a:pt x="6565" y="326"/>
                  <a:pt x="7827" y="285"/>
                  <a:pt x="9088" y="302"/>
                </a:cubicBezTo>
                <a:cubicBezTo>
                  <a:pt x="10358" y="320"/>
                  <a:pt x="11627" y="343"/>
                  <a:pt x="12901" y="331"/>
                </a:cubicBezTo>
                <a:cubicBezTo>
                  <a:pt x="15453" y="308"/>
                  <a:pt x="18008" y="198"/>
                  <a:pt x="20556" y="1"/>
                </a:cubicBezTo>
                <a:cubicBezTo>
                  <a:pt x="20719" y="-11"/>
                  <a:pt x="20719" y="279"/>
                  <a:pt x="20556" y="297"/>
                </a:cubicBezTo>
                <a:cubicBezTo>
                  <a:pt x="19122" y="407"/>
                  <a:pt x="17685" y="494"/>
                  <a:pt x="16247" y="552"/>
                </a:cubicBezTo>
                <a:cubicBezTo>
                  <a:pt x="14977" y="599"/>
                  <a:pt x="13708" y="628"/>
                  <a:pt x="12438" y="633"/>
                </a:cubicBezTo>
                <a:cubicBezTo>
                  <a:pt x="11169" y="639"/>
                  <a:pt x="9895" y="604"/>
                  <a:pt x="8625" y="599"/>
                </a:cubicBezTo>
                <a:cubicBezTo>
                  <a:pt x="7364" y="593"/>
                  <a:pt x="6106" y="657"/>
                  <a:pt x="4849" y="761"/>
                </a:cubicBezTo>
                <a:cubicBezTo>
                  <a:pt x="3571" y="866"/>
                  <a:pt x="2298" y="970"/>
                  <a:pt x="1024" y="1069"/>
                </a:cubicBezTo>
                <a:lnTo>
                  <a:pt x="1024" y="1069"/>
                </a:lnTo>
                <a:close/>
                <a:moveTo>
                  <a:pt x="709" y="2839"/>
                </a:moveTo>
                <a:cubicBezTo>
                  <a:pt x="2015" y="2688"/>
                  <a:pt x="3330" y="2642"/>
                  <a:pt x="4640" y="2613"/>
                </a:cubicBezTo>
                <a:cubicBezTo>
                  <a:pt x="5947" y="2584"/>
                  <a:pt x="7257" y="2555"/>
                  <a:pt x="8564" y="2526"/>
                </a:cubicBezTo>
                <a:cubicBezTo>
                  <a:pt x="11185" y="2468"/>
                  <a:pt x="13810" y="2410"/>
                  <a:pt x="16431" y="2352"/>
                </a:cubicBezTo>
                <a:cubicBezTo>
                  <a:pt x="17906" y="2317"/>
                  <a:pt x="19376" y="2288"/>
                  <a:pt x="20850" y="2253"/>
                </a:cubicBezTo>
                <a:cubicBezTo>
                  <a:pt x="21014" y="2247"/>
                  <a:pt x="21014" y="1957"/>
                  <a:pt x="20850" y="1957"/>
                </a:cubicBezTo>
                <a:cubicBezTo>
                  <a:pt x="18213" y="2015"/>
                  <a:pt x="15575" y="2073"/>
                  <a:pt x="12938" y="2131"/>
                </a:cubicBezTo>
                <a:cubicBezTo>
                  <a:pt x="10317" y="2189"/>
                  <a:pt x="7700" y="2247"/>
                  <a:pt x="5078" y="2305"/>
                </a:cubicBezTo>
                <a:cubicBezTo>
                  <a:pt x="3620" y="2340"/>
                  <a:pt x="2162" y="2369"/>
                  <a:pt x="708" y="2543"/>
                </a:cubicBezTo>
                <a:cubicBezTo>
                  <a:pt x="549" y="2566"/>
                  <a:pt x="545" y="2862"/>
                  <a:pt x="709" y="2839"/>
                </a:cubicBezTo>
                <a:lnTo>
                  <a:pt x="709" y="2839"/>
                </a:lnTo>
                <a:close/>
                <a:moveTo>
                  <a:pt x="721" y="4627"/>
                </a:moveTo>
                <a:cubicBezTo>
                  <a:pt x="2027" y="4465"/>
                  <a:pt x="3338" y="4476"/>
                  <a:pt x="4640" y="4627"/>
                </a:cubicBezTo>
                <a:cubicBezTo>
                  <a:pt x="5296" y="4703"/>
                  <a:pt x="5951" y="4784"/>
                  <a:pt x="6614" y="4726"/>
                </a:cubicBezTo>
                <a:cubicBezTo>
                  <a:pt x="7270" y="4668"/>
                  <a:pt x="7913" y="4517"/>
                  <a:pt x="8564" y="4424"/>
                </a:cubicBezTo>
                <a:cubicBezTo>
                  <a:pt x="9858" y="4238"/>
                  <a:pt x="11169" y="4215"/>
                  <a:pt x="12471" y="4244"/>
                </a:cubicBezTo>
                <a:cubicBezTo>
                  <a:pt x="13782" y="4273"/>
                  <a:pt x="15088" y="4360"/>
                  <a:pt x="16399" y="4407"/>
                </a:cubicBezTo>
                <a:cubicBezTo>
                  <a:pt x="17054" y="4430"/>
                  <a:pt x="17713" y="4441"/>
                  <a:pt x="18373" y="4424"/>
                </a:cubicBezTo>
                <a:cubicBezTo>
                  <a:pt x="18987" y="4412"/>
                  <a:pt x="19610" y="4377"/>
                  <a:pt x="20207" y="4209"/>
                </a:cubicBezTo>
                <a:cubicBezTo>
                  <a:pt x="20355" y="4169"/>
                  <a:pt x="20502" y="4116"/>
                  <a:pt x="20646" y="4058"/>
                </a:cubicBezTo>
                <a:cubicBezTo>
                  <a:pt x="20801" y="3994"/>
                  <a:pt x="20732" y="3710"/>
                  <a:pt x="20576" y="3774"/>
                </a:cubicBezTo>
                <a:cubicBezTo>
                  <a:pt x="19995" y="4012"/>
                  <a:pt x="19384" y="4087"/>
                  <a:pt x="18774" y="4116"/>
                </a:cubicBezTo>
                <a:cubicBezTo>
                  <a:pt x="18127" y="4145"/>
                  <a:pt x="17476" y="4139"/>
                  <a:pt x="16829" y="4122"/>
                </a:cubicBezTo>
                <a:cubicBezTo>
                  <a:pt x="15526" y="4087"/>
                  <a:pt x="14224" y="4000"/>
                  <a:pt x="12921" y="3960"/>
                </a:cubicBezTo>
                <a:cubicBezTo>
                  <a:pt x="11619" y="3919"/>
                  <a:pt x="10309" y="3919"/>
                  <a:pt x="9010" y="4070"/>
                </a:cubicBezTo>
                <a:cubicBezTo>
                  <a:pt x="8363" y="4145"/>
                  <a:pt x="7724" y="4279"/>
                  <a:pt x="7081" y="4372"/>
                </a:cubicBezTo>
                <a:cubicBezTo>
                  <a:pt x="6430" y="4465"/>
                  <a:pt x="5787" y="4459"/>
                  <a:pt x="5132" y="4383"/>
                </a:cubicBezTo>
                <a:cubicBezTo>
                  <a:pt x="4476" y="4308"/>
                  <a:pt x="3821" y="4232"/>
                  <a:pt x="3162" y="4209"/>
                </a:cubicBezTo>
                <a:cubicBezTo>
                  <a:pt x="2511" y="4186"/>
                  <a:pt x="1859" y="4209"/>
                  <a:pt x="1208" y="4273"/>
                </a:cubicBezTo>
                <a:cubicBezTo>
                  <a:pt x="1044" y="4290"/>
                  <a:pt x="885" y="4308"/>
                  <a:pt x="721" y="4325"/>
                </a:cubicBezTo>
                <a:cubicBezTo>
                  <a:pt x="561" y="4354"/>
                  <a:pt x="557" y="4650"/>
                  <a:pt x="721" y="4627"/>
                </a:cubicBezTo>
                <a:lnTo>
                  <a:pt x="721" y="4627"/>
                </a:lnTo>
                <a:close/>
                <a:moveTo>
                  <a:pt x="364" y="6357"/>
                </a:moveTo>
                <a:cubicBezTo>
                  <a:pt x="3010" y="6380"/>
                  <a:pt x="5652" y="6409"/>
                  <a:pt x="8298" y="6415"/>
                </a:cubicBezTo>
                <a:cubicBezTo>
                  <a:pt x="10956" y="6421"/>
                  <a:pt x="13614" y="6380"/>
                  <a:pt x="16272" y="6305"/>
                </a:cubicBezTo>
                <a:cubicBezTo>
                  <a:pt x="17762" y="6264"/>
                  <a:pt x="19253" y="6206"/>
                  <a:pt x="20744" y="6142"/>
                </a:cubicBezTo>
                <a:cubicBezTo>
                  <a:pt x="20908" y="6136"/>
                  <a:pt x="20908" y="5840"/>
                  <a:pt x="20744" y="5846"/>
                </a:cubicBezTo>
                <a:cubicBezTo>
                  <a:pt x="18086" y="5968"/>
                  <a:pt x="15428" y="6049"/>
                  <a:pt x="12770" y="6090"/>
                </a:cubicBezTo>
                <a:cubicBezTo>
                  <a:pt x="10116" y="6131"/>
                  <a:pt x="7462" y="6125"/>
                  <a:pt x="4808" y="6102"/>
                </a:cubicBezTo>
                <a:cubicBezTo>
                  <a:pt x="3326" y="6090"/>
                  <a:pt x="1843" y="6078"/>
                  <a:pt x="356" y="6067"/>
                </a:cubicBezTo>
                <a:cubicBezTo>
                  <a:pt x="201" y="6061"/>
                  <a:pt x="201" y="6357"/>
                  <a:pt x="364" y="6357"/>
                </a:cubicBezTo>
                <a:lnTo>
                  <a:pt x="364" y="6357"/>
                </a:lnTo>
                <a:close/>
                <a:moveTo>
                  <a:pt x="565" y="8586"/>
                </a:moveTo>
                <a:cubicBezTo>
                  <a:pt x="1241" y="8476"/>
                  <a:pt x="1917" y="8365"/>
                  <a:pt x="2592" y="8255"/>
                </a:cubicBezTo>
                <a:cubicBezTo>
                  <a:pt x="3256" y="8145"/>
                  <a:pt x="3919" y="8035"/>
                  <a:pt x="4587" y="8000"/>
                </a:cubicBezTo>
                <a:cubicBezTo>
                  <a:pt x="5267" y="7965"/>
                  <a:pt x="5943" y="8000"/>
                  <a:pt x="6623" y="8023"/>
                </a:cubicBezTo>
                <a:cubicBezTo>
                  <a:pt x="7306" y="8052"/>
                  <a:pt x="7990" y="8075"/>
                  <a:pt x="8674" y="8104"/>
                </a:cubicBezTo>
                <a:cubicBezTo>
                  <a:pt x="10034" y="8156"/>
                  <a:pt x="11398" y="8209"/>
                  <a:pt x="12758" y="8261"/>
                </a:cubicBezTo>
                <a:cubicBezTo>
                  <a:pt x="14072" y="8313"/>
                  <a:pt x="15391" y="8389"/>
                  <a:pt x="16710" y="8377"/>
                </a:cubicBezTo>
                <a:cubicBezTo>
                  <a:pt x="17975" y="8365"/>
                  <a:pt x="19253" y="8249"/>
                  <a:pt x="20474" y="7849"/>
                </a:cubicBezTo>
                <a:cubicBezTo>
                  <a:pt x="20625" y="7797"/>
                  <a:pt x="20773" y="7744"/>
                  <a:pt x="20924" y="7686"/>
                </a:cubicBezTo>
                <a:cubicBezTo>
                  <a:pt x="21080" y="7628"/>
                  <a:pt x="21014" y="7344"/>
                  <a:pt x="20855" y="7402"/>
                </a:cubicBezTo>
                <a:cubicBezTo>
                  <a:pt x="19646" y="7872"/>
                  <a:pt x="18377" y="8035"/>
                  <a:pt x="17107" y="8069"/>
                </a:cubicBezTo>
                <a:cubicBezTo>
                  <a:pt x="15801" y="8104"/>
                  <a:pt x="14490" y="8029"/>
                  <a:pt x="13184" y="7977"/>
                </a:cubicBezTo>
                <a:cubicBezTo>
                  <a:pt x="11824" y="7924"/>
                  <a:pt x="10460" y="7872"/>
                  <a:pt x="9100" y="7820"/>
                </a:cubicBezTo>
                <a:cubicBezTo>
                  <a:pt x="8416" y="7791"/>
                  <a:pt x="7732" y="7768"/>
                  <a:pt x="7048" y="7739"/>
                </a:cubicBezTo>
                <a:cubicBezTo>
                  <a:pt x="6369" y="7715"/>
                  <a:pt x="5689" y="7675"/>
                  <a:pt x="5009" y="7680"/>
                </a:cubicBezTo>
                <a:cubicBezTo>
                  <a:pt x="4341" y="7686"/>
                  <a:pt x="3678" y="7773"/>
                  <a:pt x="3018" y="7878"/>
                </a:cubicBezTo>
                <a:cubicBezTo>
                  <a:pt x="2347" y="7988"/>
                  <a:pt x="1675" y="8098"/>
                  <a:pt x="999" y="8209"/>
                </a:cubicBezTo>
                <a:cubicBezTo>
                  <a:pt x="831" y="8238"/>
                  <a:pt x="663" y="8261"/>
                  <a:pt x="500" y="8290"/>
                </a:cubicBezTo>
                <a:cubicBezTo>
                  <a:pt x="430" y="8302"/>
                  <a:pt x="393" y="8400"/>
                  <a:pt x="410" y="8470"/>
                </a:cubicBezTo>
                <a:cubicBezTo>
                  <a:pt x="426" y="8563"/>
                  <a:pt x="496" y="8592"/>
                  <a:pt x="565" y="8586"/>
                </a:cubicBezTo>
                <a:lnTo>
                  <a:pt x="565" y="8586"/>
                </a:lnTo>
                <a:close/>
                <a:moveTo>
                  <a:pt x="770" y="10188"/>
                </a:moveTo>
                <a:cubicBezTo>
                  <a:pt x="3457" y="10072"/>
                  <a:pt x="6143" y="9991"/>
                  <a:pt x="8830" y="9939"/>
                </a:cubicBezTo>
                <a:cubicBezTo>
                  <a:pt x="11504" y="9886"/>
                  <a:pt x="14175" y="9863"/>
                  <a:pt x="16849" y="9869"/>
                </a:cubicBezTo>
                <a:cubicBezTo>
                  <a:pt x="18352" y="9875"/>
                  <a:pt x="19851" y="9892"/>
                  <a:pt x="21354" y="9822"/>
                </a:cubicBezTo>
                <a:cubicBezTo>
                  <a:pt x="21518" y="9817"/>
                  <a:pt x="21518" y="9521"/>
                  <a:pt x="21354" y="9526"/>
                </a:cubicBezTo>
                <a:cubicBezTo>
                  <a:pt x="20019" y="9590"/>
                  <a:pt x="18680" y="9579"/>
                  <a:pt x="17345" y="9573"/>
                </a:cubicBezTo>
                <a:cubicBezTo>
                  <a:pt x="16001" y="9567"/>
                  <a:pt x="14658" y="9573"/>
                  <a:pt x="13315" y="9579"/>
                </a:cubicBezTo>
                <a:cubicBezTo>
                  <a:pt x="10640" y="9596"/>
                  <a:pt x="7970" y="9648"/>
                  <a:pt x="5296" y="9730"/>
                </a:cubicBezTo>
                <a:cubicBezTo>
                  <a:pt x="3788" y="9776"/>
                  <a:pt x="2281" y="9828"/>
                  <a:pt x="774" y="9892"/>
                </a:cubicBezTo>
                <a:cubicBezTo>
                  <a:pt x="606" y="9898"/>
                  <a:pt x="606" y="10194"/>
                  <a:pt x="770" y="10188"/>
                </a:cubicBezTo>
                <a:lnTo>
                  <a:pt x="770" y="10188"/>
                </a:lnTo>
                <a:close/>
                <a:moveTo>
                  <a:pt x="426" y="12208"/>
                </a:moveTo>
                <a:cubicBezTo>
                  <a:pt x="3125" y="11912"/>
                  <a:pt x="5844" y="11988"/>
                  <a:pt x="8556" y="12017"/>
                </a:cubicBezTo>
                <a:cubicBezTo>
                  <a:pt x="9911" y="12034"/>
                  <a:pt x="11263" y="12052"/>
                  <a:pt x="12618" y="12063"/>
                </a:cubicBezTo>
                <a:cubicBezTo>
                  <a:pt x="13945" y="12081"/>
                  <a:pt x="15268" y="12104"/>
                  <a:pt x="16595" y="12057"/>
                </a:cubicBezTo>
                <a:cubicBezTo>
                  <a:pt x="18082" y="12005"/>
                  <a:pt x="19573" y="11866"/>
                  <a:pt x="21031" y="11529"/>
                </a:cubicBezTo>
                <a:cubicBezTo>
                  <a:pt x="21190" y="11494"/>
                  <a:pt x="21125" y="11210"/>
                  <a:pt x="20961" y="11245"/>
                </a:cubicBezTo>
                <a:cubicBezTo>
                  <a:pt x="18364" y="11843"/>
                  <a:pt x="15702" y="11808"/>
                  <a:pt x="13069" y="11779"/>
                </a:cubicBezTo>
                <a:cubicBezTo>
                  <a:pt x="10366" y="11750"/>
                  <a:pt x="7659" y="11686"/>
                  <a:pt x="4956" y="11697"/>
                </a:cubicBezTo>
                <a:cubicBezTo>
                  <a:pt x="3444" y="11703"/>
                  <a:pt x="1933" y="11756"/>
                  <a:pt x="430" y="11918"/>
                </a:cubicBezTo>
                <a:cubicBezTo>
                  <a:pt x="266" y="11930"/>
                  <a:pt x="262" y="12226"/>
                  <a:pt x="426" y="12208"/>
                </a:cubicBezTo>
                <a:lnTo>
                  <a:pt x="426" y="12208"/>
                </a:lnTo>
                <a:close/>
                <a:moveTo>
                  <a:pt x="364" y="13909"/>
                </a:moveTo>
                <a:cubicBezTo>
                  <a:pt x="1638" y="13480"/>
                  <a:pt x="2990" y="13619"/>
                  <a:pt x="4296" y="13660"/>
                </a:cubicBezTo>
                <a:cubicBezTo>
                  <a:pt x="5680" y="13706"/>
                  <a:pt x="7069" y="13729"/>
                  <a:pt x="8453" y="13735"/>
                </a:cubicBezTo>
                <a:cubicBezTo>
                  <a:pt x="11214" y="13752"/>
                  <a:pt x="13970" y="13718"/>
                  <a:pt x="16730" y="13654"/>
                </a:cubicBezTo>
                <a:cubicBezTo>
                  <a:pt x="18287" y="13619"/>
                  <a:pt x="19839" y="13578"/>
                  <a:pt x="21395" y="13538"/>
                </a:cubicBezTo>
                <a:cubicBezTo>
                  <a:pt x="21559" y="13532"/>
                  <a:pt x="21559" y="13242"/>
                  <a:pt x="21395" y="13242"/>
                </a:cubicBezTo>
                <a:cubicBezTo>
                  <a:pt x="18610" y="13311"/>
                  <a:pt x="15821" y="13387"/>
                  <a:pt x="13036" y="13422"/>
                </a:cubicBezTo>
                <a:cubicBezTo>
                  <a:pt x="10263" y="13456"/>
                  <a:pt x="7491" y="13451"/>
                  <a:pt x="4718" y="13369"/>
                </a:cubicBezTo>
                <a:cubicBezTo>
                  <a:pt x="3973" y="13346"/>
                  <a:pt x="3223" y="13305"/>
                  <a:pt x="2478" y="13305"/>
                </a:cubicBezTo>
                <a:cubicBezTo>
                  <a:pt x="1745" y="13311"/>
                  <a:pt x="1007" y="13375"/>
                  <a:pt x="299" y="13613"/>
                </a:cubicBezTo>
                <a:cubicBezTo>
                  <a:pt x="139" y="13683"/>
                  <a:pt x="205" y="13967"/>
                  <a:pt x="364" y="13909"/>
                </a:cubicBezTo>
                <a:lnTo>
                  <a:pt x="364" y="13909"/>
                </a:lnTo>
                <a:close/>
                <a:moveTo>
                  <a:pt x="324" y="15755"/>
                </a:moveTo>
                <a:cubicBezTo>
                  <a:pt x="2293" y="15714"/>
                  <a:pt x="4259" y="15674"/>
                  <a:pt x="6229" y="15633"/>
                </a:cubicBezTo>
                <a:cubicBezTo>
                  <a:pt x="8199" y="15593"/>
                  <a:pt x="10165" y="15552"/>
                  <a:pt x="12135" y="15511"/>
                </a:cubicBezTo>
                <a:cubicBezTo>
                  <a:pt x="13040" y="15494"/>
                  <a:pt x="13945" y="15482"/>
                  <a:pt x="14846" y="15476"/>
                </a:cubicBezTo>
                <a:cubicBezTo>
                  <a:pt x="15960" y="15471"/>
                  <a:pt x="17078" y="15465"/>
                  <a:pt x="18192" y="15453"/>
                </a:cubicBezTo>
                <a:cubicBezTo>
                  <a:pt x="19040" y="15447"/>
                  <a:pt x="19888" y="15447"/>
                  <a:pt x="20736" y="15430"/>
                </a:cubicBezTo>
                <a:cubicBezTo>
                  <a:pt x="20785" y="15430"/>
                  <a:pt x="20834" y="15430"/>
                  <a:pt x="20887" y="15430"/>
                </a:cubicBezTo>
                <a:cubicBezTo>
                  <a:pt x="21051" y="15424"/>
                  <a:pt x="21051" y="15134"/>
                  <a:pt x="20887" y="15134"/>
                </a:cubicBezTo>
                <a:cubicBezTo>
                  <a:pt x="20126" y="15151"/>
                  <a:pt x="19364" y="15151"/>
                  <a:pt x="18602" y="15157"/>
                </a:cubicBezTo>
                <a:cubicBezTo>
                  <a:pt x="17480" y="15163"/>
                  <a:pt x="16358" y="15169"/>
                  <a:pt x="15235" y="15180"/>
                </a:cubicBezTo>
                <a:cubicBezTo>
                  <a:pt x="14449" y="15186"/>
                  <a:pt x="13663" y="15186"/>
                  <a:pt x="12872" y="15204"/>
                </a:cubicBezTo>
                <a:cubicBezTo>
                  <a:pt x="10902" y="15244"/>
                  <a:pt x="8937" y="15285"/>
                  <a:pt x="6967" y="15325"/>
                </a:cubicBezTo>
                <a:cubicBezTo>
                  <a:pt x="4997" y="15366"/>
                  <a:pt x="3031" y="15407"/>
                  <a:pt x="1061" y="15447"/>
                </a:cubicBezTo>
                <a:cubicBezTo>
                  <a:pt x="815" y="15453"/>
                  <a:pt x="569" y="15459"/>
                  <a:pt x="324" y="15465"/>
                </a:cubicBezTo>
                <a:cubicBezTo>
                  <a:pt x="160" y="15465"/>
                  <a:pt x="160" y="15761"/>
                  <a:pt x="324" y="15755"/>
                </a:cubicBezTo>
                <a:lnTo>
                  <a:pt x="324" y="15755"/>
                </a:lnTo>
                <a:close/>
                <a:moveTo>
                  <a:pt x="233" y="17578"/>
                </a:moveTo>
                <a:cubicBezTo>
                  <a:pt x="1548" y="17758"/>
                  <a:pt x="2871" y="17671"/>
                  <a:pt x="4190" y="17578"/>
                </a:cubicBezTo>
                <a:cubicBezTo>
                  <a:pt x="4845" y="17531"/>
                  <a:pt x="5496" y="17485"/>
                  <a:pt x="6152" y="17462"/>
                </a:cubicBezTo>
                <a:cubicBezTo>
                  <a:pt x="6827" y="17444"/>
                  <a:pt x="7503" y="17462"/>
                  <a:pt x="8175" y="17491"/>
                </a:cubicBezTo>
                <a:cubicBezTo>
                  <a:pt x="9498" y="17555"/>
                  <a:pt x="10820" y="17624"/>
                  <a:pt x="12147" y="17636"/>
                </a:cubicBezTo>
                <a:cubicBezTo>
                  <a:pt x="13487" y="17653"/>
                  <a:pt x="14826" y="17630"/>
                  <a:pt x="16161" y="17572"/>
                </a:cubicBezTo>
                <a:cubicBezTo>
                  <a:pt x="17660" y="17508"/>
                  <a:pt x="19159" y="17392"/>
                  <a:pt x="20654" y="17235"/>
                </a:cubicBezTo>
                <a:cubicBezTo>
                  <a:pt x="20818" y="17218"/>
                  <a:pt x="20818" y="16922"/>
                  <a:pt x="20654" y="16939"/>
                </a:cubicBezTo>
                <a:cubicBezTo>
                  <a:pt x="17988" y="17224"/>
                  <a:pt x="15313" y="17357"/>
                  <a:pt x="12635" y="17346"/>
                </a:cubicBezTo>
                <a:cubicBezTo>
                  <a:pt x="11308" y="17340"/>
                  <a:pt x="9985" y="17288"/>
                  <a:pt x="8662" y="17218"/>
                </a:cubicBezTo>
                <a:cubicBezTo>
                  <a:pt x="7986" y="17183"/>
                  <a:pt x="7311" y="17154"/>
                  <a:pt x="6635" y="17154"/>
                </a:cubicBezTo>
                <a:cubicBezTo>
                  <a:pt x="5979" y="17154"/>
                  <a:pt x="5324" y="17195"/>
                  <a:pt x="4669" y="17241"/>
                </a:cubicBezTo>
                <a:cubicBezTo>
                  <a:pt x="3190" y="17346"/>
                  <a:pt x="1708" y="17479"/>
                  <a:pt x="233" y="17276"/>
                </a:cubicBezTo>
                <a:cubicBezTo>
                  <a:pt x="70" y="17259"/>
                  <a:pt x="74" y="17555"/>
                  <a:pt x="233" y="17578"/>
                </a:cubicBezTo>
                <a:lnTo>
                  <a:pt x="233" y="17578"/>
                </a:lnTo>
                <a:close/>
                <a:moveTo>
                  <a:pt x="168" y="19581"/>
                </a:moveTo>
                <a:cubicBezTo>
                  <a:pt x="2834" y="19360"/>
                  <a:pt x="5504" y="19203"/>
                  <a:pt x="8175" y="19128"/>
                </a:cubicBezTo>
                <a:cubicBezTo>
                  <a:pt x="10833" y="19046"/>
                  <a:pt x="13491" y="19041"/>
                  <a:pt x="16149" y="19105"/>
                </a:cubicBezTo>
                <a:cubicBezTo>
                  <a:pt x="17631" y="19139"/>
                  <a:pt x="19118" y="19203"/>
                  <a:pt x="20601" y="19273"/>
                </a:cubicBezTo>
                <a:cubicBezTo>
                  <a:pt x="20764" y="19279"/>
                  <a:pt x="20764" y="18988"/>
                  <a:pt x="20601" y="18977"/>
                </a:cubicBezTo>
                <a:cubicBezTo>
                  <a:pt x="17939" y="18855"/>
                  <a:pt x="15276" y="18768"/>
                  <a:pt x="12610" y="18768"/>
                </a:cubicBezTo>
                <a:cubicBezTo>
                  <a:pt x="9952" y="18768"/>
                  <a:pt x="7294" y="18837"/>
                  <a:pt x="4636" y="18983"/>
                </a:cubicBezTo>
                <a:cubicBezTo>
                  <a:pt x="3145" y="19064"/>
                  <a:pt x="1655" y="19163"/>
                  <a:pt x="168" y="19290"/>
                </a:cubicBezTo>
                <a:cubicBezTo>
                  <a:pt x="4" y="19302"/>
                  <a:pt x="4" y="19598"/>
                  <a:pt x="168" y="19581"/>
                </a:cubicBezTo>
                <a:lnTo>
                  <a:pt x="168" y="19581"/>
                </a:lnTo>
                <a:close/>
                <a:moveTo>
                  <a:pt x="123" y="21438"/>
                </a:moveTo>
                <a:cubicBezTo>
                  <a:pt x="2797" y="21589"/>
                  <a:pt x="5451" y="21090"/>
                  <a:pt x="8117" y="20956"/>
                </a:cubicBezTo>
                <a:cubicBezTo>
                  <a:pt x="10767" y="20823"/>
                  <a:pt x="13413" y="21038"/>
                  <a:pt x="16063" y="21084"/>
                </a:cubicBezTo>
                <a:cubicBezTo>
                  <a:pt x="17545" y="21107"/>
                  <a:pt x="19028" y="21084"/>
                  <a:pt x="20506" y="20916"/>
                </a:cubicBezTo>
                <a:cubicBezTo>
                  <a:pt x="20670" y="20898"/>
                  <a:pt x="20670" y="20602"/>
                  <a:pt x="20506" y="20620"/>
                </a:cubicBezTo>
                <a:cubicBezTo>
                  <a:pt x="17857" y="20916"/>
                  <a:pt x="15190" y="20765"/>
                  <a:pt x="12532" y="20672"/>
                </a:cubicBezTo>
                <a:cubicBezTo>
                  <a:pt x="11210" y="20625"/>
                  <a:pt x="9883" y="20596"/>
                  <a:pt x="8560" y="20643"/>
                </a:cubicBezTo>
                <a:cubicBezTo>
                  <a:pt x="7233" y="20689"/>
                  <a:pt x="5906" y="20840"/>
                  <a:pt x="4583" y="20968"/>
                </a:cubicBezTo>
                <a:cubicBezTo>
                  <a:pt x="3100" y="21113"/>
                  <a:pt x="1614" y="21229"/>
                  <a:pt x="123" y="21148"/>
                </a:cubicBezTo>
                <a:cubicBezTo>
                  <a:pt x="-41" y="21130"/>
                  <a:pt x="-41" y="21426"/>
                  <a:pt x="123" y="21438"/>
                </a:cubicBezTo>
                <a:lnTo>
                  <a:pt x="123" y="21438"/>
                </a:ln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201" name="Shape"/>
          <p:cNvSpPr/>
          <p:nvPr/>
        </p:nvSpPr>
        <p:spPr>
          <a:xfrm>
            <a:off x="10807754" y="2611870"/>
            <a:ext cx="1059009" cy="3101515"/>
          </a:xfrm>
          <a:custGeom>
            <a:avLst/>
            <a:gdLst/>
            <a:ahLst/>
            <a:cxnLst>
              <a:cxn ang="0">
                <a:pos x="wd2" y="hd2"/>
              </a:cxn>
              <a:cxn ang="5400000">
                <a:pos x="wd2" y="hd2"/>
              </a:cxn>
              <a:cxn ang="10800000">
                <a:pos x="wd2" y="hd2"/>
              </a:cxn>
              <a:cxn ang="16200000">
                <a:pos x="wd2" y="hd2"/>
              </a:cxn>
            </a:cxnLst>
            <a:rect l="0" t="0" r="r" b="b"/>
            <a:pathLst>
              <a:path w="21503" h="21567" extrusionOk="0">
                <a:moveTo>
                  <a:pt x="5268" y="448"/>
                </a:moveTo>
                <a:cubicBezTo>
                  <a:pt x="5190" y="754"/>
                  <a:pt x="4899" y="1066"/>
                  <a:pt x="4238" y="1286"/>
                </a:cubicBezTo>
                <a:cubicBezTo>
                  <a:pt x="3927" y="1392"/>
                  <a:pt x="3558" y="1472"/>
                  <a:pt x="3131" y="1512"/>
                </a:cubicBezTo>
                <a:cubicBezTo>
                  <a:pt x="2723" y="1559"/>
                  <a:pt x="2315" y="1552"/>
                  <a:pt x="1888" y="1532"/>
                </a:cubicBezTo>
                <a:cubicBezTo>
                  <a:pt x="1208" y="1492"/>
                  <a:pt x="509" y="1339"/>
                  <a:pt x="237" y="1120"/>
                </a:cubicBezTo>
                <a:cubicBezTo>
                  <a:pt x="42" y="967"/>
                  <a:pt x="-55" y="794"/>
                  <a:pt x="101" y="634"/>
                </a:cubicBezTo>
                <a:cubicBezTo>
                  <a:pt x="237" y="508"/>
                  <a:pt x="431" y="388"/>
                  <a:pt x="742" y="295"/>
                </a:cubicBezTo>
                <a:cubicBezTo>
                  <a:pt x="1130" y="188"/>
                  <a:pt x="1538" y="122"/>
                  <a:pt x="2043" y="108"/>
                </a:cubicBezTo>
                <a:cubicBezTo>
                  <a:pt x="2393" y="102"/>
                  <a:pt x="2742" y="135"/>
                  <a:pt x="3034" y="202"/>
                </a:cubicBezTo>
                <a:cubicBezTo>
                  <a:pt x="3306" y="162"/>
                  <a:pt x="3597" y="122"/>
                  <a:pt x="3869" y="82"/>
                </a:cubicBezTo>
                <a:cubicBezTo>
                  <a:pt x="4180" y="35"/>
                  <a:pt x="4588" y="82"/>
                  <a:pt x="4840" y="148"/>
                </a:cubicBezTo>
                <a:cubicBezTo>
                  <a:pt x="5073" y="215"/>
                  <a:pt x="5287" y="328"/>
                  <a:pt x="5268" y="448"/>
                </a:cubicBezTo>
                <a:close/>
                <a:moveTo>
                  <a:pt x="13038" y="428"/>
                </a:moveTo>
                <a:cubicBezTo>
                  <a:pt x="12999" y="388"/>
                  <a:pt x="12941" y="341"/>
                  <a:pt x="12882" y="301"/>
                </a:cubicBezTo>
                <a:cubicBezTo>
                  <a:pt x="12824" y="261"/>
                  <a:pt x="12727" y="228"/>
                  <a:pt x="12649" y="195"/>
                </a:cubicBezTo>
                <a:cubicBezTo>
                  <a:pt x="12630" y="188"/>
                  <a:pt x="12630" y="188"/>
                  <a:pt x="12610" y="182"/>
                </a:cubicBezTo>
                <a:cubicBezTo>
                  <a:pt x="12533" y="155"/>
                  <a:pt x="12435" y="135"/>
                  <a:pt x="12358" y="115"/>
                </a:cubicBezTo>
                <a:cubicBezTo>
                  <a:pt x="12339" y="108"/>
                  <a:pt x="12319" y="108"/>
                  <a:pt x="12300" y="102"/>
                </a:cubicBezTo>
                <a:cubicBezTo>
                  <a:pt x="12202" y="82"/>
                  <a:pt x="12086" y="68"/>
                  <a:pt x="11989" y="55"/>
                </a:cubicBezTo>
                <a:cubicBezTo>
                  <a:pt x="11970" y="55"/>
                  <a:pt x="11950" y="49"/>
                  <a:pt x="11931" y="49"/>
                </a:cubicBezTo>
                <a:cubicBezTo>
                  <a:pt x="11814" y="42"/>
                  <a:pt x="11698" y="35"/>
                  <a:pt x="11581" y="35"/>
                </a:cubicBezTo>
                <a:cubicBezTo>
                  <a:pt x="11484" y="42"/>
                  <a:pt x="11387" y="42"/>
                  <a:pt x="11290" y="49"/>
                </a:cubicBezTo>
                <a:cubicBezTo>
                  <a:pt x="11154" y="62"/>
                  <a:pt x="11018" y="82"/>
                  <a:pt x="10921" y="115"/>
                </a:cubicBezTo>
                <a:cubicBezTo>
                  <a:pt x="10843" y="135"/>
                  <a:pt x="10765" y="155"/>
                  <a:pt x="10726" y="182"/>
                </a:cubicBezTo>
                <a:cubicBezTo>
                  <a:pt x="10629" y="215"/>
                  <a:pt x="10571" y="261"/>
                  <a:pt x="10532" y="308"/>
                </a:cubicBezTo>
                <a:cubicBezTo>
                  <a:pt x="10513" y="328"/>
                  <a:pt x="10513" y="355"/>
                  <a:pt x="10493" y="374"/>
                </a:cubicBezTo>
                <a:cubicBezTo>
                  <a:pt x="10280" y="428"/>
                  <a:pt x="10124" y="494"/>
                  <a:pt x="9969" y="567"/>
                </a:cubicBezTo>
                <a:cubicBezTo>
                  <a:pt x="9910" y="594"/>
                  <a:pt x="9872" y="621"/>
                  <a:pt x="9833" y="647"/>
                </a:cubicBezTo>
                <a:cubicBezTo>
                  <a:pt x="9755" y="700"/>
                  <a:pt x="9677" y="760"/>
                  <a:pt x="9658" y="820"/>
                </a:cubicBezTo>
                <a:cubicBezTo>
                  <a:pt x="9599" y="887"/>
                  <a:pt x="9599" y="953"/>
                  <a:pt x="9658" y="1020"/>
                </a:cubicBezTo>
                <a:cubicBezTo>
                  <a:pt x="9716" y="1086"/>
                  <a:pt x="9813" y="1140"/>
                  <a:pt x="9949" y="1186"/>
                </a:cubicBezTo>
                <a:cubicBezTo>
                  <a:pt x="10085" y="1233"/>
                  <a:pt x="10240" y="1266"/>
                  <a:pt x="10435" y="1286"/>
                </a:cubicBezTo>
                <a:cubicBezTo>
                  <a:pt x="10629" y="1306"/>
                  <a:pt x="10823" y="1306"/>
                  <a:pt x="11017" y="1286"/>
                </a:cubicBezTo>
                <a:cubicBezTo>
                  <a:pt x="11620" y="1259"/>
                  <a:pt x="12222" y="1193"/>
                  <a:pt x="12649" y="1040"/>
                </a:cubicBezTo>
                <a:cubicBezTo>
                  <a:pt x="12746" y="1006"/>
                  <a:pt x="12824" y="973"/>
                  <a:pt x="12902" y="933"/>
                </a:cubicBezTo>
                <a:cubicBezTo>
                  <a:pt x="12979" y="893"/>
                  <a:pt x="13018" y="853"/>
                  <a:pt x="13057" y="814"/>
                </a:cubicBezTo>
                <a:cubicBezTo>
                  <a:pt x="13115" y="760"/>
                  <a:pt x="13135" y="694"/>
                  <a:pt x="13154" y="641"/>
                </a:cubicBezTo>
                <a:cubicBezTo>
                  <a:pt x="13174" y="581"/>
                  <a:pt x="13135" y="521"/>
                  <a:pt x="13096" y="461"/>
                </a:cubicBezTo>
                <a:cubicBezTo>
                  <a:pt x="13076" y="448"/>
                  <a:pt x="13057" y="434"/>
                  <a:pt x="13038" y="428"/>
                </a:cubicBezTo>
                <a:close/>
                <a:moveTo>
                  <a:pt x="20458" y="182"/>
                </a:moveTo>
                <a:cubicBezTo>
                  <a:pt x="20166" y="108"/>
                  <a:pt x="19836" y="62"/>
                  <a:pt x="19506" y="15"/>
                </a:cubicBezTo>
                <a:cubicBezTo>
                  <a:pt x="19253" y="-18"/>
                  <a:pt x="18884" y="9"/>
                  <a:pt x="18651" y="55"/>
                </a:cubicBezTo>
                <a:cubicBezTo>
                  <a:pt x="18438" y="95"/>
                  <a:pt x="18263" y="175"/>
                  <a:pt x="18166" y="255"/>
                </a:cubicBezTo>
                <a:cubicBezTo>
                  <a:pt x="18088" y="261"/>
                  <a:pt x="17991" y="261"/>
                  <a:pt x="17913" y="268"/>
                </a:cubicBezTo>
                <a:cubicBezTo>
                  <a:pt x="17719" y="288"/>
                  <a:pt x="17563" y="321"/>
                  <a:pt x="17427" y="368"/>
                </a:cubicBezTo>
                <a:cubicBezTo>
                  <a:pt x="17175" y="441"/>
                  <a:pt x="16961" y="567"/>
                  <a:pt x="16903" y="680"/>
                </a:cubicBezTo>
                <a:cubicBezTo>
                  <a:pt x="16845" y="787"/>
                  <a:pt x="16845" y="853"/>
                  <a:pt x="16903" y="960"/>
                </a:cubicBezTo>
                <a:cubicBezTo>
                  <a:pt x="16922" y="1020"/>
                  <a:pt x="17000" y="1080"/>
                  <a:pt x="17078" y="1139"/>
                </a:cubicBezTo>
                <a:cubicBezTo>
                  <a:pt x="17233" y="1259"/>
                  <a:pt x="17525" y="1352"/>
                  <a:pt x="17855" y="1419"/>
                </a:cubicBezTo>
                <a:cubicBezTo>
                  <a:pt x="18204" y="1492"/>
                  <a:pt x="18574" y="1519"/>
                  <a:pt x="18981" y="1532"/>
                </a:cubicBezTo>
                <a:cubicBezTo>
                  <a:pt x="19292" y="1545"/>
                  <a:pt x="19622" y="1532"/>
                  <a:pt x="19914" y="1505"/>
                </a:cubicBezTo>
                <a:cubicBezTo>
                  <a:pt x="20302" y="1479"/>
                  <a:pt x="20671" y="1412"/>
                  <a:pt x="20943" y="1319"/>
                </a:cubicBezTo>
                <a:cubicBezTo>
                  <a:pt x="21079" y="1279"/>
                  <a:pt x="21196" y="1226"/>
                  <a:pt x="21274" y="1166"/>
                </a:cubicBezTo>
                <a:cubicBezTo>
                  <a:pt x="21410" y="1066"/>
                  <a:pt x="21468" y="1000"/>
                  <a:pt x="21487" y="887"/>
                </a:cubicBezTo>
                <a:cubicBezTo>
                  <a:pt x="21526" y="754"/>
                  <a:pt x="21409" y="621"/>
                  <a:pt x="21254" y="494"/>
                </a:cubicBezTo>
                <a:cubicBezTo>
                  <a:pt x="21118" y="361"/>
                  <a:pt x="20808" y="261"/>
                  <a:pt x="20458" y="182"/>
                </a:cubicBezTo>
                <a:close/>
                <a:moveTo>
                  <a:pt x="17680" y="3940"/>
                </a:moveTo>
                <a:cubicBezTo>
                  <a:pt x="17777" y="4000"/>
                  <a:pt x="17913" y="4040"/>
                  <a:pt x="18069" y="4073"/>
                </a:cubicBezTo>
                <a:cubicBezTo>
                  <a:pt x="18166" y="4093"/>
                  <a:pt x="18263" y="4106"/>
                  <a:pt x="18360" y="4126"/>
                </a:cubicBezTo>
                <a:cubicBezTo>
                  <a:pt x="18535" y="4153"/>
                  <a:pt x="18710" y="4186"/>
                  <a:pt x="18884" y="4193"/>
                </a:cubicBezTo>
                <a:cubicBezTo>
                  <a:pt x="19331" y="4226"/>
                  <a:pt x="19798" y="4220"/>
                  <a:pt x="20186" y="4133"/>
                </a:cubicBezTo>
                <a:cubicBezTo>
                  <a:pt x="20438" y="4080"/>
                  <a:pt x="20574" y="4033"/>
                  <a:pt x="20730" y="3953"/>
                </a:cubicBezTo>
                <a:cubicBezTo>
                  <a:pt x="20749" y="3940"/>
                  <a:pt x="20769" y="3933"/>
                  <a:pt x="20788" y="3920"/>
                </a:cubicBezTo>
                <a:cubicBezTo>
                  <a:pt x="20846" y="3880"/>
                  <a:pt x="20885" y="3840"/>
                  <a:pt x="20924" y="3800"/>
                </a:cubicBezTo>
                <a:cubicBezTo>
                  <a:pt x="20943" y="3787"/>
                  <a:pt x="20943" y="3774"/>
                  <a:pt x="20943" y="3761"/>
                </a:cubicBezTo>
                <a:cubicBezTo>
                  <a:pt x="20943" y="3761"/>
                  <a:pt x="20963" y="3761"/>
                  <a:pt x="20963" y="3754"/>
                </a:cubicBezTo>
                <a:cubicBezTo>
                  <a:pt x="21196" y="3707"/>
                  <a:pt x="21410" y="3621"/>
                  <a:pt x="21468" y="3528"/>
                </a:cubicBezTo>
                <a:cubicBezTo>
                  <a:pt x="21526" y="3428"/>
                  <a:pt x="21526" y="3321"/>
                  <a:pt x="21351" y="3235"/>
                </a:cubicBezTo>
                <a:cubicBezTo>
                  <a:pt x="21196" y="3148"/>
                  <a:pt x="20982" y="3089"/>
                  <a:pt x="20691" y="3062"/>
                </a:cubicBezTo>
                <a:cubicBezTo>
                  <a:pt x="20652" y="3062"/>
                  <a:pt x="20633" y="3055"/>
                  <a:pt x="20594" y="3055"/>
                </a:cubicBezTo>
                <a:cubicBezTo>
                  <a:pt x="20030" y="2889"/>
                  <a:pt x="19176" y="2862"/>
                  <a:pt x="18535" y="2995"/>
                </a:cubicBezTo>
                <a:cubicBezTo>
                  <a:pt x="18166" y="3075"/>
                  <a:pt x="17894" y="3188"/>
                  <a:pt x="17777" y="3328"/>
                </a:cubicBezTo>
                <a:cubicBezTo>
                  <a:pt x="17719" y="3395"/>
                  <a:pt x="17699" y="3461"/>
                  <a:pt x="17699" y="3528"/>
                </a:cubicBezTo>
                <a:cubicBezTo>
                  <a:pt x="17622" y="3561"/>
                  <a:pt x="17563" y="3601"/>
                  <a:pt x="17544" y="3641"/>
                </a:cubicBezTo>
                <a:cubicBezTo>
                  <a:pt x="17505" y="3694"/>
                  <a:pt x="17486" y="3741"/>
                  <a:pt x="17525" y="3794"/>
                </a:cubicBezTo>
                <a:cubicBezTo>
                  <a:pt x="17564" y="3847"/>
                  <a:pt x="17603" y="3894"/>
                  <a:pt x="17680" y="3940"/>
                </a:cubicBezTo>
                <a:close/>
                <a:moveTo>
                  <a:pt x="9366" y="3867"/>
                </a:moveTo>
                <a:cubicBezTo>
                  <a:pt x="9386" y="3867"/>
                  <a:pt x="9405" y="3874"/>
                  <a:pt x="9425" y="3874"/>
                </a:cubicBezTo>
                <a:cubicBezTo>
                  <a:pt x="9444" y="3874"/>
                  <a:pt x="9463" y="3874"/>
                  <a:pt x="9483" y="3874"/>
                </a:cubicBezTo>
                <a:cubicBezTo>
                  <a:pt x="9580" y="3987"/>
                  <a:pt x="9813" y="4080"/>
                  <a:pt x="10104" y="4140"/>
                </a:cubicBezTo>
                <a:cubicBezTo>
                  <a:pt x="10202" y="4160"/>
                  <a:pt x="10318" y="4173"/>
                  <a:pt x="10435" y="4186"/>
                </a:cubicBezTo>
                <a:cubicBezTo>
                  <a:pt x="10454" y="4186"/>
                  <a:pt x="10493" y="4193"/>
                  <a:pt x="10512" y="4193"/>
                </a:cubicBezTo>
                <a:cubicBezTo>
                  <a:pt x="10765" y="4213"/>
                  <a:pt x="10940" y="4213"/>
                  <a:pt x="11212" y="4193"/>
                </a:cubicBezTo>
                <a:cubicBezTo>
                  <a:pt x="11328" y="4186"/>
                  <a:pt x="11425" y="4166"/>
                  <a:pt x="11522" y="4146"/>
                </a:cubicBezTo>
                <a:cubicBezTo>
                  <a:pt x="11581" y="4133"/>
                  <a:pt x="11697" y="4100"/>
                  <a:pt x="11756" y="4086"/>
                </a:cubicBezTo>
                <a:cubicBezTo>
                  <a:pt x="11833" y="4067"/>
                  <a:pt x="11892" y="4033"/>
                  <a:pt x="11930" y="4007"/>
                </a:cubicBezTo>
                <a:cubicBezTo>
                  <a:pt x="11989" y="3973"/>
                  <a:pt x="12028" y="3933"/>
                  <a:pt x="12066" y="3900"/>
                </a:cubicBezTo>
                <a:cubicBezTo>
                  <a:pt x="12086" y="3867"/>
                  <a:pt x="12105" y="3827"/>
                  <a:pt x="12105" y="3794"/>
                </a:cubicBezTo>
                <a:cubicBezTo>
                  <a:pt x="12105" y="3761"/>
                  <a:pt x="12086" y="3721"/>
                  <a:pt x="12066" y="3687"/>
                </a:cubicBezTo>
                <a:cubicBezTo>
                  <a:pt x="12047" y="3667"/>
                  <a:pt x="12028" y="3654"/>
                  <a:pt x="12008" y="3641"/>
                </a:cubicBezTo>
                <a:cubicBezTo>
                  <a:pt x="12125" y="3554"/>
                  <a:pt x="12164" y="3461"/>
                  <a:pt x="12086" y="3368"/>
                </a:cubicBezTo>
                <a:cubicBezTo>
                  <a:pt x="11970" y="3215"/>
                  <a:pt x="11659" y="3089"/>
                  <a:pt x="11270" y="3009"/>
                </a:cubicBezTo>
                <a:cubicBezTo>
                  <a:pt x="11154" y="2982"/>
                  <a:pt x="11018" y="2969"/>
                  <a:pt x="10901" y="2956"/>
                </a:cubicBezTo>
                <a:cubicBezTo>
                  <a:pt x="10862" y="2949"/>
                  <a:pt x="10804" y="2942"/>
                  <a:pt x="10746" y="2936"/>
                </a:cubicBezTo>
                <a:cubicBezTo>
                  <a:pt x="10571" y="2922"/>
                  <a:pt x="10376" y="2909"/>
                  <a:pt x="10182" y="2916"/>
                </a:cubicBezTo>
                <a:cubicBezTo>
                  <a:pt x="10046" y="2916"/>
                  <a:pt x="9910" y="2922"/>
                  <a:pt x="9755" y="2936"/>
                </a:cubicBezTo>
                <a:cubicBezTo>
                  <a:pt x="9716" y="2936"/>
                  <a:pt x="9658" y="2942"/>
                  <a:pt x="9619" y="2949"/>
                </a:cubicBezTo>
                <a:cubicBezTo>
                  <a:pt x="9327" y="2982"/>
                  <a:pt x="9153" y="3022"/>
                  <a:pt x="8920" y="3089"/>
                </a:cubicBezTo>
                <a:cubicBezTo>
                  <a:pt x="8881" y="3095"/>
                  <a:pt x="8861" y="3109"/>
                  <a:pt x="8823" y="3122"/>
                </a:cubicBezTo>
                <a:cubicBezTo>
                  <a:pt x="8725" y="3162"/>
                  <a:pt x="8628" y="3195"/>
                  <a:pt x="8570" y="3242"/>
                </a:cubicBezTo>
                <a:cubicBezTo>
                  <a:pt x="8454" y="3315"/>
                  <a:pt x="8376" y="3395"/>
                  <a:pt x="8395" y="3481"/>
                </a:cubicBezTo>
                <a:cubicBezTo>
                  <a:pt x="8414" y="3594"/>
                  <a:pt x="8512" y="3701"/>
                  <a:pt x="8745" y="3774"/>
                </a:cubicBezTo>
                <a:cubicBezTo>
                  <a:pt x="8959" y="3807"/>
                  <a:pt x="9153" y="3840"/>
                  <a:pt x="9366" y="3867"/>
                </a:cubicBezTo>
                <a:close/>
                <a:moveTo>
                  <a:pt x="4" y="3574"/>
                </a:moveTo>
                <a:cubicBezTo>
                  <a:pt x="4" y="3641"/>
                  <a:pt x="62" y="3707"/>
                  <a:pt x="159" y="3767"/>
                </a:cubicBezTo>
                <a:cubicBezTo>
                  <a:pt x="178" y="3780"/>
                  <a:pt x="198" y="3787"/>
                  <a:pt x="237" y="3800"/>
                </a:cubicBezTo>
                <a:cubicBezTo>
                  <a:pt x="256" y="3834"/>
                  <a:pt x="295" y="3867"/>
                  <a:pt x="353" y="3900"/>
                </a:cubicBezTo>
                <a:cubicBezTo>
                  <a:pt x="509" y="3980"/>
                  <a:pt x="742" y="4053"/>
                  <a:pt x="1014" y="4073"/>
                </a:cubicBezTo>
                <a:cubicBezTo>
                  <a:pt x="1441" y="4100"/>
                  <a:pt x="1868" y="4106"/>
                  <a:pt x="2315" y="4066"/>
                </a:cubicBezTo>
                <a:cubicBezTo>
                  <a:pt x="2645" y="4033"/>
                  <a:pt x="2937" y="3980"/>
                  <a:pt x="3209" y="3913"/>
                </a:cubicBezTo>
                <a:cubicBezTo>
                  <a:pt x="3325" y="3894"/>
                  <a:pt x="3442" y="3874"/>
                  <a:pt x="3539" y="3834"/>
                </a:cubicBezTo>
                <a:cubicBezTo>
                  <a:pt x="3597" y="3807"/>
                  <a:pt x="3655" y="3780"/>
                  <a:pt x="3714" y="3754"/>
                </a:cubicBezTo>
                <a:cubicBezTo>
                  <a:pt x="3811" y="3694"/>
                  <a:pt x="3869" y="3634"/>
                  <a:pt x="3869" y="3561"/>
                </a:cubicBezTo>
                <a:cubicBezTo>
                  <a:pt x="3869" y="3548"/>
                  <a:pt x="3869" y="3528"/>
                  <a:pt x="3869" y="3514"/>
                </a:cubicBezTo>
                <a:cubicBezTo>
                  <a:pt x="3850" y="3468"/>
                  <a:pt x="3850" y="3415"/>
                  <a:pt x="3811" y="3368"/>
                </a:cubicBezTo>
                <a:cubicBezTo>
                  <a:pt x="3772" y="3321"/>
                  <a:pt x="3714" y="3282"/>
                  <a:pt x="3655" y="3242"/>
                </a:cubicBezTo>
                <a:cubicBezTo>
                  <a:pt x="3636" y="3228"/>
                  <a:pt x="3617" y="3208"/>
                  <a:pt x="3578" y="3195"/>
                </a:cubicBezTo>
                <a:cubicBezTo>
                  <a:pt x="3481" y="3142"/>
                  <a:pt x="3364" y="3089"/>
                  <a:pt x="3228" y="3049"/>
                </a:cubicBezTo>
                <a:cubicBezTo>
                  <a:pt x="3131" y="3022"/>
                  <a:pt x="3015" y="2989"/>
                  <a:pt x="2917" y="2969"/>
                </a:cubicBezTo>
                <a:cubicBezTo>
                  <a:pt x="2801" y="2942"/>
                  <a:pt x="2665" y="2929"/>
                  <a:pt x="2529" y="2909"/>
                </a:cubicBezTo>
                <a:cubicBezTo>
                  <a:pt x="2490" y="2902"/>
                  <a:pt x="2451" y="2896"/>
                  <a:pt x="2393" y="2896"/>
                </a:cubicBezTo>
                <a:cubicBezTo>
                  <a:pt x="2257" y="2882"/>
                  <a:pt x="2121" y="2876"/>
                  <a:pt x="1985" y="2876"/>
                </a:cubicBezTo>
                <a:cubicBezTo>
                  <a:pt x="1888" y="2876"/>
                  <a:pt x="1791" y="2882"/>
                  <a:pt x="1694" y="2882"/>
                </a:cubicBezTo>
                <a:cubicBezTo>
                  <a:pt x="1596" y="2889"/>
                  <a:pt x="1499" y="2889"/>
                  <a:pt x="1422" y="2902"/>
                </a:cubicBezTo>
                <a:cubicBezTo>
                  <a:pt x="1247" y="2922"/>
                  <a:pt x="1072" y="2949"/>
                  <a:pt x="917" y="2982"/>
                </a:cubicBezTo>
                <a:cubicBezTo>
                  <a:pt x="819" y="3009"/>
                  <a:pt x="703" y="3035"/>
                  <a:pt x="606" y="3069"/>
                </a:cubicBezTo>
                <a:cubicBezTo>
                  <a:pt x="509" y="3102"/>
                  <a:pt x="431" y="3142"/>
                  <a:pt x="353" y="3175"/>
                </a:cubicBezTo>
                <a:cubicBezTo>
                  <a:pt x="314" y="3188"/>
                  <a:pt x="295" y="3208"/>
                  <a:pt x="256" y="3222"/>
                </a:cubicBezTo>
                <a:cubicBezTo>
                  <a:pt x="198" y="3262"/>
                  <a:pt x="140" y="3308"/>
                  <a:pt x="101" y="3355"/>
                </a:cubicBezTo>
                <a:cubicBezTo>
                  <a:pt x="62" y="3401"/>
                  <a:pt x="43" y="3455"/>
                  <a:pt x="23" y="3501"/>
                </a:cubicBezTo>
                <a:cubicBezTo>
                  <a:pt x="4" y="3534"/>
                  <a:pt x="4" y="3554"/>
                  <a:pt x="4" y="3574"/>
                </a:cubicBezTo>
                <a:close/>
                <a:moveTo>
                  <a:pt x="4821" y="5936"/>
                </a:moveTo>
                <a:cubicBezTo>
                  <a:pt x="4569" y="5869"/>
                  <a:pt x="4180" y="5823"/>
                  <a:pt x="3850" y="5869"/>
                </a:cubicBezTo>
                <a:cubicBezTo>
                  <a:pt x="3578" y="5909"/>
                  <a:pt x="3286" y="5949"/>
                  <a:pt x="3015" y="5989"/>
                </a:cubicBezTo>
                <a:cubicBezTo>
                  <a:pt x="2723" y="5929"/>
                  <a:pt x="2393" y="5889"/>
                  <a:pt x="2024" y="5896"/>
                </a:cubicBezTo>
                <a:cubicBezTo>
                  <a:pt x="1519" y="5909"/>
                  <a:pt x="1111" y="5976"/>
                  <a:pt x="722" y="6082"/>
                </a:cubicBezTo>
                <a:cubicBezTo>
                  <a:pt x="412" y="6169"/>
                  <a:pt x="198" y="6288"/>
                  <a:pt x="81" y="6421"/>
                </a:cubicBezTo>
                <a:cubicBezTo>
                  <a:pt x="-74" y="6588"/>
                  <a:pt x="4" y="6754"/>
                  <a:pt x="217" y="6907"/>
                </a:cubicBezTo>
                <a:cubicBezTo>
                  <a:pt x="509" y="7127"/>
                  <a:pt x="1189" y="7286"/>
                  <a:pt x="1868" y="7319"/>
                </a:cubicBezTo>
                <a:cubicBezTo>
                  <a:pt x="2276" y="7339"/>
                  <a:pt x="2704" y="7346"/>
                  <a:pt x="3112" y="7300"/>
                </a:cubicBezTo>
                <a:cubicBezTo>
                  <a:pt x="3520" y="7253"/>
                  <a:pt x="3908" y="7173"/>
                  <a:pt x="4219" y="7073"/>
                </a:cubicBezTo>
                <a:cubicBezTo>
                  <a:pt x="4879" y="6854"/>
                  <a:pt x="5171" y="6541"/>
                  <a:pt x="5248" y="6235"/>
                </a:cubicBezTo>
                <a:cubicBezTo>
                  <a:pt x="5287" y="6115"/>
                  <a:pt x="5073" y="6002"/>
                  <a:pt x="4821" y="5936"/>
                </a:cubicBezTo>
                <a:close/>
                <a:moveTo>
                  <a:pt x="13038" y="6209"/>
                </a:moveTo>
                <a:cubicBezTo>
                  <a:pt x="12999" y="6169"/>
                  <a:pt x="12941" y="6122"/>
                  <a:pt x="12882" y="6082"/>
                </a:cubicBezTo>
                <a:cubicBezTo>
                  <a:pt x="12824" y="6042"/>
                  <a:pt x="12727" y="6009"/>
                  <a:pt x="12649" y="5976"/>
                </a:cubicBezTo>
                <a:cubicBezTo>
                  <a:pt x="12630" y="5969"/>
                  <a:pt x="12630" y="5969"/>
                  <a:pt x="12610" y="5962"/>
                </a:cubicBezTo>
                <a:cubicBezTo>
                  <a:pt x="12533" y="5936"/>
                  <a:pt x="12435" y="5916"/>
                  <a:pt x="12358" y="5896"/>
                </a:cubicBezTo>
                <a:cubicBezTo>
                  <a:pt x="12339" y="5889"/>
                  <a:pt x="12319" y="5889"/>
                  <a:pt x="12300" y="5883"/>
                </a:cubicBezTo>
                <a:cubicBezTo>
                  <a:pt x="12202" y="5863"/>
                  <a:pt x="12086" y="5849"/>
                  <a:pt x="11989" y="5836"/>
                </a:cubicBezTo>
                <a:cubicBezTo>
                  <a:pt x="11970" y="5836"/>
                  <a:pt x="11950" y="5829"/>
                  <a:pt x="11931" y="5829"/>
                </a:cubicBezTo>
                <a:cubicBezTo>
                  <a:pt x="11814" y="5823"/>
                  <a:pt x="11698" y="5816"/>
                  <a:pt x="11581" y="5816"/>
                </a:cubicBezTo>
                <a:cubicBezTo>
                  <a:pt x="11484" y="5823"/>
                  <a:pt x="11387" y="5823"/>
                  <a:pt x="11290" y="5829"/>
                </a:cubicBezTo>
                <a:cubicBezTo>
                  <a:pt x="11154" y="5843"/>
                  <a:pt x="11018" y="5863"/>
                  <a:pt x="10921" y="5896"/>
                </a:cubicBezTo>
                <a:cubicBezTo>
                  <a:pt x="10843" y="5916"/>
                  <a:pt x="10765" y="5936"/>
                  <a:pt x="10726" y="5962"/>
                </a:cubicBezTo>
                <a:cubicBezTo>
                  <a:pt x="10629" y="5996"/>
                  <a:pt x="10571" y="6042"/>
                  <a:pt x="10532" y="6089"/>
                </a:cubicBezTo>
                <a:cubicBezTo>
                  <a:pt x="10513" y="6109"/>
                  <a:pt x="10513" y="6135"/>
                  <a:pt x="10493" y="6155"/>
                </a:cubicBezTo>
                <a:cubicBezTo>
                  <a:pt x="10280" y="6209"/>
                  <a:pt x="10124" y="6275"/>
                  <a:pt x="9969" y="6348"/>
                </a:cubicBezTo>
                <a:cubicBezTo>
                  <a:pt x="9910" y="6375"/>
                  <a:pt x="9872" y="6401"/>
                  <a:pt x="9833" y="6428"/>
                </a:cubicBezTo>
                <a:cubicBezTo>
                  <a:pt x="9755" y="6481"/>
                  <a:pt x="9677" y="6541"/>
                  <a:pt x="9658" y="6601"/>
                </a:cubicBezTo>
                <a:cubicBezTo>
                  <a:pt x="9599" y="6668"/>
                  <a:pt x="9599" y="6734"/>
                  <a:pt x="9658" y="6801"/>
                </a:cubicBezTo>
                <a:cubicBezTo>
                  <a:pt x="9716" y="6867"/>
                  <a:pt x="9813" y="6920"/>
                  <a:pt x="9949" y="6967"/>
                </a:cubicBezTo>
                <a:cubicBezTo>
                  <a:pt x="10085" y="7013"/>
                  <a:pt x="10240" y="7047"/>
                  <a:pt x="10435" y="7067"/>
                </a:cubicBezTo>
                <a:cubicBezTo>
                  <a:pt x="10629" y="7087"/>
                  <a:pt x="10823" y="7087"/>
                  <a:pt x="11017" y="7067"/>
                </a:cubicBezTo>
                <a:cubicBezTo>
                  <a:pt x="11620" y="7040"/>
                  <a:pt x="12222" y="6974"/>
                  <a:pt x="12649" y="6821"/>
                </a:cubicBezTo>
                <a:cubicBezTo>
                  <a:pt x="12746" y="6787"/>
                  <a:pt x="12824" y="6754"/>
                  <a:pt x="12902" y="6714"/>
                </a:cubicBezTo>
                <a:cubicBezTo>
                  <a:pt x="12979" y="6674"/>
                  <a:pt x="13018" y="6634"/>
                  <a:pt x="13057" y="6594"/>
                </a:cubicBezTo>
                <a:cubicBezTo>
                  <a:pt x="13115" y="6541"/>
                  <a:pt x="13135" y="6475"/>
                  <a:pt x="13154" y="6421"/>
                </a:cubicBezTo>
                <a:cubicBezTo>
                  <a:pt x="13174" y="6362"/>
                  <a:pt x="13135" y="6302"/>
                  <a:pt x="13096" y="6242"/>
                </a:cubicBezTo>
                <a:cubicBezTo>
                  <a:pt x="13076" y="6235"/>
                  <a:pt x="13057" y="6222"/>
                  <a:pt x="13038" y="6209"/>
                </a:cubicBezTo>
                <a:close/>
                <a:moveTo>
                  <a:pt x="20458" y="5962"/>
                </a:moveTo>
                <a:cubicBezTo>
                  <a:pt x="20166" y="5889"/>
                  <a:pt x="19836" y="5843"/>
                  <a:pt x="19506" y="5796"/>
                </a:cubicBezTo>
                <a:cubicBezTo>
                  <a:pt x="19253" y="5763"/>
                  <a:pt x="18884" y="5789"/>
                  <a:pt x="18651" y="5836"/>
                </a:cubicBezTo>
                <a:cubicBezTo>
                  <a:pt x="18438" y="5876"/>
                  <a:pt x="18263" y="5956"/>
                  <a:pt x="18166" y="6036"/>
                </a:cubicBezTo>
                <a:cubicBezTo>
                  <a:pt x="18088" y="6042"/>
                  <a:pt x="17991" y="6042"/>
                  <a:pt x="17913" y="6049"/>
                </a:cubicBezTo>
                <a:cubicBezTo>
                  <a:pt x="17719" y="6069"/>
                  <a:pt x="17563" y="6102"/>
                  <a:pt x="17427" y="6149"/>
                </a:cubicBezTo>
                <a:cubicBezTo>
                  <a:pt x="17175" y="6222"/>
                  <a:pt x="16961" y="6348"/>
                  <a:pt x="16903" y="6461"/>
                </a:cubicBezTo>
                <a:cubicBezTo>
                  <a:pt x="16845" y="6568"/>
                  <a:pt x="16845" y="6634"/>
                  <a:pt x="16903" y="6741"/>
                </a:cubicBezTo>
                <a:cubicBezTo>
                  <a:pt x="16922" y="6801"/>
                  <a:pt x="17000" y="6860"/>
                  <a:pt x="17078" y="6920"/>
                </a:cubicBezTo>
                <a:cubicBezTo>
                  <a:pt x="17233" y="7040"/>
                  <a:pt x="17525" y="7133"/>
                  <a:pt x="17855" y="7200"/>
                </a:cubicBezTo>
                <a:cubicBezTo>
                  <a:pt x="18204" y="7273"/>
                  <a:pt x="18574" y="7300"/>
                  <a:pt x="18981" y="7313"/>
                </a:cubicBezTo>
                <a:cubicBezTo>
                  <a:pt x="19292" y="7326"/>
                  <a:pt x="19622" y="7313"/>
                  <a:pt x="19914" y="7286"/>
                </a:cubicBezTo>
                <a:cubicBezTo>
                  <a:pt x="20302" y="7260"/>
                  <a:pt x="20671" y="7193"/>
                  <a:pt x="20943" y="7100"/>
                </a:cubicBezTo>
                <a:cubicBezTo>
                  <a:pt x="21079" y="7060"/>
                  <a:pt x="21196" y="7007"/>
                  <a:pt x="21274" y="6947"/>
                </a:cubicBezTo>
                <a:cubicBezTo>
                  <a:pt x="21410" y="6847"/>
                  <a:pt x="21468" y="6781"/>
                  <a:pt x="21487" y="6668"/>
                </a:cubicBezTo>
                <a:cubicBezTo>
                  <a:pt x="21526" y="6535"/>
                  <a:pt x="21409" y="6401"/>
                  <a:pt x="21254" y="6275"/>
                </a:cubicBezTo>
                <a:cubicBezTo>
                  <a:pt x="21118" y="6149"/>
                  <a:pt x="20808" y="6049"/>
                  <a:pt x="20458" y="5962"/>
                </a:cubicBezTo>
                <a:close/>
                <a:moveTo>
                  <a:pt x="17680" y="9721"/>
                </a:moveTo>
                <a:cubicBezTo>
                  <a:pt x="17777" y="9781"/>
                  <a:pt x="17913" y="9821"/>
                  <a:pt x="18069" y="9854"/>
                </a:cubicBezTo>
                <a:cubicBezTo>
                  <a:pt x="18166" y="9874"/>
                  <a:pt x="18263" y="9887"/>
                  <a:pt x="18360" y="9907"/>
                </a:cubicBezTo>
                <a:cubicBezTo>
                  <a:pt x="18535" y="9934"/>
                  <a:pt x="18710" y="9967"/>
                  <a:pt x="18884" y="9974"/>
                </a:cubicBezTo>
                <a:cubicBezTo>
                  <a:pt x="19331" y="10007"/>
                  <a:pt x="19798" y="10000"/>
                  <a:pt x="20186" y="9914"/>
                </a:cubicBezTo>
                <a:cubicBezTo>
                  <a:pt x="20438" y="9861"/>
                  <a:pt x="20574" y="9814"/>
                  <a:pt x="20730" y="9734"/>
                </a:cubicBezTo>
                <a:cubicBezTo>
                  <a:pt x="20749" y="9721"/>
                  <a:pt x="20769" y="9714"/>
                  <a:pt x="20788" y="9701"/>
                </a:cubicBezTo>
                <a:cubicBezTo>
                  <a:pt x="20846" y="9661"/>
                  <a:pt x="20885" y="9621"/>
                  <a:pt x="20924" y="9581"/>
                </a:cubicBezTo>
                <a:cubicBezTo>
                  <a:pt x="20943" y="9568"/>
                  <a:pt x="20943" y="9555"/>
                  <a:pt x="20943" y="9541"/>
                </a:cubicBezTo>
                <a:cubicBezTo>
                  <a:pt x="20943" y="9541"/>
                  <a:pt x="20963" y="9541"/>
                  <a:pt x="20963" y="9535"/>
                </a:cubicBezTo>
                <a:cubicBezTo>
                  <a:pt x="21196" y="9488"/>
                  <a:pt x="21410" y="9402"/>
                  <a:pt x="21468" y="9309"/>
                </a:cubicBezTo>
                <a:cubicBezTo>
                  <a:pt x="21526" y="9209"/>
                  <a:pt x="21526" y="9102"/>
                  <a:pt x="21351" y="9016"/>
                </a:cubicBezTo>
                <a:cubicBezTo>
                  <a:pt x="21196" y="8929"/>
                  <a:pt x="20982" y="8869"/>
                  <a:pt x="20691" y="8843"/>
                </a:cubicBezTo>
                <a:cubicBezTo>
                  <a:pt x="20652" y="8843"/>
                  <a:pt x="20633" y="8836"/>
                  <a:pt x="20594" y="8836"/>
                </a:cubicBezTo>
                <a:cubicBezTo>
                  <a:pt x="20030" y="8670"/>
                  <a:pt x="19176" y="8643"/>
                  <a:pt x="18535" y="8776"/>
                </a:cubicBezTo>
                <a:cubicBezTo>
                  <a:pt x="18166" y="8856"/>
                  <a:pt x="17894" y="8969"/>
                  <a:pt x="17777" y="9109"/>
                </a:cubicBezTo>
                <a:cubicBezTo>
                  <a:pt x="17719" y="9175"/>
                  <a:pt x="17699" y="9242"/>
                  <a:pt x="17699" y="9309"/>
                </a:cubicBezTo>
                <a:cubicBezTo>
                  <a:pt x="17622" y="9342"/>
                  <a:pt x="17563" y="9382"/>
                  <a:pt x="17544" y="9422"/>
                </a:cubicBezTo>
                <a:cubicBezTo>
                  <a:pt x="17505" y="9475"/>
                  <a:pt x="17486" y="9521"/>
                  <a:pt x="17525" y="9575"/>
                </a:cubicBezTo>
                <a:cubicBezTo>
                  <a:pt x="17564" y="9634"/>
                  <a:pt x="17603" y="9681"/>
                  <a:pt x="17680" y="9721"/>
                </a:cubicBezTo>
                <a:close/>
                <a:moveTo>
                  <a:pt x="9366" y="9648"/>
                </a:moveTo>
                <a:cubicBezTo>
                  <a:pt x="9386" y="9648"/>
                  <a:pt x="9405" y="9654"/>
                  <a:pt x="9425" y="9654"/>
                </a:cubicBezTo>
                <a:cubicBezTo>
                  <a:pt x="9444" y="9654"/>
                  <a:pt x="9463" y="9654"/>
                  <a:pt x="9483" y="9654"/>
                </a:cubicBezTo>
                <a:cubicBezTo>
                  <a:pt x="9580" y="9768"/>
                  <a:pt x="9813" y="9861"/>
                  <a:pt x="10104" y="9921"/>
                </a:cubicBezTo>
                <a:cubicBezTo>
                  <a:pt x="10202" y="9940"/>
                  <a:pt x="10318" y="9954"/>
                  <a:pt x="10435" y="9967"/>
                </a:cubicBezTo>
                <a:cubicBezTo>
                  <a:pt x="10454" y="9967"/>
                  <a:pt x="10493" y="9974"/>
                  <a:pt x="10512" y="9974"/>
                </a:cubicBezTo>
                <a:cubicBezTo>
                  <a:pt x="10765" y="9994"/>
                  <a:pt x="10940" y="9994"/>
                  <a:pt x="11212" y="9974"/>
                </a:cubicBezTo>
                <a:cubicBezTo>
                  <a:pt x="11328" y="9967"/>
                  <a:pt x="11425" y="9947"/>
                  <a:pt x="11522" y="9927"/>
                </a:cubicBezTo>
                <a:cubicBezTo>
                  <a:pt x="11581" y="9914"/>
                  <a:pt x="11697" y="9881"/>
                  <a:pt x="11756" y="9867"/>
                </a:cubicBezTo>
                <a:cubicBezTo>
                  <a:pt x="11833" y="9847"/>
                  <a:pt x="11892" y="9814"/>
                  <a:pt x="11930" y="9788"/>
                </a:cubicBezTo>
                <a:cubicBezTo>
                  <a:pt x="11989" y="9754"/>
                  <a:pt x="12028" y="9714"/>
                  <a:pt x="12066" y="9681"/>
                </a:cubicBezTo>
                <a:cubicBezTo>
                  <a:pt x="12086" y="9648"/>
                  <a:pt x="12105" y="9608"/>
                  <a:pt x="12105" y="9575"/>
                </a:cubicBezTo>
                <a:cubicBezTo>
                  <a:pt x="12105" y="9541"/>
                  <a:pt x="12086" y="9501"/>
                  <a:pt x="12066" y="9468"/>
                </a:cubicBezTo>
                <a:cubicBezTo>
                  <a:pt x="12047" y="9448"/>
                  <a:pt x="12028" y="9435"/>
                  <a:pt x="12008" y="9422"/>
                </a:cubicBezTo>
                <a:cubicBezTo>
                  <a:pt x="12125" y="9335"/>
                  <a:pt x="12164" y="9242"/>
                  <a:pt x="12086" y="9149"/>
                </a:cubicBezTo>
                <a:cubicBezTo>
                  <a:pt x="11970" y="8996"/>
                  <a:pt x="11659" y="8869"/>
                  <a:pt x="11270" y="8790"/>
                </a:cubicBezTo>
                <a:cubicBezTo>
                  <a:pt x="11154" y="8763"/>
                  <a:pt x="11018" y="8750"/>
                  <a:pt x="10901" y="8736"/>
                </a:cubicBezTo>
                <a:cubicBezTo>
                  <a:pt x="10862" y="8730"/>
                  <a:pt x="10804" y="8723"/>
                  <a:pt x="10746" y="8716"/>
                </a:cubicBezTo>
                <a:cubicBezTo>
                  <a:pt x="10571" y="8703"/>
                  <a:pt x="10376" y="8690"/>
                  <a:pt x="10182" y="8696"/>
                </a:cubicBezTo>
                <a:cubicBezTo>
                  <a:pt x="10046" y="8696"/>
                  <a:pt x="9910" y="8703"/>
                  <a:pt x="9755" y="8716"/>
                </a:cubicBezTo>
                <a:cubicBezTo>
                  <a:pt x="9716" y="8716"/>
                  <a:pt x="9658" y="8723"/>
                  <a:pt x="9619" y="8730"/>
                </a:cubicBezTo>
                <a:cubicBezTo>
                  <a:pt x="9327" y="8763"/>
                  <a:pt x="9153" y="8803"/>
                  <a:pt x="8920" y="8869"/>
                </a:cubicBezTo>
                <a:cubicBezTo>
                  <a:pt x="8881" y="8876"/>
                  <a:pt x="8861" y="8889"/>
                  <a:pt x="8823" y="8903"/>
                </a:cubicBezTo>
                <a:cubicBezTo>
                  <a:pt x="8725" y="8943"/>
                  <a:pt x="8628" y="8976"/>
                  <a:pt x="8570" y="9022"/>
                </a:cubicBezTo>
                <a:cubicBezTo>
                  <a:pt x="8454" y="9096"/>
                  <a:pt x="8376" y="9175"/>
                  <a:pt x="8395" y="9262"/>
                </a:cubicBezTo>
                <a:cubicBezTo>
                  <a:pt x="8414" y="9375"/>
                  <a:pt x="8512" y="9481"/>
                  <a:pt x="8745" y="9555"/>
                </a:cubicBezTo>
                <a:cubicBezTo>
                  <a:pt x="8959" y="9588"/>
                  <a:pt x="9153" y="9628"/>
                  <a:pt x="9366" y="9648"/>
                </a:cubicBezTo>
                <a:close/>
                <a:moveTo>
                  <a:pt x="4" y="9355"/>
                </a:moveTo>
                <a:cubicBezTo>
                  <a:pt x="4" y="9422"/>
                  <a:pt x="62" y="9488"/>
                  <a:pt x="159" y="9548"/>
                </a:cubicBezTo>
                <a:cubicBezTo>
                  <a:pt x="178" y="9561"/>
                  <a:pt x="198" y="9568"/>
                  <a:pt x="237" y="9581"/>
                </a:cubicBezTo>
                <a:cubicBezTo>
                  <a:pt x="256" y="9615"/>
                  <a:pt x="295" y="9648"/>
                  <a:pt x="353" y="9681"/>
                </a:cubicBezTo>
                <a:cubicBezTo>
                  <a:pt x="509" y="9761"/>
                  <a:pt x="742" y="9834"/>
                  <a:pt x="1014" y="9854"/>
                </a:cubicBezTo>
                <a:cubicBezTo>
                  <a:pt x="1441" y="9881"/>
                  <a:pt x="1868" y="9887"/>
                  <a:pt x="2315" y="9847"/>
                </a:cubicBezTo>
                <a:cubicBezTo>
                  <a:pt x="2645" y="9814"/>
                  <a:pt x="2937" y="9761"/>
                  <a:pt x="3209" y="9694"/>
                </a:cubicBezTo>
                <a:cubicBezTo>
                  <a:pt x="3325" y="9674"/>
                  <a:pt x="3442" y="9654"/>
                  <a:pt x="3539" y="9615"/>
                </a:cubicBezTo>
                <a:cubicBezTo>
                  <a:pt x="3597" y="9588"/>
                  <a:pt x="3655" y="9561"/>
                  <a:pt x="3714" y="9535"/>
                </a:cubicBezTo>
                <a:cubicBezTo>
                  <a:pt x="3811" y="9475"/>
                  <a:pt x="3869" y="9415"/>
                  <a:pt x="3869" y="9342"/>
                </a:cubicBezTo>
                <a:cubicBezTo>
                  <a:pt x="3869" y="9328"/>
                  <a:pt x="3869" y="9309"/>
                  <a:pt x="3869" y="9295"/>
                </a:cubicBezTo>
                <a:cubicBezTo>
                  <a:pt x="3850" y="9249"/>
                  <a:pt x="3850" y="9195"/>
                  <a:pt x="3811" y="9149"/>
                </a:cubicBezTo>
                <a:cubicBezTo>
                  <a:pt x="3772" y="9102"/>
                  <a:pt x="3714" y="9062"/>
                  <a:pt x="3655" y="9022"/>
                </a:cubicBezTo>
                <a:cubicBezTo>
                  <a:pt x="3636" y="9009"/>
                  <a:pt x="3617" y="8989"/>
                  <a:pt x="3578" y="8976"/>
                </a:cubicBezTo>
                <a:cubicBezTo>
                  <a:pt x="3481" y="8923"/>
                  <a:pt x="3364" y="8869"/>
                  <a:pt x="3228" y="8830"/>
                </a:cubicBezTo>
                <a:cubicBezTo>
                  <a:pt x="3131" y="8803"/>
                  <a:pt x="3015" y="8770"/>
                  <a:pt x="2917" y="8750"/>
                </a:cubicBezTo>
                <a:cubicBezTo>
                  <a:pt x="2801" y="8723"/>
                  <a:pt x="2665" y="8710"/>
                  <a:pt x="2529" y="8690"/>
                </a:cubicBezTo>
                <a:cubicBezTo>
                  <a:pt x="2490" y="8683"/>
                  <a:pt x="2451" y="8677"/>
                  <a:pt x="2393" y="8677"/>
                </a:cubicBezTo>
                <a:cubicBezTo>
                  <a:pt x="2257" y="8663"/>
                  <a:pt x="2121" y="8657"/>
                  <a:pt x="1985" y="8657"/>
                </a:cubicBezTo>
                <a:cubicBezTo>
                  <a:pt x="1888" y="8657"/>
                  <a:pt x="1791" y="8663"/>
                  <a:pt x="1694" y="8663"/>
                </a:cubicBezTo>
                <a:cubicBezTo>
                  <a:pt x="1596" y="8670"/>
                  <a:pt x="1499" y="8670"/>
                  <a:pt x="1422" y="8683"/>
                </a:cubicBezTo>
                <a:cubicBezTo>
                  <a:pt x="1247" y="8703"/>
                  <a:pt x="1072" y="8730"/>
                  <a:pt x="917" y="8763"/>
                </a:cubicBezTo>
                <a:cubicBezTo>
                  <a:pt x="819" y="8790"/>
                  <a:pt x="703" y="8816"/>
                  <a:pt x="606" y="8850"/>
                </a:cubicBezTo>
                <a:cubicBezTo>
                  <a:pt x="509" y="8883"/>
                  <a:pt x="431" y="8923"/>
                  <a:pt x="353" y="8956"/>
                </a:cubicBezTo>
                <a:cubicBezTo>
                  <a:pt x="314" y="8969"/>
                  <a:pt x="295" y="8989"/>
                  <a:pt x="256" y="9003"/>
                </a:cubicBezTo>
                <a:cubicBezTo>
                  <a:pt x="198" y="9042"/>
                  <a:pt x="140" y="9089"/>
                  <a:pt x="101" y="9136"/>
                </a:cubicBezTo>
                <a:cubicBezTo>
                  <a:pt x="62" y="9182"/>
                  <a:pt x="43" y="9235"/>
                  <a:pt x="23" y="9282"/>
                </a:cubicBezTo>
                <a:cubicBezTo>
                  <a:pt x="4" y="9322"/>
                  <a:pt x="4" y="9342"/>
                  <a:pt x="4" y="9355"/>
                </a:cubicBezTo>
                <a:close/>
                <a:moveTo>
                  <a:pt x="4821" y="11723"/>
                </a:moveTo>
                <a:cubicBezTo>
                  <a:pt x="4569" y="11657"/>
                  <a:pt x="4180" y="11610"/>
                  <a:pt x="3850" y="11657"/>
                </a:cubicBezTo>
                <a:cubicBezTo>
                  <a:pt x="3578" y="11697"/>
                  <a:pt x="3286" y="11737"/>
                  <a:pt x="3015" y="11777"/>
                </a:cubicBezTo>
                <a:cubicBezTo>
                  <a:pt x="2723" y="11717"/>
                  <a:pt x="2393" y="11677"/>
                  <a:pt x="2024" y="11683"/>
                </a:cubicBezTo>
                <a:cubicBezTo>
                  <a:pt x="1519" y="11697"/>
                  <a:pt x="1111" y="11763"/>
                  <a:pt x="722" y="11870"/>
                </a:cubicBezTo>
                <a:cubicBezTo>
                  <a:pt x="412" y="11956"/>
                  <a:pt x="198" y="12076"/>
                  <a:pt x="81" y="12209"/>
                </a:cubicBezTo>
                <a:cubicBezTo>
                  <a:pt x="-74" y="12375"/>
                  <a:pt x="4" y="12542"/>
                  <a:pt x="217" y="12695"/>
                </a:cubicBezTo>
                <a:cubicBezTo>
                  <a:pt x="509" y="12914"/>
                  <a:pt x="1189" y="13074"/>
                  <a:pt x="1868" y="13107"/>
                </a:cubicBezTo>
                <a:cubicBezTo>
                  <a:pt x="2276" y="13127"/>
                  <a:pt x="2704" y="13134"/>
                  <a:pt x="3112" y="13087"/>
                </a:cubicBezTo>
                <a:cubicBezTo>
                  <a:pt x="3520" y="13040"/>
                  <a:pt x="3908" y="12961"/>
                  <a:pt x="4219" y="12861"/>
                </a:cubicBezTo>
                <a:cubicBezTo>
                  <a:pt x="4879" y="12641"/>
                  <a:pt x="5171" y="12329"/>
                  <a:pt x="5248" y="12023"/>
                </a:cubicBezTo>
                <a:cubicBezTo>
                  <a:pt x="5287" y="11903"/>
                  <a:pt x="5073" y="11790"/>
                  <a:pt x="4821" y="11723"/>
                </a:cubicBezTo>
                <a:close/>
                <a:moveTo>
                  <a:pt x="13038" y="11996"/>
                </a:moveTo>
                <a:cubicBezTo>
                  <a:pt x="12999" y="11956"/>
                  <a:pt x="12941" y="11910"/>
                  <a:pt x="12882" y="11870"/>
                </a:cubicBezTo>
                <a:cubicBezTo>
                  <a:pt x="12824" y="11830"/>
                  <a:pt x="12727" y="11796"/>
                  <a:pt x="12649" y="11763"/>
                </a:cubicBezTo>
                <a:cubicBezTo>
                  <a:pt x="12630" y="11757"/>
                  <a:pt x="12630" y="11757"/>
                  <a:pt x="12610" y="11750"/>
                </a:cubicBezTo>
                <a:cubicBezTo>
                  <a:pt x="12533" y="11723"/>
                  <a:pt x="12435" y="11703"/>
                  <a:pt x="12358" y="11683"/>
                </a:cubicBezTo>
                <a:cubicBezTo>
                  <a:pt x="12339" y="11677"/>
                  <a:pt x="12319" y="11677"/>
                  <a:pt x="12300" y="11670"/>
                </a:cubicBezTo>
                <a:cubicBezTo>
                  <a:pt x="12202" y="11650"/>
                  <a:pt x="12086" y="11637"/>
                  <a:pt x="11989" y="11624"/>
                </a:cubicBezTo>
                <a:cubicBezTo>
                  <a:pt x="11970" y="11624"/>
                  <a:pt x="11950" y="11617"/>
                  <a:pt x="11931" y="11617"/>
                </a:cubicBezTo>
                <a:cubicBezTo>
                  <a:pt x="11814" y="11610"/>
                  <a:pt x="11698" y="11604"/>
                  <a:pt x="11581" y="11604"/>
                </a:cubicBezTo>
                <a:cubicBezTo>
                  <a:pt x="11484" y="11610"/>
                  <a:pt x="11387" y="11610"/>
                  <a:pt x="11290" y="11617"/>
                </a:cubicBezTo>
                <a:cubicBezTo>
                  <a:pt x="11154" y="11630"/>
                  <a:pt x="11018" y="11650"/>
                  <a:pt x="10921" y="11683"/>
                </a:cubicBezTo>
                <a:cubicBezTo>
                  <a:pt x="10843" y="11703"/>
                  <a:pt x="10765" y="11723"/>
                  <a:pt x="10726" y="11750"/>
                </a:cubicBezTo>
                <a:cubicBezTo>
                  <a:pt x="10629" y="11783"/>
                  <a:pt x="10571" y="11830"/>
                  <a:pt x="10532" y="11876"/>
                </a:cubicBezTo>
                <a:cubicBezTo>
                  <a:pt x="10513" y="11896"/>
                  <a:pt x="10513" y="11923"/>
                  <a:pt x="10493" y="11943"/>
                </a:cubicBezTo>
                <a:cubicBezTo>
                  <a:pt x="10280" y="11996"/>
                  <a:pt x="10124" y="12063"/>
                  <a:pt x="9969" y="12136"/>
                </a:cubicBezTo>
                <a:cubicBezTo>
                  <a:pt x="9910" y="12162"/>
                  <a:pt x="9872" y="12189"/>
                  <a:pt x="9833" y="12216"/>
                </a:cubicBezTo>
                <a:cubicBezTo>
                  <a:pt x="9755" y="12269"/>
                  <a:pt x="9677" y="12329"/>
                  <a:pt x="9658" y="12389"/>
                </a:cubicBezTo>
                <a:cubicBezTo>
                  <a:pt x="9599" y="12455"/>
                  <a:pt x="9599" y="12522"/>
                  <a:pt x="9658" y="12588"/>
                </a:cubicBezTo>
                <a:cubicBezTo>
                  <a:pt x="9716" y="12655"/>
                  <a:pt x="9813" y="12708"/>
                  <a:pt x="9949" y="12754"/>
                </a:cubicBezTo>
                <a:cubicBezTo>
                  <a:pt x="10085" y="12801"/>
                  <a:pt x="10240" y="12834"/>
                  <a:pt x="10435" y="12854"/>
                </a:cubicBezTo>
                <a:cubicBezTo>
                  <a:pt x="10629" y="12874"/>
                  <a:pt x="10823" y="12874"/>
                  <a:pt x="11017" y="12854"/>
                </a:cubicBezTo>
                <a:cubicBezTo>
                  <a:pt x="11620" y="12828"/>
                  <a:pt x="12222" y="12761"/>
                  <a:pt x="12649" y="12608"/>
                </a:cubicBezTo>
                <a:cubicBezTo>
                  <a:pt x="12746" y="12575"/>
                  <a:pt x="12824" y="12542"/>
                  <a:pt x="12902" y="12502"/>
                </a:cubicBezTo>
                <a:cubicBezTo>
                  <a:pt x="12979" y="12462"/>
                  <a:pt x="13018" y="12422"/>
                  <a:pt x="13057" y="12382"/>
                </a:cubicBezTo>
                <a:cubicBezTo>
                  <a:pt x="13115" y="12329"/>
                  <a:pt x="13135" y="12262"/>
                  <a:pt x="13154" y="12209"/>
                </a:cubicBezTo>
                <a:cubicBezTo>
                  <a:pt x="13174" y="12149"/>
                  <a:pt x="13135" y="12089"/>
                  <a:pt x="13096" y="12029"/>
                </a:cubicBezTo>
                <a:cubicBezTo>
                  <a:pt x="13076" y="12023"/>
                  <a:pt x="13057" y="12009"/>
                  <a:pt x="13038" y="11996"/>
                </a:cubicBezTo>
                <a:close/>
                <a:moveTo>
                  <a:pt x="20458" y="11750"/>
                </a:moveTo>
                <a:cubicBezTo>
                  <a:pt x="20166" y="11677"/>
                  <a:pt x="19836" y="11630"/>
                  <a:pt x="19506" y="11584"/>
                </a:cubicBezTo>
                <a:cubicBezTo>
                  <a:pt x="19253" y="11550"/>
                  <a:pt x="18884" y="11577"/>
                  <a:pt x="18651" y="11624"/>
                </a:cubicBezTo>
                <a:cubicBezTo>
                  <a:pt x="18438" y="11663"/>
                  <a:pt x="18263" y="11743"/>
                  <a:pt x="18166" y="11823"/>
                </a:cubicBezTo>
                <a:cubicBezTo>
                  <a:pt x="18088" y="11830"/>
                  <a:pt x="17991" y="11830"/>
                  <a:pt x="17913" y="11836"/>
                </a:cubicBezTo>
                <a:cubicBezTo>
                  <a:pt x="17719" y="11856"/>
                  <a:pt x="17563" y="11890"/>
                  <a:pt x="17427" y="11936"/>
                </a:cubicBezTo>
                <a:cubicBezTo>
                  <a:pt x="17175" y="12009"/>
                  <a:pt x="16961" y="12136"/>
                  <a:pt x="16903" y="12249"/>
                </a:cubicBezTo>
                <a:cubicBezTo>
                  <a:pt x="16845" y="12355"/>
                  <a:pt x="16845" y="12422"/>
                  <a:pt x="16903" y="12528"/>
                </a:cubicBezTo>
                <a:cubicBezTo>
                  <a:pt x="16922" y="12588"/>
                  <a:pt x="17000" y="12648"/>
                  <a:pt x="17078" y="12708"/>
                </a:cubicBezTo>
                <a:cubicBezTo>
                  <a:pt x="17233" y="12828"/>
                  <a:pt x="17525" y="12921"/>
                  <a:pt x="17855" y="12987"/>
                </a:cubicBezTo>
                <a:cubicBezTo>
                  <a:pt x="18204" y="13060"/>
                  <a:pt x="18574" y="13087"/>
                  <a:pt x="18981" y="13100"/>
                </a:cubicBezTo>
                <a:cubicBezTo>
                  <a:pt x="19292" y="13114"/>
                  <a:pt x="19622" y="13100"/>
                  <a:pt x="19914" y="13074"/>
                </a:cubicBezTo>
                <a:cubicBezTo>
                  <a:pt x="20302" y="13047"/>
                  <a:pt x="20671" y="12981"/>
                  <a:pt x="20943" y="12887"/>
                </a:cubicBezTo>
                <a:cubicBezTo>
                  <a:pt x="21079" y="12848"/>
                  <a:pt x="21196" y="12794"/>
                  <a:pt x="21274" y="12734"/>
                </a:cubicBezTo>
                <a:cubicBezTo>
                  <a:pt x="21410" y="12635"/>
                  <a:pt x="21468" y="12568"/>
                  <a:pt x="21487" y="12455"/>
                </a:cubicBezTo>
                <a:cubicBezTo>
                  <a:pt x="21526" y="12322"/>
                  <a:pt x="21409" y="12189"/>
                  <a:pt x="21254" y="12063"/>
                </a:cubicBezTo>
                <a:cubicBezTo>
                  <a:pt x="21118" y="11936"/>
                  <a:pt x="20808" y="11836"/>
                  <a:pt x="20458" y="11750"/>
                </a:cubicBezTo>
                <a:close/>
                <a:moveTo>
                  <a:pt x="17680" y="15508"/>
                </a:moveTo>
                <a:cubicBezTo>
                  <a:pt x="17777" y="15568"/>
                  <a:pt x="17913" y="15608"/>
                  <a:pt x="18069" y="15642"/>
                </a:cubicBezTo>
                <a:cubicBezTo>
                  <a:pt x="18166" y="15661"/>
                  <a:pt x="18263" y="15675"/>
                  <a:pt x="18360" y="15695"/>
                </a:cubicBezTo>
                <a:cubicBezTo>
                  <a:pt x="18535" y="15721"/>
                  <a:pt x="18710" y="15755"/>
                  <a:pt x="18884" y="15761"/>
                </a:cubicBezTo>
                <a:cubicBezTo>
                  <a:pt x="19331" y="15795"/>
                  <a:pt x="19798" y="15788"/>
                  <a:pt x="20186" y="15701"/>
                </a:cubicBezTo>
                <a:cubicBezTo>
                  <a:pt x="20438" y="15648"/>
                  <a:pt x="20574" y="15602"/>
                  <a:pt x="20730" y="15522"/>
                </a:cubicBezTo>
                <a:cubicBezTo>
                  <a:pt x="20749" y="15508"/>
                  <a:pt x="20769" y="15502"/>
                  <a:pt x="20788" y="15489"/>
                </a:cubicBezTo>
                <a:cubicBezTo>
                  <a:pt x="20846" y="15449"/>
                  <a:pt x="20885" y="15409"/>
                  <a:pt x="20924" y="15369"/>
                </a:cubicBezTo>
                <a:cubicBezTo>
                  <a:pt x="20943" y="15355"/>
                  <a:pt x="20943" y="15342"/>
                  <a:pt x="20943" y="15329"/>
                </a:cubicBezTo>
                <a:cubicBezTo>
                  <a:pt x="20943" y="15329"/>
                  <a:pt x="20963" y="15329"/>
                  <a:pt x="20963" y="15322"/>
                </a:cubicBezTo>
                <a:cubicBezTo>
                  <a:pt x="21196" y="15276"/>
                  <a:pt x="21410" y="15189"/>
                  <a:pt x="21468" y="15096"/>
                </a:cubicBezTo>
                <a:cubicBezTo>
                  <a:pt x="21526" y="14996"/>
                  <a:pt x="21526" y="14890"/>
                  <a:pt x="21351" y="14803"/>
                </a:cubicBezTo>
                <a:cubicBezTo>
                  <a:pt x="21196" y="14717"/>
                  <a:pt x="20982" y="14657"/>
                  <a:pt x="20691" y="14630"/>
                </a:cubicBezTo>
                <a:cubicBezTo>
                  <a:pt x="20652" y="14630"/>
                  <a:pt x="20633" y="14624"/>
                  <a:pt x="20594" y="14624"/>
                </a:cubicBezTo>
                <a:cubicBezTo>
                  <a:pt x="20030" y="14457"/>
                  <a:pt x="19176" y="14431"/>
                  <a:pt x="18535" y="14564"/>
                </a:cubicBezTo>
                <a:cubicBezTo>
                  <a:pt x="18166" y="14644"/>
                  <a:pt x="17894" y="14757"/>
                  <a:pt x="17777" y="14896"/>
                </a:cubicBezTo>
                <a:cubicBezTo>
                  <a:pt x="17719" y="14963"/>
                  <a:pt x="17699" y="15029"/>
                  <a:pt x="17699" y="15096"/>
                </a:cubicBezTo>
                <a:cubicBezTo>
                  <a:pt x="17622" y="15129"/>
                  <a:pt x="17563" y="15169"/>
                  <a:pt x="17544" y="15209"/>
                </a:cubicBezTo>
                <a:cubicBezTo>
                  <a:pt x="17505" y="15262"/>
                  <a:pt x="17486" y="15309"/>
                  <a:pt x="17525" y="15362"/>
                </a:cubicBezTo>
                <a:cubicBezTo>
                  <a:pt x="17564" y="15415"/>
                  <a:pt x="17603" y="15469"/>
                  <a:pt x="17680" y="15508"/>
                </a:cubicBezTo>
                <a:close/>
                <a:moveTo>
                  <a:pt x="9366" y="15435"/>
                </a:moveTo>
                <a:cubicBezTo>
                  <a:pt x="9386" y="15435"/>
                  <a:pt x="9405" y="15442"/>
                  <a:pt x="9425" y="15442"/>
                </a:cubicBezTo>
                <a:cubicBezTo>
                  <a:pt x="9444" y="15442"/>
                  <a:pt x="9463" y="15442"/>
                  <a:pt x="9483" y="15442"/>
                </a:cubicBezTo>
                <a:cubicBezTo>
                  <a:pt x="9580" y="15555"/>
                  <a:pt x="9813" y="15648"/>
                  <a:pt x="10104" y="15708"/>
                </a:cubicBezTo>
                <a:cubicBezTo>
                  <a:pt x="10202" y="15728"/>
                  <a:pt x="10318" y="15741"/>
                  <a:pt x="10435" y="15755"/>
                </a:cubicBezTo>
                <a:cubicBezTo>
                  <a:pt x="10454" y="15755"/>
                  <a:pt x="10493" y="15761"/>
                  <a:pt x="10512" y="15761"/>
                </a:cubicBezTo>
                <a:cubicBezTo>
                  <a:pt x="10765" y="15781"/>
                  <a:pt x="10940" y="15781"/>
                  <a:pt x="11212" y="15761"/>
                </a:cubicBezTo>
                <a:cubicBezTo>
                  <a:pt x="11328" y="15755"/>
                  <a:pt x="11425" y="15735"/>
                  <a:pt x="11522" y="15715"/>
                </a:cubicBezTo>
                <a:cubicBezTo>
                  <a:pt x="11581" y="15701"/>
                  <a:pt x="11697" y="15668"/>
                  <a:pt x="11756" y="15655"/>
                </a:cubicBezTo>
                <a:cubicBezTo>
                  <a:pt x="11833" y="15635"/>
                  <a:pt x="11892" y="15602"/>
                  <a:pt x="11930" y="15575"/>
                </a:cubicBezTo>
                <a:cubicBezTo>
                  <a:pt x="11989" y="15542"/>
                  <a:pt x="12028" y="15502"/>
                  <a:pt x="12066" y="15469"/>
                </a:cubicBezTo>
                <a:cubicBezTo>
                  <a:pt x="12086" y="15435"/>
                  <a:pt x="12105" y="15395"/>
                  <a:pt x="12105" y="15362"/>
                </a:cubicBezTo>
                <a:cubicBezTo>
                  <a:pt x="12105" y="15329"/>
                  <a:pt x="12086" y="15289"/>
                  <a:pt x="12066" y="15256"/>
                </a:cubicBezTo>
                <a:cubicBezTo>
                  <a:pt x="12047" y="15236"/>
                  <a:pt x="12028" y="15222"/>
                  <a:pt x="12008" y="15209"/>
                </a:cubicBezTo>
                <a:cubicBezTo>
                  <a:pt x="12125" y="15123"/>
                  <a:pt x="12164" y="15029"/>
                  <a:pt x="12086" y="14936"/>
                </a:cubicBezTo>
                <a:cubicBezTo>
                  <a:pt x="11970" y="14783"/>
                  <a:pt x="11659" y="14657"/>
                  <a:pt x="11270" y="14577"/>
                </a:cubicBezTo>
                <a:cubicBezTo>
                  <a:pt x="11154" y="14551"/>
                  <a:pt x="11018" y="14537"/>
                  <a:pt x="10901" y="14524"/>
                </a:cubicBezTo>
                <a:cubicBezTo>
                  <a:pt x="10862" y="14517"/>
                  <a:pt x="10804" y="14511"/>
                  <a:pt x="10746" y="14504"/>
                </a:cubicBezTo>
                <a:cubicBezTo>
                  <a:pt x="10571" y="14491"/>
                  <a:pt x="10376" y="14477"/>
                  <a:pt x="10182" y="14484"/>
                </a:cubicBezTo>
                <a:cubicBezTo>
                  <a:pt x="10046" y="14484"/>
                  <a:pt x="9910" y="14491"/>
                  <a:pt x="9755" y="14504"/>
                </a:cubicBezTo>
                <a:cubicBezTo>
                  <a:pt x="9716" y="14504"/>
                  <a:pt x="9658" y="14511"/>
                  <a:pt x="9619" y="14517"/>
                </a:cubicBezTo>
                <a:cubicBezTo>
                  <a:pt x="9327" y="14551"/>
                  <a:pt x="9153" y="14590"/>
                  <a:pt x="8920" y="14657"/>
                </a:cubicBezTo>
                <a:cubicBezTo>
                  <a:pt x="8881" y="14664"/>
                  <a:pt x="8861" y="14677"/>
                  <a:pt x="8823" y="14690"/>
                </a:cubicBezTo>
                <a:cubicBezTo>
                  <a:pt x="8725" y="14730"/>
                  <a:pt x="8628" y="14763"/>
                  <a:pt x="8570" y="14810"/>
                </a:cubicBezTo>
                <a:cubicBezTo>
                  <a:pt x="8454" y="14883"/>
                  <a:pt x="8376" y="14963"/>
                  <a:pt x="8395" y="15049"/>
                </a:cubicBezTo>
                <a:cubicBezTo>
                  <a:pt x="8414" y="15163"/>
                  <a:pt x="8512" y="15269"/>
                  <a:pt x="8745" y="15342"/>
                </a:cubicBezTo>
                <a:cubicBezTo>
                  <a:pt x="8959" y="15375"/>
                  <a:pt x="9153" y="15415"/>
                  <a:pt x="9366" y="15435"/>
                </a:cubicBezTo>
                <a:close/>
                <a:moveTo>
                  <a:pt x="4" y="15143"/>
                </a:moveTo>
                <a:cubicBezTo>
                  <a:pt x="4" y="15209"/>
                  <a:pt x="62" y="15276"/>
                  <a:pt x="159" y="15335"/>
                </a:cubicBezTo>
                <a:cubicBezTo>
                  <a:pt x="178" y="15349"/>
                  <a:pt x="198" y="15355"/>
                  <a:pt x="237" y="15369"/>
                </a:cubicBezTo>
                <a:cubicBezTo>
                  <a:pt x="256" y="15402"/>
                  <a:pt x="295" y="15435"/>
                  <a:pt x="353" y="15469"/>
                </a:cubicBezTo>
                <a:cubicBezTo>
                  <a:pt x="509" y="15548"/>
                  <a:pt x="742" y="15622"/>
                  <a:pt x="1014" y="15642"/>
                </a:cubicBezTo>
                <a:cubicBezTo>
                  <a:pt x="1441" y="15668"/>
                  <a:pt x="1868" y="15675"/>
                  <a:pt x="2315" y="15635"/>
                </a:cubicBezTo>
                <a:cubicBezTo>
                  <a:pt x="2645" y="15602"/>
                  <a:pt x="2937" y="15548"/>
                  <a:pt x="3209" y="15482"/>
                </a:cubicBezTo>
                <a:cubicBezTo>
                  <a:pt x="3325" y="15462"/>
                  <a:pt x="3442" y="15442"/>
                  <a:pt x="3539" y="15402"/>
                </a:cubicBezTo>
                <a:cubicBezTo>
                  <a:pt x="3597" y="15375"/>
                  <a:pt x="3655" y="15349"/>
                  <a:pt x="3714" y="15322"/>
                </a:cubicBezTo>
                <a:cubicBezTo>
                  <a:pt x="3811" y="15262"/>
                  <a:pt x="3869" y="15202"/>
                  <a:pt x="3869" y="15129"/>
                </a:cubicBezTo>
                <a:cubicBezTo>
                  <a:pt x="3869" y="15116"/>
                  <a:pt x="3869" y="15096"/>
                  <a:pt x="3869" y="15083"/>
                </a:cubicBezTo>
                <a:cubicBezTo>
                  <a:pt x="3850" y="15036"/>
                  <a:pt x="3850" y="14983"/>
                  <a:pt x="3811" y="14936"/>
                </a:cubicBezTo>
                <a:cubicBezTo>
                  <a:pt x="3772" y="14890"/>
                  <a:pt x="3714" y="14850"/>
                  <a:pt x="3655" y="14810"/>
                </a:cubicBezTo>
                <a:cubicBezTo>
                  <a:pt x="3636" y="14797"/>
                  <a:pt x="3617" y="14777"/>
                  <a:pt x="3578" y="14763"/>
                </a:cubicBezTo>
                <a:cubicBezTo>
                  <a:pt x="3481" y="14710"/>
                  <a:pt x="3364" y="14657"/>
                  <a:pt x="3228" y="14617"/>
                </a:cubicBezTo>
                <a:cubicBezTo>
                  <a:pt x="3131" y="14590"/>
                  <a:pt x="3015" y="14557"/>
                  <a:pt x="2917" y="14537"/>
                </a:cubicBezTo>
                <a:cubicBezTo>
                  <a:pt x="2801" y="14511"/>
                  <a:pt x="2665" y="14497"/>
                  <a:pt x="2529" y="14477"/>
                </a:cubicBezTo>
                <a:cubicBezTo>
                  <a:pt x="2490" y="14471"/>
                  <a:pt x="2451" y="14464"/>
                  <a:pt x="2393" y="14464"/>
                </a:cubicBezTo>
                <a:cubicBezTo>
                  <a:pt x="2257" y="14451"/>
                  <a:pt x="2121" y="14444"/>
                  <a:pt x="1985" y="14444"/>
                </a:cubicBezTo>
                <a:cubicBezTo>
                  <a:pt x="1888" y="14444"/>
                  <a:pt x="1791" y="14451"/>
                  <a:pt x="1694" y="14451"/>
                </a:cubicBezTo>
                <a:cubicBezTo>
                  <a:pt x="1596" y="14457"/>
                  <a:pt x="1499" y="14457"/>
                  <a:pt x="1422" y="14471"/>
                </a:cubicBezTo>
                <a:cubicBezTo>
                  <a:pt x="1247" y="14491"/>
                  <a:pt x="1072" y="14517"/>
                  <a:pt x="917" y="14551"/>
                </a:cubicBezTo>
                <a:cubicBezTo>
                  <a:pt x="819" y="14577"/>
                  <a:pt x="703" y="14604"/>
                  <a:pt x="606" y="14637"/>
                </a:cubicBezTo>
                <a:cubicBezTo>
                  <a:pt x="509" y="14670"/>
                  <a:pt x="431" y="14710"/>
                  <a:pt x="353" y="14743"/>
                </a:cubicBezTo>
                <a:cubicBezTo>
                  <a:pt x="314" y="14757"/>
                  <a:pt x="295" y="14777"/>
                  <a:pt x="256" y="14790"/>
                </a:cubicBezTo>
                <a:cubicBezTo>
                  <a:pt x="198" y="14830"/>
                  <a:pt x="140" y="14877"/>
                  <a:pt x="101" y="14923"/>
                </a:cubicBezTo>
                <a:cubicBezTo>
                  <a:pt x="62" y="14970"/>
                  <a:pt x="43" y="15023"/>
                  <a:pt x="23" y="15069"/>
                </a:cubicBezTo>
                <a:cubicBezTo>
                  <a:pt x="4" y="15103"/>
                  <a:pt x="4" y="15123"/>
                  <a:pt x="4" y="15143"/>
                </a:cubicBezTo>
                <a:close/>
                <a:moveTo>
                  <a:pt x="4821" y="17504"/>
                </a:moveTo>
                <a:cubicBezTo>
                  <a:pt x="4569" y="17438"/>
                  <a:pt x="4180" y="17391"/>
                  <a:pt x="3850" y="17438"/>
                </a:cubicBezTo>
                <a:cubicBezTo>
                  <a:pt x="3578" y="17478"/>
                  <a:pt x="3286" y="17517"/>
                  <a:pt x="3015" y="17557"/>
                </a:cubicBezTo>
                <a:cubicBezTo>
                  <a:pt x="2723" y="17498"/>
                  <a:pt x="2393" y="17458"/>
                  <a:pt x="2024" y="17464"/>
                </a:cubicBezTo>
                <a:cubicBezTo>
                  <a:pt x="1519" y="17478"/>
                  <a:pt x="1111" y="17544"/>
                  <a:pt x="722" y="17651"/>
                </a:cubicBezTo>
                <a:cubicBezTo>
                  <a:pt x="412" y="17737"/>
                  <a:pt x="198" y="17857"/>
                  <a:pt x="81" y="17990"/>
                </a:cubicBezTo>
                <a:cubicBezTo>
                  <a:pt x="-74" y="18156"/>
                  <a:pt x="4" y="18322"/>
                  <a:pt x="217" y="18475"/>
                </a:cubicBezTo>
                <a:cubicBezTo>
                  <a:pt x="509" y="18695"/>
                  <a:pt x="1189" y="18855"/>
                  <a:pt x="1868" y="18888"/>
                </a:cubicBezTo>
                <a:cubicBezTo>
                  <a:pt x="2276" y="18908"/>
                  <a:pt x="2704" y="18914"/>
                  <a:pt x="3112" y="18868"/>
                </a:cubicBezTo>
                <a:cubicBezTo>
                  <a:pt x="3520" y="18821"/>
                  <a:pt x="3908" y="18741"/>
                  <a:pt x="4219" y="18642"/>
                </a:cubicBezTo>
                <a:cubicBezTo>
                  <a:pt x="4879" y="18422"/>
                  <a:pt x="5171" y="18110"/>
                  <a:pt x="5248" y="17804"/>
                </a:cubicBezTo>
                <a:cubicBezTo>
                  <a:pt x="5287" y="17690"/>
                  <a:pt x="5073" y="17577"/>
                  <a:pt x="4821" y="17504"/>
                </a:cubicBezTo>
                <a:close/>
                <a:moveTo>
                  <a:pt x="13038" y="17784"/>
                </a:moveTo>
                <a:cubicBezTo>
                  <a:pt x="12999" y="17744"/>
                  <a:pt x="12941" y="17697"/>
                  <a:pt x="12882" y="17657"/>
                </a:cubicBezTo>
                <a:cubicBezTo>
                  <a:pt x="12824" y="17617"/>
                  <a:pt x="12727" y="17584"/>
                  <a:pt x="12649" y="17551"/>
                </a:cubicBezTo>
                <a:cubicBezTo>
                  <a:pt x="12630" y="17544"/>
                  <a:pt x="12630" y="17544"/>
                  <a:pt x="12610" y="17537"/>
                </a:cubicBezTo>
                <a:cubicBezTo>
                  <a:pt x="12533" y="17511"/>
                  <a:pt x="12435" y="17491"/>
                  <a:pt x="12358" y="17471"/>
                </a:cubicBezTo>
                <a:cubicBezTo>
                  <a:pt x="12339" y="17464"/>
                  <a:pt x="12319" y="17464"/>
                  <a:pt x="12300" y="17458"/>
                </a:cubicBezTo>
                <a:cubicBezTo>
                  <a:pt x="12202" y="17438"/>
                  <a:pt x="12086" y="17424"/>
                  <a:pt x="11989" y="17411"/>
                </a:cubicBezTo>
                <a:cubicBezTo>
                  <a:pt x="11970" y="17411"/>
                  <a:pt x="11950" y="17404"/>
                  <a:pt x="11931" y="17404"/>
                </a:cubicBezTo>
                <a:cubicBezTo>
                  <a:pt x="11814" y="17398"/>
                  <a:pt x="11698" y="17391"/>
                  <a:pt x="11581" y="17391"/>
                </a:cubicBezTo>
                <a:cubicBezTo>
                  <a:pt x="11484" y="17398"/>
                  <a:pt x="11387" y="17398"/>
                  <a:pt x="11290" y="17404"/>
                </a:cubicBezTo>
                <a:cubicBezTo>
                  <a:pt x="11154" y="17418"/>
                  <a:pt x="11018" y="17438"/>
                  <a:pt x="10921" y="17471"/>
                </a:cubicBezTo>
                <a:cubicBezTo>
                  <a:pt x="10843" y="17491"/>
                  <a:pt x="10765" y="17511"/>
                  <a:pt x="10726" y="17537"/>
                </a:cubicBezTo>
                <a:cubicBezTo>
                  <a:pt x="10629" y="17571"/>
                  <a:pt x="10571" y="17617"/>
                  <a:pt x="10532" y="17664"/>
                </a:cubicBezTo>
                <a:cubicBezTo>
                  <a:pt x="10513" y="17684"/>
                  <a:pt x="10513" y="17710"/>
                  <a:pt x="10493" y="17730"/>
                </a:cubicBezTo>
                <a:cubicBezTo>
                  <a:pt x="10280" y="17784"/>
                  <a:pt x="10124" y="17850"/>
                  <a:pt x="9969" y="17923"/>
                </a:cubicBezTo>
                <a:cubicBezTo>
                  <a:pt x="9910" y="17950"/>
                  <a:pt x="9872" y="17976"/>
                  <a:pt x="9833" y="18003"/>
                </a:cubicBezTo>
                <a:cubicBezTo>
                  <a:pt x="9755" y="18056"/>
                  <a:pt x="9677" y="18116"/>
                  <a:pt x="9658" y="18176"/>
                </a:cubicBezTo>
                <a:cubicBezTo>
                  <a:pt x="9599" y="18243"/>
                  <a:pt x="9599" y="18309"/>
                  <a:pt x="9658" y="18376"/>
                </a:cubicBezTo>
                <a:cubicBezTo>
                  <a:pt x="9716" y="18442"/>
                  <a:pt x="9813" y="18495"/>
                  <a:pt x="9949" y="18542"/>
                </a:cubicBezTo>
                <a:cubicBezTo>
                  <a:pt x="10085" y="18588"/>
                  <a:pt x="10240" y="18622"/>
                  <a:pt x="10435" y="18642"/>
                </a:cubicBezTo>
                <a:cubicBezTo>
                  <a:pt x="10629" y="18662"/>
                  <a:pt x="10823" y="18662"/>
                  <a:pt x="11017" y="18642"/>
                </a:cubicBezTo>
                <a:cubicBezTo>
                  <a:pt x="11620" y="18615"/>
                  <a:pt x="12222" y="18549"/>
                  <a:pt x="12649" y="18396"/>
                </a:cubicBezTo>
                <a:cubicBezTo>
                  <a:pt x="12746" y="18362"/>
                  <a:pt x="12824" y="18329"/>
                  <a:pt x="12902" y="18289"/>
                </a:cubicBezTo>
                <a:cubicBezTo>
                  <a:pt x="12979" y="18249"/>
                  <a:pt x="13018" y="18209"/>
                  <a:pt x="13057" y="18169"/>
                </a:cubicBezTo>
                <a:cubicBezTo>
                  <a:pt x="13115" y="18116"/>
                  <a:pt x="13135" y="18050"/>
                  <a:pt x="13154" y="17996"/>
                </a:cubicBezTo>
                <a:cubicBezTo>
                  <a:pt x="13174" y="17937"/>
                  <a:pt x="13135" y="17877"/>
                  <a:pt x="13096" y="17817"/>
                </a:cubicBezTo>
                <a:cubicBezTo>
                  <a:pt x="13076" y="17803"/>
                  <a:pt x="13057" y="17797"/>
                  <a:pt x="13038" y="17784"/>
                </a:cubicBezTo>
                <a:close/>
                <a:moveTo>
                  <a:pt x="20458" y="17537"/>
                </a:moveTo>
                <a:cubicBezTo>
                  <a:pt x="20166" y="17464"/>
                  <a:pt x="19836" y="17418"/>
                  <a:pt x="19506" y="17371"/>
                </a:cubicBezTo>
                <a:cubicBezTo>
                  <a:pt x="19253" y="17338"/>
                  <a:pt x="18884" y="17364"/>
                  <a:pt x="18651" y="17411"/>
                </a:cubicBezTo>
                <a:cubicBezTo>
                  <a:pt x="18438" y="17451"/>
                  <a:pt x="18263" y="17531"/>
                  <a:pt x="18166" y="17611"/>
                </a:cubicBezTo>
                <a:cubicBezTo>
                  <a:pt x="18088" y="17617"/>
                  <a:pt x="17991" y="17617"/>
                  <a:pt x="17913" y="17624"/>
                </a:cubicBezTo>
                <a:cubicBezTo>
                  <a:pt x="17719" y="17644"/>
                  <a:pt x="17563" y="17677"/>
                  <a:pt x="17427" y="17724"/>
                </a:cubicBezTo>
                <a:cubicBezTo>
                  <a:pt x="17175" y="17797"/>
                  <a:pt x="16961" y="17923"/>
                  <a:pt x="16903" y="18036"/>
                </a:cubicBezTo>
                <a:cubicBezTo>
                  <a:pt x="16845" y="18143"/>
                  <a:pt x="16845" y="18209"/>
                  <a:pt x="16903" y="18316"/>
                </a:cubicBezTo>
                <a:cubicBezTo>
                  <a:pt x="16922" y="18376"/>
                  <a:pt x="17000" y="18435"/>
                  <a:pt x="17078" y="18495"/>
                </a:cubicBezTo>
                <a:cubicBezTo>
                  <a:pt x="17233" y="18615"/>
                  <a:pt x="17525" y="18708"/>
                  <a:pt x="17855" y="18775"/>
                </a:cubicBezTo>
                <a:cubicBezTo>
                  <a:pt x="18204" y="18848"/>
                  <a:pt x="18574" y="18875"/>
                  <a:pt x="18981" y="18888"/>
                </a:cubicBezTo>
                <a:cubicBezTo>
                  <a:pt x="19292" y="18901"/>
                  <a:pt x="19622" y="18888"/>
                  <a:pt x="19914" y="18861"/>
                </a:cubicBezTo>
                <a:cubicBezTo>
                  <a:pt x="20302" y="18835"/>
                  <a:pt x="20671" y="18768"/>
                  <a:pt x="20943" y="18675"/>
                </a:cubicBezTo>
                <a:cubicBezTo>
                  <a:pt x="21079" y="18635"/>
                  <a:pt x="21196" y="18582"/>
                  <a:pt x="21274" y="18522"/>
                </a:cubicBezTo>
                <a:cubicBezTo>
                  <a:pt x="21410" y="18422"/>
                  <a:pt x="21468" y="18356"/>
                  <a:pt x="21487" y="18243"/>
                </a:cubicBezTo>
                <a:cubicBezTo>
                  <a:pt x="21526" y="18109"/>
                  <a:pt x="21409" y="17976"/>
                  <a:pt x="21254" y="17850"/>
                </a:cubicBezTo>
                <a:cubicBezTo>
                  <a:pt x="21118" y="17717"/>
                  <a:pt x="20808" y="17624"/>
                  <a:pt x="20458" y="17537"/>
                </a:cubicBezTo>
                <a:close/>
                <a:moveTo>
                  <a:pt x="17680" y="21296"/>
                </a:moveTo>
                <a:cubicBezTo>
                  <a:pt x="17777" y="21356"/>
                  <a:pt x="17913" y="21396"/>
                  <a:pt x="18069" y="21429"/>
                </a:cubicBezTo>
                <a:cubicBezTo>
                  <a:pt x="18166" y="21449"/>
                  <a:pt x="18263" y="21462"/>
                  <a:pt x="18360" y="21482"/>
                </a:cubicBezTo>
                <a:cubicBezTo>
                  <a:pt x="18535" y="21509"/>
                  <a:pt x="18710" y="21542"/>
                  <a:pt x="18884" y="21549"/>
                </a:cubicBezTo>
                <a:cubicBezTo>
                  <a:pt x="19331" y="21582"/>
                  <a:pt x="19798" y="21575"/>
                  <a:pt x="20186" y="21489"/>
                </a:cubicBezTo>
                <a:cubicBezTo>
                  <a:pt x="20438" y="21436"/>
                  <a:pt x="20574" y="21389"/>
                  <a:pt x="20730" y="21309"/>
                </a:cubicBezTo>
                <a:cubicBezTo>
                  <a:pt x="20749" y="21296"/>
                  <a:pt x="20769" y="21289"/>
                  <a:pt x="20788" y="21276"/>
                </a:cubicBezTo>
                <a:cubicBezTo>
                  <a:pt x="20846" y="21236"/>
                  <a:pt x="20885" y="21196"/>
                  <a:pt x="20924" y="21156"/>
                </a:cubicBezTo>
                <a:cubicBezTo>
                  <a:pt x="20943" y="21143"/>
                  <a:pt x="20943" y="21130"/>
                  <a:pt x="20943" y="21116"/>
                </a:cubicBezTo>
                <a:cubicBezTo>
                  <a:pt x="20943" y="21116"/>
                  <a:pt x="20963" y="21116"/>
                  <a:pt x="20963" y="21110"/>
                </a:cubicBezTo>
                <a:cubicBezTo>
                  <a:pt x="21196" y="21063"/>
                  <a:pt x="21410" y="20977"/>
                  <a:pt x="21468" y="20884"/>
                </a:cubicBezTo>
                <a:cubicBezTo>
                  <a:pt x="21526" y="20784"/>
                  <a:pt x="21526" y="20677"/>
                  <a:pt x="21351" y="20591"/>
                </a:cubicBezTo>
                <a:cubicBezTo>
                  <a:pt x="21196" y="20504"/>
                  <a:pt x="20982" y="20444"/>
                  <a:pt x="20691" y="20418"/>
                </a:cubicBezTo>
                <a:cubicBezTo>
                  <a:pt x="20652" y="20418"/>
                  <a:pt x="20633" y="20411"/>
                  <a:pt x="20594" y="20411"/>
                </a:cubicBezTo>
                <a:cubicBezTo>
                  <a:pt x="20030" y="20245"/>
                  <a:pt x="19176" y="20218"/>
                  <a:pt x="18535" y="20351"/>
                </a:cubicBezTo>
                <a:cubicBezTo>
                  <a:pt x="18166" y="20431"/>
                  <a:pt x="17894" y="20544"/>
                  <a:pt x="17777" y="20684"/>
                </a:cubicBezTo>
                <a:cubicBezTo>
                  <a:pt x="17719" y="20750"/>
                  <a:pt x="17699" y="20817"/>
                  <a:pt x="17699" y="20884"/>
                </a:cubicBezTo>
                <a:cubicBezTo>
                  <a:pt x="17622" y="20917"/>
                  <a:pt x="17563" y="20957"/>
                  <a:pt x="17544" y="20997"/>
                </a:cubicBezTo>
                <a:cubicBezTo>
                  <a:pt x="17505" y="21050"/>
                  <a:pt x="17486" y="21096"/>
                  <a:pt x="17525" y="21150"/>
                </a:cubicBezTo>
                <a:cubicBezTo>
                  <a:pt x="17564" y="21203"/>
                  <a:pt x="17603" y="21249"/>
                  <a:pt x="17680" y="21296"/>
                </a:cubicBezTo>
                <a:close/>
                <a:moveTo>
                  <a:pt x="9366" y="21223"/>
                </a:moveTo>
                <a:cubicBezTo>
                  <a:pt x="9386" y="21223"/>
                  <a:pt x="9405" y="21229"/>
                  <a:pt x="9425" y="21229"/>
                </a:cubicBezTo>
                <a:cubicBezTo>
                  <a:pt x="9444" y="21229"/>
                  <a:pt x="9463" y="21229"/>
                  <a:pt x="9483" y="21229"/>
                </a:cubicBezTo>
                <a:cubicBezTo>
                  <a:pt x="9580" y="21343"/>
                  <a:pt x="9813" y="21436"/>
                  <a:pt x="10104" y="21496"/>
                </a:cubicBezTo>
                <a:cubicBezTo>
                  <a:pt x="10202" y="21515"/>
                  <a:pt x="10318" y="21529"/>
                  <a:pt x="10435" y="21542"/>
                </a:cubicBezTo>
                <a:cubicBezTo>
                  <a:pt x="10454" y="21542"/>
                  <a:pt x="10493" y="21549"/>
                  <a:pt x="10512" y="21549"/>
                </a:cubicBezTo>
                <a:cubicBezTo>
                  <a:pt x="10765" y="21569"/>
                  <a:pt x="10940" y="21569"/>
                  <a:pt x="11212" y="21549"/>
                </a:cubicBezTo>
                <a:cubicBezTo>
                  <a:pt x="11328" y="21542"/>
                  <a:pt x="11425" y="21522"/>
                  <a:pt x="11522" y="21502"/>
                </a:cubicBezTo>
                <a:cubicBezTo>
                  <a:pt x="11581" y="21489"/>
                  <a:pt x="11697" y="21456"/>
                  <a:pt x="11756" y="21442"/>
                </a:cubicBezTo>
                <a:cubicBezTo>
                  <a:pt x="11833" y="21422"/>
                  <a:pt x="11892" y="21389"/>
                  <a:pt x="11930" y="21362"/>
                </a:cubicBezTo>
                <a:cubicBezTo>
                  <a:pt x="11989" y="21329"/>
                  <a:pt x="12028" y="21289"/>
                  <a:pt x="12066" y="21256"/>
                </a:cubicBezTo>
                <a:cubicBezTo>
                  <a:pt x="12086" y="21223"/>
                  <a:pt x="12105" y="21183"/>
                  <a:pt x="12105" y="21150"/>
                </a:cubicBezTo>
                <a:cubicBezTo>
                  <a:pt x="12105" y="21116"/>
                  <a:pt x="12086" y="21076"/>
                  <a:pt x="12066" y="21043"/>
                </a:cubicBezTo>
                <a:cubicBezTo>
                  <a:pt x="12047" y="21023"/>
                  <a:pt x="12028" y="21010"/>
                  <a:pt x="12008" y="20997"/>
                </a:cubicBezTo>
                <a:cubicBezTo>
                  <a:pt x="12125" y="20910"/>
                  <a:pt x="12164" y="20817"/>
                  <a:pt x="12086" y="20724"/>
                </a:cubicBezTo>
                <a:cubicBezTo>
                  <a:pt x="11970" y="20571"/>
                  <a:pt x="11659" y="20444"/>
                  <a:pt x="11270" y="20365"/>
                </a:cubicBezTo>
                <a:cubicBezTo>
                  <a:pt x="11154" y="20338"/>
                  <a:pt x="11018" y="20325"/>
                  <a:pt x="10901" y="20311"/>
                </a:cubicBezTo>
                <a:cubicBezTo>
                  <a:pt x="10862" y="20305"/>
                  <a:pt x="10804" y="20298"/>
                  <a:pt x="10746" y="20291"/>
                </a:cubicBezTo>
                <a:cubicBezTo>
                  <a:pt x="10571" y="20278"/>
                  <a:pt x="10376" y="20265"/>
                  <a:pt x="10182" y="20271"/>
                </a:cubicBezTo>
                <a:cubicBezTo>
                  <a:pt x="10046" y="20271"/>
                  <a:pt x="9910" y="20278"/>
                  <a:pt x="9755" y="20291"/>
                </a:cubicBezTo>
                <a:cubicBezTo>
                  <a:pt x="9716" y="20291"/>
                  <a:pt x="9658" y="20298"/>
                  <a:pt x="9619" y="20305"/>
                </a:cubicBezTo>
                <a:cubicBezTo>
                  <a:pt x="9327" y="20338"/>
                  <a:pt x="9153" y="20378"/>
                  <a:pt x="8920" y="20444"/>
                </a:cubicBezTo>
                <a:cubicBezTo>
                  <a:pt x="8881" y="20451"/>
                  <a:pt x="8861" y="20464"/>
                  <a:pt x="8823" y="20478"/>
                </a:cubicBezTo>
                <a:cubicBezTo>
                  <a:pt x="8725" y="20518"/>
                  <a:pt x="8628" y="20551"/>
                  <a:pt x="8570" y="20597"/>
                </a:cubicBezTo>
                <a:cubicBezTo>
                  <a:pt x="8454" y="20671"/>
                  <a:pt x="8376" y="20750"/>
                  <a:pt x="8395" y="20837"/>
                </a:cubicBezTo>
                <a:cubicBezTo>
                  <a:pt x="8414" y="20950"/>
                  <a:pt x="8512" y="21056"/>
                  <a:pt x="8745" y="21130"/>
                </a:cubicBezTo>
                <a:cubicBezTo>
                  <a:pt x="8959" y="21163"/>
                  <a:pt x="9153" y="21203"/>
                  <a:pt x="9366" y="21223"/>
                </a:cubicBezTo>
                <a:close/>
                <a:moveTo>
                  <a:pt x="4" y="20930"/>
                </a:moveTo>
                <a:cubicBezTo>
                  <a:pt x="4" y="20997"/>
                  <a:pt x="62" y="21063"/>
                  <a:pt x="159" y="21123"/>
                </a:cubicBezTo>
                <a:cubicBezTo>
                  <a:pt x="178" y="21136"/>
                  <a:pt x="198" y="21143"/>
                  <a:pt x="237" y="21156"/>
                </a:cubicBezTo>
                <a:cubicBezTo>
                  <a:pt x="256" y="21190"/>
                  <a:pt x="295" y="21223"/>
                  <a:pt x="353" y="21256"/>
                </a:cubicBezTo>
                <a:cubicBezTo>
                  <a:pt x="509" y="21336"/>
                  <a:pt x="742" y="21409"/>
                  <a:pt x="1014" y="21429"/>
                </a:cubicBezTo>
                <a:cubicBezTo>
                  <a:pt x="1441" y="21456"/>
                  <a:pt x="1868" y="21462"/>
                  <a:pt x="2315" y="21422"/>
                </a:cubicBezTo>
                <a:cubicBezTo>
                  <a:pt x="2645" y="21389"/>
                  <a:pt x="2937" y="21336"/>
                  <a:pt x="3209" y="21269"/>
                </a:cubicBezTo>
                <a:cubicBezTo>
                  <a:pt x="3325" y="21249"/>
                  <a:pt x="3442" y="21229"/>
                  <a:pt x="3539" y="21190"/>
                </a:cubicBezTo>
                <a:cubicBezTo>
                  <a:pt x="3597" y="21163"/>
                  <a:pt x="3655" y="21136"/>
                  <a:pt x="3714" y="21110"/>
                </a:cubicBezTo>
                <a:cubicBezTo>
                  <a:pt x="3811" y="21050"/>
                  <a:pt x="3869" y="20990"/>
                  <a:pt x="3869" y="20917"/>
                </a:cubicBezTo>
                <a:cubicBezTo>
                  <a:pt x="3869" y="20903"/>
                  <a:pt x="3869" y="20884"/>
                  <a:pt x="3869" y="20870"/>
                </a:cubicBezTo>
                <a:cubicBezTo>
                  <a:pt x="3850" y="20824"/>
                  <a:pt x="3850" y="20770"/>
                  <a:pt x="3811" y="20724"/>
                </a:cubicBezTo>
                <a:cubicBezTo>
                  <a:pt x="3772" y="20677"/>
                  <a:pt x="3714" y="20637"/>
                  <a:pt x="3655" y="20597"/>
                </a:cubicBezTo>
                <a:cubicBezTo>
                  <a:pt x="3636" y="20584"/>
                  <a:pt x="3617" y="20564"/>
                  <a:pt x="3578" y="20551"/>
                </a:cubicBezTo>
                <a:cubicBezTo>
                  <a:pt x="3481" y="20498"/>
                  <a:pt x="3364" y="20444"/>
                  <a:pt x="3228" y="20405"/>
                </a:cubicBezTo>
                <a:cubicBezTo>
                  <a:pt x="3131" y="20378"/>
                  <a:pt x="3015" y="20345"/>
                  <a:pt x="2917" y="20325"/>
                </a:cubicBezTo>
                <a:cubicBezTo>
                  <a:pt x="2801" y="20298"/>
                  <a:pt x="2665" y="20285"/>
                  <a:pt x="2529" y="20265"/>
                </a:cubicBezTo>
                <a:cubicBezTo>
                  <a:pt x="2490" y="20258"/>
                  <a:pt x="2451" y="20252"/>
                  <a:pt x="2393" y="20252"/>
                </a:cubicBezTo>
                <a:cubicBezTo>
                  <a:pt x="2257" y="20238"/>
                  <a:pt x="2121" y="20232"/>
                  <a:pt x="1985" y="20232"/>
                </a:cubicBezTo>
                <a:cubicBezTo>
                  <a:pt x="1888" y="20232"/>
                  <a:pt x="1791" y="20238"/>
                  <a:pt x="1694" y="20238"/>
                </a:cubicBezTo>
                <a:cubicBezTo>
                  <a:pt x="1596" y="20245"/>
                  <a:pt x="1499" y="20245"/>
                  <a:pt x="1422" y="20258"/>
                </a:cubicBezTo>
                <a:cubicBezTo>
                  <a:pt x="1247" y="20278"/>
                  <a:pt x="1072" y="20305"/>
                  <a:pt x="917" y="20338"/>
                </a:cubicBezTo>
                <a:cubicBezTo>
                  <a:pt x="819" y="20365"/>
                  <a:pt x="703" y="20391"/>
                  <a:pt x="606" y="20425"/>
                </a:cubicBezTo>
                <a:cubicBezTo>
                  <a:pt x="509" y="20458"/>
                  <a:pt x="431" y="20498"/>
                  <a:pt x="353" y="20531"/>
                </a:cubicBezTo>
                <a:cubicBezTo>
                  <a:pt x="314" y="20544"/>
                  <a:pt x="295" y="20564"/>
                  <a:pt x="256" y="20578"/>
                </a:cubicBezTo>
                <a:cubicBezTo>
                  <a:pt x="198" y="20617"/>
                  <a:pt x="140" y="20664"/>
                  <a:pt x="101" y="20711"/>
                </a:cubicBezTo>
                <a:cubicBezTo>
                  <a:pt x="62" y="20757"/>
                  <a:pt x="43" y="20810"/>
                  <a:pt x="23" y="20857"/>
                </a:cubicBezTo>
                <a:cubicBezTo>
                  <a:pt x="4" y="20890"/>
                  <a:pt x="4" y="20910"/>
                  <a:pt x="4" y="20930"/>
                </a:cubicBez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204" name="Shape"/>
          <p:cNvSpPr/>
          <p:nvPr/>
        </p:nvSpPr>
        <p:spPr>
          <a:xfrm>
            <a:off x="896251" y="4590890"/>
            <a:ext cx="3761591" cy="188079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1932"/>
                  <a:pt x="4834" y="21600"/>
                  <a:pt x="10800" y="21600"/>
                </a:cubicBezTo>
                <a:cubicBezTo>
                  <a:pt x="16766" y="21600"/>
                  <a:pt x="21600" y="11932"/>
                  <a:pt x="21600" y="0"/>
                </a:cubicBezTo>
                <a:lnTo>
                  <a:pt x="0" y="0"/>
                </a:ln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208" name="Shape"/>
          <p:cNvSpPr/>
          <p:nvPr/>
        </p:nvSpPr>
        <p:spPr>
          <a:xfrm>
            <a:off x="1489381" y="3739463"/>
            <a:ext cx="2590634" cy="129531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1933"/>
                  <a:pt x="4834" y="21600"/>
                  <a:pt x="10800" y="21600"/>
                </a:cubicBezTo>
                <a:cubicBezTo>
                  <a:pt x="16766" y="21600"/>
                  <a:pt x="21600" y="11933"/>
                  <a:pt x="21600" y="0"/>
                </a:cubicBezTo>
                <a:lnTo>
                  <a:pt x="0" y="0"/>
                </a:lnTo>
                <a:close/>
              </a:path>
            </a:pathLst>
          </a:custGeom>
          <a:solidFill>
            <a:schemeClr val="accent4"/>
          </a:solidFill>
          <a:ln w="12700">
            <a:miter lim="400000"/>
          </a:ln>
        </p:spPr>
        <p:txBody>
          <a:bodyPr lIns="38100" tIns="38100" rIns="38100" bIns="38100" anchor="ctr"/>
          <a:lstStyle/>
          <a:p>
            <a:pPr>
              <a:defRPr sz="3000">
                <a:solidFill>
                  <a:srgbClr val="FFFFFF"/>
                </a:solidFill>
              </a:defRPr>
            </a:pPr>
          </a:p>
        </p:txBody>
      </p:sp>
      <p:sp>
        <p:nvSpPr>
          <p:cNvPr id="209" name="Shape"/>
          <p:cNvSpPr/>
          <p:nvPr/>
        </p:nvSpPr>
        <p:spPr>
          <a:xfrm>
            <a:off x="8980533" y="5175719"/>
            <a:ext cx="2590634" cy="129531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9667"/>
                  <a:pt x="16766" y="0"/>
                  <a:pt x="10800" y="0"/>
                </a:cubicBezTo>
                <a:cubicBezTo>
                  <a:pt x="4834" y="0"/>
                  <a:pt x="0" y="9667"/>
                  <a:pt x="0" y="21600"/>
                </a:cubicBezTo>
                <a:lnTo>
                  <a:pt x="21600" y="21600"/>
                </a:ln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12" name="Title 1"/>
          <p:cNvSpPr>
            <a:spLocks noGrp="1"/>
          </p:cNvSpPr>
          <p:nvPr>
            <p:ph type="title"/>
          </p:nvPr>
        </p:nvSpPr>
        <p:spPr>
          <a:xfrm>
            <a:off x="838200" y="365125"/>
            <a:ext cx="7315200" cy="1325563"/>
          </a:xfrm>
        </p:spPr>
        <p:txBody>
          <a:bodyPr/>
          <a:lstStyle/>
          <a:p>
            <a:r>
              <a:rPr lang="en-US" dirty="0"/>
              <a:t>Click to edit Master title style</a:t>
            </a:r>
            <a:endParaRPr lang="en-US" dirty="0"/>
          </a:p>
        </p:txBody>
      </p:sp>
      <p:sp>
        <p:nvSpPr>
          <p:cNvPr id="18" name="Content Placeholder 2"/>
          <p:cNvSpPr>
            <a:spLocks noGrp="1"/>
          </p:cNvSpPr>
          <p:nvPr>
            <p:ph idx="1"/>
          </p:nvPr>
        </p:nvSpPr>
        <p:spPr>
          <a:xfrm>
            <a:off x="838200" y="1825625"/>
            <a:ext cx="7315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9"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2" name="Shape"/>
          <p:cNvSpPr/>
          <p:nvPr userDrawn="1"/>
        </p:nvSpPr>
        <p:spPr>
          <a:xfrm>
            <a:off x="10995004" y="678410"/>
            <a:ext cx="815996" cy="5838259"/>
          </a:xfrm>
          <a:custGeom>
            <a:avLst/>
            <a:gdLst/>
            <a:ahLst/>
            <a:cxnLst>
              <a:cxn ang="0">
                <a:pos x="wd2" y="hd2"/>
              </a:cxn>
              <a:cxn ang="5400000">
                <a:pos x="wd2" y="hd2"/>
              </a:cxn>
              <a:cxn ang="10800000">
                <a:pos x="wd2" y="hd2"/>
              </a:cxn>
              <a:cxn ang="16200000">
                <a:pos x="wd2" y="hd2"/>
              </a:cxn>
            </a:cxnLst>
            <a:rect l="0" t="0" r="r" b="b"/>
            <a:pathLst>
              <a:path w="21226" h="21518" extrusionOk="0">
                <a:moveTo>
                  <a:pt x="3161" y="21263"/>
                </a:moveTo>
                <a:cubicBezTo>
                  <a:pt x="1121" y="19983"/>
                  <a:pt x="1768" y="18625"/>
                  <a:pt x="1967" y="17314"/>
                </a:cubicBezTo>
                <a:cubicBezTo>
                  <a:pt x="2166" y="15921"/>
                  <a:pt x="2290" y="14528"/>
                  <a:pt x="2340" y="13132"/>
                </a:cubicBezTo>
                <a:cubicBezTo>
                  <a:pt x="2440" y="10357"/>
                  <a:pt x="2240" y="7586"/>
                  <a:pt x="1967" y="4811"/>
                </a:cubicBezTo>
                <a:cubicBezTo>
                  <a:pt x="1818" y="3249"/>
                  <a:pt x="1618" y="1687"/>
                  <a:pt x="1419" y="125"/>
                </a:cubicBezTo>
                <a:cubicBezTo>
                  <a:pt x="1394" y="-41"/>
                  <a:pt x="-24" y="-41"/>
                  <a:pt x="1" y="125"/>
                </a:cubicBezTo>
                <a:cubicBezTo>
                  <a:pt x="349" y="2924"/>
                  <a:pt x="698" y="5727"/>
                  <a:pt x="847" y="8527"/>
                </a:cubicBezTo>
                <a:cubicBezTo>
                  <a:pt x="996" y="11313"/>
                  <a:pt x="996" y="14102"/>
                  <a:pt x="598" y="16887"/>
                </a:cubicBezTo>
                <a:cubicBezTo>
                  <a:pt x="498" y="17638"/>
                  <a:pt x="275" y="18389"/>
                  <a:pt x="299" y="19137"/>
                </a:cubicBezTo>
                <a:cubicBezTo>
                  <a:pt x="324" y="19874"/>
                  <a:pt x="648" y="20618"/>
                  <a:pt x="1768" y="21326"/>
                </a:cubicBezTo>
                <a:cubicBezTo>
                  <a:pt x="2041" y="21492"/>
                  <a:pt x="3410" y="21425"/>
                  <a:pt x="3161" y="21263"/>
                </a:cubicBezTo>
                <a:lnTo>
                  <a:pt x="3161" y="21263"/>
                </a:lnTo>
                <a:close/>
                <a:moveTo>
                  <a:pt x="11995" y="21305"/>
                </a:moveTo>
                <a:cubicBezTo>
                  <a:pt x="11796" y="19327"/>
                  <a:pt x="11597" y="17349"/>
                  <a:pt x="11423" y="15371"/>
                </a:cubicBezTo>
                <a:cubicBezTo>
                  <a:pt x="11224" y="13393"/>
                  <a:pt x="11025" y="11415"/>
                  <a:pt x="10851" y="9437"/>
                </a:cubicBezTo>
                <a:cubicBezTo>
                  <a:pt x="10751" y="8527"/>
                  <a:pt x="10701" y="7621"/>
                  <a:pt x="10676" y="6711"/>
                </a:cubicBezTo>
                <a:cubicBezTo>
                  <a:pt x="10652" y="5590"/>
                  <a:pt x="10602" y="4469"/>
                  <a:pt x="10577" y="3347"/>
                </a:cubicBezTo>
                <a:cubicBezTo>
                  <a:pt x="10552" y="2494"/>
                  <a:pt x="10527" y="1644"/>
                  <a:pt x="10477" y="791"/>
                </a:cubicBezTo>
                <a:cubicBezTo>
                  <a:pt x="10477" y="742"/>
                  <a:pt x="10477" y="689"/>
                  <a:pt x="10477" y="640"/>
                </a:cubicBezTo>
                <a:cubicBezTo>
                  <a:pt x="10452" y="474"/>
                  <a:pt x="9059" y="474"/>
                  <a:pt x="9059" y="640"/>
                </a:cubicBezTo>
                <a:cubicBezTo>
                  <a:pt x="9133" y="1405"/>
                  <a:pt x="9133" y="2170"/>
                  <a:pt x="9158" y="2938"/>
                </a:cubicBezTo>
                <a:cubicBezTo>
                  <a:pt x="9183" y="4067"/>
                  <a:pt x="9233" y="5195"/>
                  <a:pt x="9258" y="6323"/>
                </a:cubicBezTo>
                <a:cubicBezTo>
                  <a:pt x="9283" y="7113"/>
                  <a:pt x="9283" y="7906"/>
                  <a:pt x="9382" y="8696"/>
                </a:cubicBezTo>
                <a:cubicBezTo>
                  <a:pt x="9581" y="10674"/>
                  <a:pt x="9780" y="12652"/>
                  <a:pt x="9955" y="14630"/>
                </a:cubicBezTo>
                <a:cubicBezTo>
                  <a:pt x="10154" y="16609"/>
                  <a:pt x="10353" y="18587"/>
                  <a:pt x="10527" y="20565"/>
                </a:cubicBezTo>
                <a:cubicBezTo>
                  <a:pt x="10552" y="20811"/>
                  <a:pt x="10577" y="21058"/>
                  <a:pt x="10602" y="21305"/>
                </a:cubicBezTo>
                <a:cubicBezTo>
                  <a:pt x="10602" y="21471"/>
                  <a:pt x="12020" y="21471"/>
                  <a:pt x="11995" y="21305"/>
                </a:cubicBezTo>
                <a:lnTo>
                  <a:pt x="11995" y="21305"/>
                </a:lnTo>
                <a:close/>
                <a:moveTo>
                  <a:pt x="20730" y="21397"/>
                </a:moveTo>
                <a:cubicBezTo>
                  <a:pt x="21576" y="20075"/>
                  <a:pt x="21178" y="18745"/>
                  <a:pt x="20730" y="17420"/>
                </a:cubicBezTo>
                <a:cubicBezTo>
                  <a:pt x="20506" y="16764"/>
                  <a:pt x="20282" y="16104"/>
                  <a:pt x="20182" y="15445"/>
                </a:cubicBezTo>
                <a:cubicBezTo>
                  <a:pt x="20083" y="14768"/>
                  <a:pt x="20182" y="14087"/>
                  <a:pt x="20332" y="13411"/>
                </a:cubicBezTo>
                <a:cubicBezTo>
                  <a:pt x="20630" y="12081"/>
                  <a:pt x="20954" y="10748"/>
                  <a:pt x="21053" y="9419"/>
                </a:cubicBezTo>
                <a:cubicBezTo>
                  <a:pt x="21128" y="8076"/>
                  <a:pt x="21028" y="6729"/>
                  <a:pt x="20755" y="5385"/>
                </a:cubicBezTo>
                <a:cubicBezTo>
                  <a:pt x="20431" y="3880"/>
                  <a:pt x="19884" y="2374"/>
                  <a:pt x="19137" y="872"/>
                </a:cubicBezTo>
                <a:cubicBezTo>
                  <a:pt x="19063" y="710"/>
                  <a:pt x="17644" y="707"/>
                  <a:pt x="17719" y="872"/>
                </a:cubicBezTo>
                <a:cubicBezTo>
                  <a:pt x="19087" y="3552"/>
                  <a:pt x="19734" y="6242"/>
                  <a:pt x="19660" y="8933"/>
                </a:cubicBezTo>
                <a:cubicBezTo>
                  <a:pt x="19635" y="10265"/>
                  <a:pt x="19386" y="11595"/>
                  <a:pt x="19037" y="12924"/>
                </a:cubicBezTo>
                <a:cubicBezTo>
                  <a:pt x="18863" y="13604"/>
                  <a:pt x="18714" y="14281"/>
                  <a:pt x="18739" y="14962"/>
                </a:cubicBezTo>
                <a:cubicBezTo>
                  <a:pt x="18739" y="15621"/>
                  <a:pt x="18938" y="16281"/>
                  <a:pt x="19162" y="16936"/>
                </a:cubicBezTo>
                <a:cubicBezTo>
                  <a:pt x="19660" y="18421"/>
                  <a:pt x="20282" y="19912"/>
                  <a:pt x="19336" y="21397"/>
                </a:cubicBezTo>
                <a:cubicBezTo>
                  <a:pt x="19212" y="21559"/>
                  <a:pt x="20630" y="21559"/>
                  <a:pt x="20730" y="21397"/>
                </a:cubicBezTo>
                <a:lnTo>
                  <a:pt x="20730" y="21397"/>
                </a:ln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3" name="Shape"/>
          <p:cNvSpPr/>
          <p:nvPr userDrawn="1"/>
        </p:nvSpPr>
        <p:spPr>
          <a:xfrm>
            <a:off x="8928618" y="678411"/>
            <a:ext cx="1070508" cy="214100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9671" y="0"/>
                  <a:pt x="0" y="4835"/>
                  <a:pt x="0" y="10800"/>
                </a:cubicBezTo>
                <a:cubicBezTo>
                  <a:pt x="0" y="16765"/>
                  <a:pt x="9671" y="21600"/>
                  <a:pt x="21600" y="21600"/>
                </a:cubicBezTo>
                <a:lnTo>
                  <a:pt x="21600" y="0"/>
                </a:ln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5" name="Shape"/>
          <p:cNvSpPr/>
          <p:nvPr userDrawn="1"/>
        </p:nvSpPr>
        <p:spPr>
          <a:xfrm>
            <a:off x="8402455" y="1835969"/>
            <a:ext cx="2285466" cy="457092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9674" y="0"/>
                  <a:pt x="0" y="4837"/>
                  <a:pt x="0" y="10800"/>
                </a:cubicBezTo>
                <a:cubicBezTo>
                  <a:pt x="0" y="16763"/>
                  <a:pt x="9674" y="21600"/>
                  <a:pt x="21600" y="21600"/>
                </a:cubicBezTo>
                <a:lnTo>
                  <a:pt x="21600" y="0"/>
                </a:lnTo>
                <a:close/>
              </a:path>
            </a:pathLst>
          </a:custGeom>
          <a:solidFill>
            <a:schemeClr val="accent4"/>
          </a:solidFill>
          <a:ln w="12700">
            <a:miter lim="400000"/>
          </a:ln>
        </p:spPr>
        <p:txBody>
          <a:bodyPr lIns="38100" tIns="38100" rIns="38100" bIns="38100" anchor="ctr"/>
          <a:lstStyle/>
          <a:p>
            <a:pPr>
              <a:defRPr sz="3000">
                <a:solidFill>
                  <a:srgbClr val="FFFFFF"/>
                </a:solidFill>
              </a:defRPr>
            </a:p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12" name="Title 1"/>
          <p:cNvSpPr>
            <a:spLocks noGrp="1"/>
          </p:cNvSpPr>
          <p:nvPr>
            <p:ph type="title"/>
          </p:nvPr>
        </p:nvSpPr>
        <p:spPr>
          <a:xfrm>
            <a:off x="3040912" y="365125"/>
            <a:ext cx="7974418" cy="1325563"/>
          </a:xfrm>
        </p:spPr>
        <p:txBody>
          <a:bodyPr/>
          <a:lstStyle/>
          <a:p>
            <a:r>
              <a:rPr lang="en-US"/>
              <a:t>Click to edit Master title style</a:t>
            </a:r>
            <a:endParaRPr lang="en-US"/>
          </a:p>
        </p:txBody>
      </p:sp>
      <p:sp>
        <p:nvSpPr>
          <p:cNvPr id="18" name="Content Placeholder 2"/>
          <p:cNvSpPr>
            <a:spLocks noGrp="1"/>
          </p:cNvSpPr>
          <p:nvPr>
            <p:ph idx="1"/>
          </p:nvPr>
        </p:nvSpPr>
        <p:spPr>
          <a:xfrm>
            <a:off x="3040912" y="1825625"/>
            <a:ext cx="7974418"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9"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2" name="Shape"/>
          <p:cNvSpPr/>
          <p:nvPr userDrawn="1"/>
        </p:nvSpPr>
        <p:spPr>
          <a:xfrm>
            <a:off x="0" y="611444"/>
            <a:ext cx="2167792" cy="5652905"/>
          </a:xfrm>
          <a:custGeom>
            <a:avLst/>
            <a:gdLst/>
            <a:ahLst/>
            <a:cxnLst>
              <a:cxn ang="0">
                <a:pos x="wd2" y="hd2"/>
              </a:cxn>
              <a:cxn ang="5400000">
                <a:pos x="wd2" y="hd2"/>
              </a:cxn>
              <a:cxn ang="10800000">
                <a:pos x="wd2" y="hd2"/>
              </a:cxn>
              <a:cxn ang="16200000">
                <a:pos x="wd2" y="hd2"/>
              </a:cxn>
            </a:cxnLst>
            <a:rect l="0" t="0" r="r" b="b"/>
            <a:pathLst>
              <a:path w="21590" h="21600" extrusionOk="0">
                <a:moveTo>
                  <a:pt x="3678" y="9197"/>
                </a:moveTo>
                <a:lnTo>
                  <a:pt x="3678" y="21487"/>
                </a:lnTo>
                <a:cubicBezTo>
                  <a:pt x="3678" y="21549"/>
                  <a:pt x="3554" y="21596"/>
                  <a:pt x="3392" y="21596"/>
                </a:cubicBezTo>
                <a:cubicBezTo>
                  <a:pt x="3230" y="21596"/>
                  <a:pt x="3106" y="21549"/>
                  <a:pt x="3106" y="21487"/>
                </a:cubicBezTo>
                <a:lnTo>
                  <a:pt x="3106" y="9197"/>
                </a:lnTo>
                <a:cubicBezTo>
                  <a:pt x="3106" y="8543"/>
                  <a:pt x="1715" y="8009"/>
                  <a:pt x="9" y="8009"/>
                </a:cubicBezTo>
                <a:lnTo>
                  <a:pt x="9" y="7790"/>
                </a:lnTo>
                <a:cubicBezTo>
                  <a:pt x="2029" y="7790"/>
                  <a:pt x="3678" y="8422"/>
                  <a:pt x="3678" y="9197"/>
                </a:cubicBezTo>
                <a:close/>
                <a:moveTo>
                  <a:pt x="15273" y="2427"/>
                </a:moveTo>
                <a:cubicBezTo>
                  <a:pt x="11195" y="863"/>
                  <a:pt x="5774" y="0"/>
                  <a:pt x="0" y="0"/>
                </a:cubicBezTo>
                <a:lnTo>
                  <a:pt x="0" y="219"/>
                </a:lnTo>
                <a:cubicBezTo>
                  <a:pt x="5612" y="219"/>
                  <a:pt x="10890" y="1060"/>
                  <a:pt x="14864" y="2581"/>
                </a:cubicBezTo>
                <a:cubicBezTo>
                  <a:pt x="18837" y="4105"/>
                  <a:pt x="21019" y="6130"/>
                  <a:pt x="21019" y="8283"/>
                </a:cubicBezTo>
                <a:lnTo>
                  <a:pt x="21019" y="21483"/>
                </a:lnTo>
                <a:cubicBezTo>
                  <a:pt x="21019" y="21545"/>
                  <a:pt x="21143" y="21593"/>
                  <a:pt x="21305" y="21593"/>
                </a:cubicBezTo>
                <a:cubicBezTo>
                  <a:pt x="21467" y="21593"/>
                  <a:pt x="21590" y="21545"/>
                  <a:pt x="21590" y="21483"/>
                </a:cubicBezTo>
                <a:lnTo>
                  <a:pt x="21590" y="8287"/>
                </a:lnTo>
                <a:cubicBezTo>
                  <a:pt x="21600" y="6072"/>
                  <a:pt x="19351" y="3992"/>
                  <a:pt x="15273" y="2427"/>
                </a:cubicBezTo>
                <a:close/>
                <a:moveTo>
                  <a:pt x="0" y="5922"/>
                </a:moveTo>
                <a:lnTo>
                  <a:pt x="0" y="6141"/>
                </a:lnTo>
                <a:cubicBezTo>
                  <a:pt x="4040" y="6141"/>
                  <a:pt x="7327" y="7402"/>
                  <a:pt x="7327" y="8952"/>
                </a:cubicBezTo>
                <a:lnTo>
                  <a:pt x="7327" y="21487"/>
                </a:lnTo>
                <a:cubicBezTo>
                  <a:pt x="7327" y="21549"/>
                  <a:pt x="7451" y="21596"/>
                  <a:pt x="7613" y="21596"/>
                </a:cubicBezTo>
                <a:cubicBezTo>
                  <a:pt x="7775" y="21596"/>
                  <a:pt x="7899" y="21549"/>
                  <a:pt x="7899" y="21487"/>
                </a:cubicBezTo>
                <a:lnTo>
                  <a:pt x="7899" y="8952"/>
                </a:lnTo>
                <a:cubicBezTo>
                  <a:pt x="7908" y="7282"/>
                  <a:pt x="4364" y="5922"/>
                  <a:pt x="0" y="5922"/>
                </a:cubicBezTo>
                <a:close/>
                <a:moveTo>
                  <a:pt x="0" y="1934"/>
                </a:moveTo>
                <a:lnTo>
                  <a:pt x="0" y="2153"/>
                </a:lnTo>
                <a:cubicBezTo>
                  <a:pt x="8947" y="2153"/>
                  <a:pt x="16226" y="4946"/>
                  <a:pt x="16226" y="8378"/>
                </a:cubicBezTo>
                <a:lnTo>
                  <a:pt x="16226" y="21490"/>
                </a:lnTo>
                <a:cubicBezTo>
                  <a:pt x="16226" y="21552"/>
                  <a:pt x="16350" y="21600"/>
                  <a:pt x="16512" y="21600"/>
                </a:cubicBezTo>
                <a:cubicBezTo>
                  <a:pt x="16674" y="21600"/>
                  <a:pt x="16798" y="21552"/>
                  <a:pt x="16798" y="21490"/>
                </a:cubicBezTo>
                <a:lnTo>
                  <a:pt x="16798" y="8378"/>
                </a:lnTo>
                <a:cubicBezTo>
                  <a:pt x="16798" y="4822"/>
                  <a:pt x="9271" y="1934"/>
                  <a:pt x="0" y="1934"/>
                </a:cubicBezTo>
                <a:close/>
                <a:moveTo>
                  <a:pt x="0" y="4014"/>
                </a:moveTo>
                <a:lnTo>
                  <a:pt x="0" y="4233"/>
                </a:lnTo>
                <a:cubicBezTo>
                  <a:pt x="6489" y="4233"/>
                  <a:pt x="11767" y="6258"/>
                  <a:pt x="11767" y="8747"/>
                </a:cubicBezTo>
                <a:lnTo>
                  <a:pt x="11767" y="21487"/>
                </a:lnTo>
                <a:cubicBezTo>
                  <a:pt x="11767" y="21549"/>
                  <a:pt x="11891" y="21596"/>
                  <a:pt x="12053" y="21596"/>
                </a:cubicBezTo>
                <a:cubicBezTo>
                  <a:pt x="12215" y="21596"/>
                  <a:pt x="12339" y="21549"/>
                  <a:pt x="12339" y="21487"/>
                </a:cubicBezTo>
                <a:lnTo>
                  <a:pt x="12339" y="8747"/>
                </a:lnTo>
                <a:cubicBezTo>
                  <a:pt x="12339" y="6137"/>
                  <a:pt x="6803" y="4014"/>
                  <a:pt x="0" y="4014"/>
                </a:cubicBez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3" name="Shape"/>
          <p:cNvSpPr/>
          <p:nvPr userDrawn="1"/>
        </p:nvSpPr>
        <p:spPr>
          <a:xfrm>
            <a:off x="1425423" y="362712"/>
            <a:ext cx="1358872" cy="3071778"/>
          </a:xfrm>
          <a:custGeom>
            <a:avLst/>
            <a:gdLst/>
            <a:ahLst/>
            <a:cxnLst>
              <a:cxn ang="0">
                <a:pos x="wd2" y="hd2"/>
              </a:cxn>
              <a:cxn ang="5400000">
                <a:pos x="wd2" y="hd2"/>
              </a:cxn>
              <a:cxn ang="10800000">
                <a:pos x="wd2" y="hd2"/>
              </a:cxn>
              <a:cxn ang="16200000">
                <a:pos x="wd2" y="hd2"/>
              </a:cxn>
            </a:cxnLst>
            <a:rect l="0" t="0" r="r" b="b"/>
            <a:pathLst>
              <a:path w="20564" h="21539" extrusionOk="0">
                <a:moveTo>
                  <a:pt x="20543" y="5680"/>
                </a:moveTo>
                <a:cubicBezTo>
                  <a:pt x="20413" y="4493"/>
                  <a:pt x="20283" y="3306"/>
                  <a:pt x="20167" y="2125"/>
                </a:cubicBezTo>
                <a:cubicBezTo>
                  <a:pt x="20109" y="1615"/>
                  <a:pt x="20008" y="1052"/>
                  <a:pt x="19284" y="696"/>
                </a:cubicBezTo>
                <a:cubicBezTo>
                  <a:pt x="18676" y="394"/>
                  <a:pt x="17778" y="321"/>
                  <a:pt x="16939" y="267"/>
                </a:cubicBezTo>
                <a:cubicBezTo>
                  <a:pt x="13146" y="19"/>
                  <a:pt x="9295" y="-55"/>
                  <a:pt x="5473" y="39"/>
                </a:cubicBezTo>
                <a:cubicBezTo>
                  <a:pt x="3924" y="79"/>
                  <a:pt x="2259" y="166"/>
                  <a:pt x="1086" y="690"/>
                </a:cubicBezTo>
                <a:cubicBezTo>
                  <a:pt x="-796" y="1521"/>
                  <a:pt x="290" y="2809"/>
                  <a:pt x="695" y="3829"/>
                </a:cubicBezTo>
                <a:cubicBezTo>
                  <a:pt x="1506" y="5841"/>
                  <a:pt x="970" y="7693"/>
                  <a:pt x="449" y="9692"/>
                </a:cubicBezTo>
                <a:cubicBezTo>
                  <a:pt x="-420" y="12972"/>
                  <a:pt x="101" y="16313"/>
                  <a:pt x="927" y="19593"/>
                </a:cubicBezTo>
                <a:cubicBezTo>
                  <a:pt x="1014" y="19915"/>
                  <a:pt x="1100" y="20250"/>
                  <a:pt x="1404" y="20532"/>
                </a:cubicBezTo>
                <a:cubicBezTo>
                  <a:pt x="2316" y="21397"/>
                  <a:pt x="4633" y="21511"/>
                  <a:pt x="6573" y="21518"/>
                </a:cubicBezTo>
                <a:cubicBezTo>
                  <a:pt x="8571" y="21525"/>
                  <a:pt x="10554" y="21532"/>
                  <a:pt x="12552" y="21538"/>
                </a:cubicBezTo>
                <a:cubicBezTo>
                  <a:pt x="14333" y="21545"/>
                  <a:pt x="16345" y="21498"/>
                  <a:pt x="17532" y="20834"/>
                </a:cubicBezTo>
                <a:cubicBezTo>
                  <a:pt x="18560" y="20257"/>
                  <a:pt x="18618" y="19398"/>
                  <a:pt x="18618" y="18620"/>
                </a:cubicBezTo>
                <a:cubicBezTo>
                  <a:pt x="18604" y="16809"/>
                  <a:pt x="18604" y="14998"/>
                  <a:pt x="18589" y="13180"/>
                </a:cubicBezTo>
                <a:cubicBezTo>
                  <a:pt x="18560" y="10665"/>
                  <a:pt x="20804" y="8229"/>
                  <a:pt x="20543" y="5680"/>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
        <p:nvSpPr>
          <p:cNvPr id="5" name="Shape"/>
          <p:cNvSpPr/>
          <p:nvPr userDrawn="1"/>
        </p:nvSpPr>
        <p:spPr>
          <a:xfrm>
            <a:off x="11265702" y="3003095"/>
            <a:ext cx="464767" cy="3320683"/>
          </a:xfrm>
          <a:custGeom>
            <a:avLst/>
            <a:gdLst/>
            <a:ahLst/>
            <a:cxnLst>
              <a:cxn ang="0">
                <a:pos x="wd2" y="hd2"/>
              </a:cxn>
              <a:cxn ang="5400000">
                <a:pos x="wd2" y="hd2"/>
              </a:cxn>
              <a:cxn ang="10800000">
                <a:pos x="wd2" y="hd2"/>
              </a:cxn>
              <a:cxn ang="16200000">
                <a:pos x="wd2" y="hd2"/>
              </a:cxn>
            </a:cxnLst>
            <a:rect l="0" t="0" r="r" b="b"/>
            <a:pathLst>
              <a:path w="21459" h="21551" extrusionOk="0">
                <a:moveTo>
                  <a:pt x="21415" y="2507"/>
                </a:moveTo>
                <a:cubicBezTo>
                  <a:pt x="21415" y="1805"/>
                  <a:pt x="21282" y="1029"/>
                  <a:pt x="19074" y="532"/>
                </a:cubicBezTo>
                <a:cubicBezTo>
                  <a:pt x="16777" y="5"/>
                  <a:pt x="13022" y="-14"/>
                  <a:pt x="9754" y="5"/>
                </a:cubicBezTo>
                <a:cubicBezTo>
                  <a:pt x="7457" y="17"/>
                  <a:pt x="4983" y="36"/>
                  <a:pt x="2995" y="296"/>
                </a:cubicBezTo>
                <a:cubicBezTo>
                  <a:pt x="1847" y="452"/>
                  <a:pt x="919" y="688"/>
                  <a:pt x="698" y="992"/>
                </a:cubicBezTo>
                <a:cubicBezTo>
                  <a:pt x="566" y="1203"/>
                  <a:pt x="698" y="1420"/>
                  <a:pt x="831" y="1638"/>
                </a:cubicBezTo>
                <a:cubicBezTo>
                  <a:pt x="1670" y="3016"/>
                  <a:pt x="1537" y="4388"/>
                  <a:pt x="1626" y="5772"/>
                </a:cubicBezTo>
                <a:cubicBezTo>
                  <a:pt x="1714" y="7213"/>
                  <a:pt x="1758" y="8647"/>
                  <a:pt x="1670" y="10088"/>
                </a:cubicBezTo>
                <a:cubicBezTo>
                  <a:pt x="1537" y="12962"/>
                  <a:pt x="1096" y="15843"/>
                  <a:pt x="345" y="18711"/>
                </a:cubicBezTo>
                <a:cubicBezTo>
                  <a:pt x="256" y="19028"/>
                  <a:pt x="168" y="19345"/>
                  <a:pt x="80" y="19661"/>
                </a:cubicBezTo>
                <a:cubicBezTo>
                  <a:pt x="-53" y="20065"/>
                  <a:pt x="-141" y="20506"/>
                  <a:pt x="831" y="20853"/>
                </a:cubicBezTo>
                <a:cubicBezTo>
                  <a:pt x="2333" y="21406"/>
                  <a:pt x="5690" y="21499"/>
                  <a:pt x="8605" y="21536"/>
                </a:cubicBezTo>
                <a:cubicBezTo>
                  <a:pt x="12845" y="21586"/>
                  <a:pt x="17881" y="21555"/>
                  <a:pt x="20178" y="20766"/>
                </a:cubicBezTo>
                <a:cubicBezTo>
                  <a:pt x="21459" y="20332"/>
                  <a:pt x="21459" y="19785"/>
                  <a:pt x="21459" y="19270"/>
                </a:cubicBezTo>
                <a:cubicBezTo>
                  <a:pt x="21459" y="13682"/>
                  <a:pt x="21459" y="8095"/>
                  <a:pt x="21415" y="2507"/>
                </a:cubicBez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8" name="Title 1"/>
          <p:cNvSpPr>
            <a:spLocks noGrp="1"/>
          </p:cNvSpPr>
          <p:nvPr>
            <p:ph type="title"/>
          </p:nvPr>
        </p:nvSpPr>
        <p:spPr>
          <a:xfrm>
            <a:off x="831850" y="3688760"/>
            <a:ext cx="7014978" cy="1901614"/>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831850" y="5617362"/>
            <a:ext cx="7014978" cy="632663"/>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2" name="Shape"/>
          <p:cNvSpPr/>
          <p:nvPr userDrawn="1"/>
        </p:nvSpPr>
        <p:spPr>
          <a:xfrm>
            <a:off x="351129" y="477511"/>
            <a:ext cx="11489741" cy="3104923"/>
          </a:xfrm>
          <a:custGeom>
            <a:avLst/>
            <a:gdLst/>
            <a:ahLst/>
            <a:cxnLst>
              <a:cxn ang="0">
                <a:pos x="wd2" y="hd2"/>
              </a:cxn>
              <a:cxn ang="5400000">
                <a:pos x="wd2" y="hd2"/>
              </a:cxn>
              <a:cxn ang="10800000">
                <a:pos x="wd2" y="hd2"/>
              </a:cxn>
              <a:cxn ang="16200000">
                <a:pos x="wd2" y="hd2"/>
              </a:cxn>
            </a:cxnLst>
            <a:rect l="0" t="0" r="r" b="b"/>
            <a:pathLst>
              <a:path w="21593" h="21571" extrusionOk="0">
                <a:moveTo>
                  <a:pt x="12777" y="610"/>
                </a:moveTo>
                <a:cubicBezTo>
                  <a:pt x="12769" y="915"/>
                  <a:pt x="12743" y="1215"/>
                  <a:pt x="12683" y="1434"/>
                </a:cubicBezTo>
                <a:cubicBezTo>
                  <a:pt x="12654" y="1534"/>
                  <a:pt x="12620" y="1613"/>
                  <a:pt x="12583" y="1660"/>
                </a:cubicBezTo>
                <a:cubicBezTo>
                  <a:pt x="12545" y="1700"/>
                  <a:pt x="12507" y="1700"/>
                  <a:pt x="12469" y="1673"/>
                </a:cubicBezTo>
                <a:cubicBezTo>
                  <a:pt x="12408" y="1633"/>
                  <a:pt x="12343" y="1480"/>
                  <a:pt x="12318" y="1268"/>
                </a:cubicBezTo>
                <a:cubicBezTo>
                  <a:pt x="12300" y="1115"/>
                  <a:pt x="12291" y="949"/>
                  <a:pt x="12307" y="789"/>
                </a:cubicBezTo>
                <a:cubicBezTo>
                  <a:pt x="12318" y="663"/>
                  <a:pt x="12338" y="543"/>
                  <a:pt x="12367" y="457"/>
                </a:cubicBezTo>
                <a:cubicBezTo>
                  <a:pt x="12401" y="351"/>
                  <a:pt x="12439" y="284"/>
                  <a:pt x="12485" y="277"/>
                </a:cubicBezTo>
                <a:cubicBezTo>
                  <a:pt x="12518" y="271"/>
                  <a:pt x="12548" y="304"/>
                  <a:pt x="12575" y="370"/>
                </a:cubicBezTo>
                <a:cubicBezTo>
                  <a:pt x="12600" y="331"/>
                  <a:pt x="12626" y="297"/>
                  <a:pt x="12651" y="257"/>
                </a:cubicBezTo>
                <a:cubicBezTo>
                  <a:pt x="12680" y="211"/>
                  <a:pt x="12716" y="257"/>
                  <a:pt x="12739" y="324"/>
                </a:cubicBezTo>
                <a:cubicBezTo>
                  <a:pt x="12760" y="384"/>
                  <a:pt x="12778" y="497"/>
                  <a:pt x="12777" y="610"/>
                </a:cubicBezTo>
                <a:close/>
                <a:moveTo>
                  <a:pt x="13485" y="590"/>
                </a:moveTo>
                <a:cubicBezTo>
                  <a:pt x="13481" y="550"/>
                  <a:pt x="13476" y="503"/>
                  <a:pt x="13471" y="470"/>
                </a:cubicBezTo>
                <a:cubicBezTo>
                  <a:pt x="13465" y="430"/>
                  <a:pt x="13456" y="397"/>
                  <a:pt x="13449" y="364"/>
                </a:cubicBezTo>
                <a:cubicBezTo>
                  <a:pt x="13447" y="357"/>
                  <a:pt x="13447" y="357"/>
                  <a:pt x="13446" y="351"/>
                </a:cubicBezTo>
                <a:cubicBezTo>
                  <a:pt x="13438" y="324"/>
                  <a:pt x="13429" y="304"/>
                  <a:pt x="13422" y="284"/>
                </a:cubicBezTo>
                <a:cubicBezTo>
                  <a:pt x="13420" y="277"/>
                  <a:pt x="13419" y="277"/>
                  <a:pt x="13417" y="271"/>
                </a:cubicBezTo>
                <a:cubicBezTo>
                  <a:pt x="13408" y="251"/>
                  <a:pt x="13397" y="238"/>
                  <a:pt x="13388" y="224"/>
                </a:cubicBezTo>
                <a:cubicBezTo>
                  <a:pt x="13386" y="224"/>
                  <a:pt x="13384" y="218"/>
                  <a:pt x="13383" y="218"/>
                </a:cubicBezTo>
                <a:cubicBezTo>
                  <a:pt x="13372" y="211"/>
                  <a:pt x="13361" y="204"/>
                  <a:pt x="13350" y="204"/>
                </a:cubicBezTo>
                <a:cubicBezTo>
                  <a:pt x="13341" y="211"/>
                  <a:pt x="13332" y="211"/>
                  <a:pt x="13323" y="218"/>
                </a:cubicBezTo>
                <a:cubicBezTo>
                  <a:pt x="13311" y="231"/>
                  <a:pt x="13298" y="251"/>
                  <a:pt x="13289" y="284"/>
                </a:cubicBezTo>
                <a:cubicBezTo>
                  <a:pt x="13282" y="297"/>
                  <a:pt x="13275" y="324"/>
                  <a:pt x="13271" y="351"/>
                </a:cubicBezTo>
                <a:cubicBezTo>
                  <a:pt x="13262" y="384"/>
                  <a:pt x="13257" y="430"/>
                  <a:pt x="13253" y="477"/>
                </a:cubicBezTo>
                <a:cubicBezTo>
                  <a:pt x="13251" y="497"/>
                  <a:pt x="13251" y="523"/>
                  <a:pt x="13250" y="543"/>
                </a:cubicBezTo>
                <a:cubicBezTo>
                  <a:pt x="13232" y="596"/>
                  <a:pt x="13215" y="663"/>
                  <a:pt x="13201" y="729"/>
                </a:cubicBezTo>
                <a:cubicBezTo>
                  <a:pt x="13196" y="756"/>
                  <a:pt x="13192" y="776"/>
                  <a:pt x="13188" y="809"/>
                </a:cubicBezTo>
                <a:cubicBezTo>
                  <a:pt x="13181" y="862"/>
                  <a:pt x="13174" y="915"/>
                  <a:pt x="13172" y="975"/>
                </a:cubicBezTo>
                <a:cubicBezTo>
                  <a:pt x="13167" y="1042"/>
                  <a:pt x="13167" y="1108"/>
                  <a:pt x="13172" y="1175"/>
                </a:cubicBezTo>
                <a:cubicBezTo>
                  <a:pt x="13178" y="1234"/>
                  <a:pt x="13185" y="1294"/>
                  <a:pt x="13197" y="1341"/>
                </a:cubicBezTo>
                <a:cubicBezTo>
                  <a:pt x="13210" y="1387"/>
                  <a:pt x="13224" y="1421"/>
                  <a:pt x="13242" y="1434"/>
                </a:cubicBezTo>
                <a:cubicBezTo>
                  <a:pt x="13260" y="1454"/>
                  <a:pt x="13278" y="1454"/>
                  <a:pt x="13296" y="1434"/>
                </a:cubicBezTo>
                <a:cubicBezTo>
                  <a:pt x="13350" y="1407"/>
                  <a:pt x="13406" y="1341"/>
                  <a:pt x="13446" y="1195"/>
                </a:cubicBezTo>
                <a:cubicBezTo>
                  <a:pt x="13454" y="1161"/>
                  <a:pt x="13462" y="1128"/>
                  <a:pt x="13467" y="1088"/>
                </a:cubicBezTo>
                <a:cubicBezTo>
                  <a:pt x="13474" y="1055"/>
                  <a:pt x="13478" y="1009"/>
                  <a:pt x="13481" y="969"/>
                </a:cubicBezTo>
                <a:cubicBezTo>
                  <a:pt x="13487" y="915"/>
                  <a:pt x="13489" y="856"/>
                  <a:pt x="13490" y="796"/>
                </a:cubicBezTo>
                <a:cubicBezTo>
                  <a:pt x="13492" y="736"/>
                  <a:pt x="13489" y="676"/>
                  <a:pt x="13485" y="623"/>
                </a:cubicBezTo>
                <a:cubicBezTo>
                  <a:pt x="13487" y="616"/>
                  <a:pt x="13487" y="603"/>
                  <a:pt x="13485" y="590"/>
                </a:cubicBezTo>
                <a:close/>
                <a:moveTo>
                  <a:pt x="14159" y="351"/>
                </a:moveTo>
                <a:cubicBezTo>
                  <a:pt x="14132" y="277"/>
                  <a:pt x="14104" y="231"/>
                  <a:pt x="14073" y="191"/>
                </a:cubicBezTo>
                <a:cubicBezTo>
                  <a:pt x="14050" y="158"/>
                  <a:pt x="14015" y="184"/>
                  <a:pt x="13996" y="231"/>
                </a:cubicBezTo>
                <a:cubicBezTo>
                  <a:pt x="13978" y="271"/>
                  <a:pt x="13960" y="344"/>
                  <a:pt x="13953" y="424"/>
                </a:cubicBezTo>
                <a:cubicBezTo>
                  <a:pt x="13945" y="430"/>
                  <a:pt x="13938" y="430"/>
                  <a:pt x="13929" y="437"/>
                </a:cubicBezTo>
                <a:cubicBezTo>
                  <a:pt x="13913" y="457"/>
                  <a:pt x="13897" y="483"/>
                  <a:pt x="13884" y="530"/>
                </a:cubicBezTo>
                <a:cubicBezTo>
                  <a:pt x="13861" y="603"/>
                  <a:pt x="13843" y="729"/>
                  <a:pt x="13837" y="836"/>
                </a:cubicBezTo>
                <a:cubicBezTo>
                  <a:pt x="13832" y="942"/>
                  <a:pt x="13832" y="1002"/>
                  <a:pt x="13837" y="1108"/>
                </a:cubicBezTo>
                <a:cubicBezTo>
                  <a:pt x="13839" y="1168"/>
                  <a:pt x="13846" y="1228"/>
                  <a:pt x="13854" y="1281"/>
                </a:cubicBezTo>
                <a:cubicBezTo>
                  <a:pt x="13868" y="1394"/>
                  <a:pt x="13895" y="1487"/>
                  <a:pt x="13924" y="1553"/>
                </a:cubicBezTo>
                <a:cubicBezTo>
                  <a:pt x="13956" y="1627"/>
                  <a:pt x="13990" y="1653"/>
                  <a:pt x="14026" y="1666"/>
                </a:cubicBezTo>
                <a:cubicBezTo>
                  <a:pt x="14055" y="1680"/>
                  <a:pt x="14084" y="1666"/>
                  <a:pt x="14113" y="1647"/>
                </a:cubicBezTo>
                <a:cubicBezTo>
                  <a:pt x="14147" y="1620"/>
                  <a:pt x="14181" y="1553"/>
                  <a:pt x="14206" y="1460"/>
                </a:cubicBezTo>
                <a:cubicBezTo>
                  <a:pt x="14217" y="1421"/>
                  <a:pt x="14229" y="1367"/>
                  <a:pt x="14237" y="1314"/>
                </a:cubicBezTo>
                <a:cubicBezTo>
                  <a:pt x="14249" y="1215"/>
                  <a:pt x="14253" y="1148"/>
                  <a:pt x="14256" y="1042"/>
                </a:cubicBezTo>
                <a:cubicBezTo>
                  <a:pt x="14260" y="909"/>
                  <a:pt x="14249" y="776"/>
                  <a:pt x="14235" y="656"/>
                </a:cubicBezTo>
                <a:cubicBezTo>
                  <a:pt x="14219" y="530"/>
                  <a:pt x="14190" y="430"/>
                  <a:pt x="14159" y="351"/>
                </a:cubicBezTo>
                <a:close/>
                <a:moveTo>
                  <a:pt x="14778" y="430"/>
                </a:moveTo>
                <a:cubicBezTo>
                  <a:pt x="14763" y="417"/>
                  <a:pt x="14751" y="410"/>
                  <a:pt x="14736" y="410"/>
                </a:cubicBezTo>
                <a:cubicBezTo>
                  <a:pt x="14722" y="410"/>
                  <a:pt x="14708" y="417"/>
                  <a:pt x="14693" y="430"/>
                </a:cubicBezTo>
                <a:cubicBezTo>
                  <a:pt x="14688" y="437"/>
                  <a:pt x="14682" y="437"/>
                  <a:pt x="14677" y="450"/>
                </a:cubicBezTo>
                <a:cubicBezTo>
                  <a:pt x="14664" y="470"/>
                  <a:pt x="14650" y="483"/>
                  <a:pt x="14639" y="517"/>
                </a:cubicBezTo>
                <a:cubicBezTo>
                  <a:pt x="14618" y="577"/>
                  <a:pt x="14596" y="643"/>
                  <a:pt x="14585" y="736"/>
                </a:cubicBezTo>
                <a:cubicBezTo>
                  <a:pt x="14573" y="829"/>
                  <a:pt x="14571" y="862"/>
                  <a:pt x="14567" y="969"/>
                </a:cubicBezTo>
                <a:cubicBezTo>
                  <a:pt x="14566" y="1022"/>
                  <a:pt x="14569" y="1075"/>
                  <a:pt x="14571" y="1122"/>
                </a:cubicBezTo>
                <a:cubicBezTo>
                  <a:pt x="14573" y="1168"/>
                  <a:pt x="14580" y="1215"/>
                  <a:pt x="14585" y="1261"/>
                </a:cubicBezTo>
                <a:cubicBezTo>
                  <a:pt x="14591" y="1308"/>
                  <a:pt x="14600" y="1347"/>
                  <a:pt x="14609" y="1381"/>
                </a:cubicBezTo>
                <a:cubicBezTo>
                  <a:pt x="14625" y="1454"/>
                  <a:pt x="14650" y="1507"/>
                  <a:pt x="14675" y="1534"/>
                </a:cubicBezTo>
                <a:cubicBezTo>
                  <a:pt x="14688" y="1547"/>
                  <a:pt x="14702" y="1554"/>
                  <a:pt x="14715" y="1554"/>
                </a:cubicBezTo>
                <a:cubicBezTo>
                  <a:pt x="14740" y="1547"/>
                  <a:pt x="14754" y="1534"/>
                  <a:pt x="14776" y="1487"/>
                </a:cubicBezTo>
                <a:cubicBezTo>
                  <a:pt x="14798" y="1447"/>
                  <a:pt x="14817" y="1367"/>
                  <a:pt x="14828" y="1294"/>
                </a:cubicBezTo>
                <a:cubicBezTo>
                  <a:pt x="14841" y="1208"/>
                  <a:pt x="14850" y="1108"/>
                  <a:pt x="14848" y="1009"/>
                </a:cubicBezTo>
                <a:cubicBezTo>
                  <a:pt x="14848" y="982"/>
                  <a:pt x="14846" y="955"/>
                  <a:pt x="14846" y="935"/>
                </a:cubicBezTo>
                <a:cubicBezTo>
                  <a:pt x="14848" y="922"/>
                  <a:pt x="14850" y="915"/>
                  <a:pt x="14850" y="902"/>
                </a:cubicBezTo>
                <a:cubicBezTo>
                  <a:pt x="14851" y="869"/>
                  <a:pt x="14851" y="836"/>
                  <a:pt x="14853" y="802"/>
                </a:cubicBezTo>
                <a:cubicBezTo>
                  <a:pt x="14853" y="736"/>
                  <a:pt x="14848" y="670"/>
                  <a:pt x="14839" y="616"/>
                </a:cubicBezTo>
                <a:cubicBezTo>
                  <a:pt x="14823" y="523"/>
                  <a:pt x="14803" y="457"/>
                  <a:pt x="14778" y="430"/>
                </a:cubicBezTo>
                <a:close/>
                <a:moveTo>
                  <a:pt x="15493" y="816"/>
                </a:moveTo>
                <a:cubicBezTo>
                  <a:pt x="15490" y="769"/>
                  <a:pt x="15484" y="723"/>
                  <a:pt x="15477" y="683"/>
                </a:cubicBezTo>
                <a:cubicBezTo>
                  <a:pt x="15468" y="616"/>
                  <a:pt x="15456" y="563"/>
                  <a:pt x="15445" y="510"/>
                </a:cubicBezTo>
                <a:cubicBezTo>
                  <a:pt x="15438" y="477"/>
                  <a:pt x="15430" y="444"/>
                  <a:pt x="15421" y="417"/>
                </a:cubicBezTo>
                <a:cubicBezTo>
                  <a:pt x="15403" y="351"/>
                  <a:pt x="15376" y="311"/>
                  <a:pt x="15349" y="311"/>
                </a:cubicBezTo>
                <a:cubicBezTo>
                  <a:pt x="15339" y="311"/>
                  <a:pt x="15330" y="317"/>
                  <a:pt x="15321" y="331"/>
                </a:cubicBezTo>
                <a:cubicBezTo>
                  <a:pt x="15319" y="331"/>
                  <a:pt x="15317" y="331"/>
                  <a:pt x="15314" y="331"/>
                </a:cubicBezTo>
                <a:cubicBezTo>
                  <a:pt x="15296" y="331"/>
                  <a:pt x="15278" y="351"/>
                  <a:pt x="15263" y="384"/>
                </a:cubicBezTo>
                <a:cubicBezTo>
                  <a:pt x="15249" y="404"/>
                  <a:pt x="15238" y="444"/>
                  <a:pt x="15225" y="477"/>
                </a:cubicBezTo>
                <a:cubicBezTo>
                  <a:pt x="15220" y="497"/>
                  <a:pt x="15215" y="510"/>
                  <a:pt x="15211" y="530"/>
                </a:cubicBezTo>
                <a:cubicBezTo>
                  <a:pt x="15202" y="577"/>
                  <a:pt x="15191" y="616"/>
                  <a:pt x="15186" y="670"/>
                </a:cubicBezTo>
                <a:cubicBezTo>
                  <a:pt x="15179" y="716"/>
                  <a:pt x="15173" y="776"/>
                  <a:pt x="15170" y="829"/>
                </a:cubicBezTo>
                <a:cubicBezTo>
                  <a:pt x="15168" y="856"/>
                  <a:pt x="15168" y="882"/>
                  <a:pt x="15166" y="915"/>
                </a:cubicBezTo>
                <a:cubicBezTo>
                  <a:pt x="15164" y="942"/>
                  <a:pt x="15164" y="975"/>
                  <a:pt x="15164" y="1002"/>
                </a:cubicBezTo>
                <a:cubicBezTo>
                  <a:pt x="15164" y="1015"/>
                  <a:pt x="15164" y="1028"/>
                  <a:pt x="15164" y="1042"/>
                </a:cubicBezTo>
                <a:cubicBezTo>
                  <a:pt x="15166" y="1088"/>
                  <a:pt x="15166" y="1128"/>
                  <a:pt x="15170" y="1175"/>
                </a:cubicBezTo>
                <a:cubicBezTo>
                  <a:pt x="15170" y="1188"/>
                  <a:pt x="15171" y="1201"/>
                  <a:pt x="15173" y="1208"/>
                </a:cubicBezTo>
                <a:cubicBezTo>
                  <a:pt x="15177" y="1248"/>
                  <a:pt x="15182" y="1288"/>
                  <a:pt x="15188" y="1328"/>
                </a:cubicBezTo>
                <a:cubicBezTo>
                  <a:pt x="15193" y="1361"/>
                  <a:pt x="15200" y="1394"/>
                  <a:pt x="15207" y="1427"/>
                </a:cubicBezTo>
                <a:cubicBezTo>
                  <a:pt x="15209" y="1434"/>
                  <a:pt x="15211" y="1447"/>
                  <a:pt x="15215" y="1454"/>
                </a:cubicBezTo>
                <a:cubicBezTo>
                  <a:pt x="15236" y="1527"/>
                  <a:pt x="15261" y="1587"/>
                  <a:pt x="15290" y="1607"/>
                </a:cubicBezTo>
                <a:cubicBezTo>
                  <a:pt x="15321" y="1633"/>
                  <a:pt x="15348" y="1633"/>
                  <a:pt x="15378" y="1607"/>
                </a:cubicBezTo>
                <a:cubicBezTo>
                  <a:pt x="15393" y="1593"/>
                  <a:pt x="15405" y="1573"/>
                  <a:pt x="15418" y="1547"/>
                </a:cubicBezTo>
                <a:cubicBezTo>
                  <a:pt x="15430" y="1527"/>
                  <a:pt x="15441" y="1487"/>
                  <a:pt x="15452" y="1454"/>
                </a:cubicBezTo>
                <a:cubicBezTo>
                  <a:pt x="15463" y="1421"/>
                  <a:pt x="15472" y="1374"/>
                  <a:pt x="15479" y="1334"/>
                </a:cubicBezTo>
                <a:cubicBezTo>
                  <a:pt x="15481" y="1328"/>
                  <a:pt x="15483" y="1314"/>
                  <a:pt x="15483" y="1308"/>
                </a:cubicBezTo>
                <a:cubicBezTo>
                  <a:pt x="15488" y="1268"/>
                  <a:pt x="15493" y="1228"/>
                  <a:pt x="15495" y="1181"/>
                </a:cubicBezTo>
                <a:cubicBezTo>
                  <a:pt x="15502" y="1075"/>
                  <a:pt x="15501" y="995"/>
                  <a:pt x="15495" y="889"/>
                </a:cubicBezTo>
                <a:cubicBezTo>
                  <a:pt x="15497" y="849"/>
                  <a:pt x="15495" y="829"/>
                  <a:pt x="15493" y="816"/>
                </a:cubicBezTo>
                <a:close/>
                <a:moveTo>
                  <a:pt x="16130" y="477"/>
                </a:moveTo>
                <a:cubicBezTo>
                  <a:pt x="16135" y="410"/>
                  <a:pt x="16137" y="344"/>
                  <a:pt x="16132" y="271"/>
                </a:cubicBezTo>
                <a:cubicBezTo>
                  <a:pt x="16124" y="184"/>
                  <a:pt x="16106" y="91"/>
                  <a:pt x="16085" y="51"/>
                </a:cubicBezTo>
                <a:cubicBezTo>
                  <a:pt x="16061" y="5"/>
                  <a:pt x="16033" y="-15"/>
                  <a:pt x="16008" y="12"/>
                </a:cubicBezTo>
                <a:cubicBezTo>
                  <a:pt x="15984" y="38"/>
                  <a:pt x="15959" y="98"/>
                  <a:pt x="15948" y="184"/>
                </a:cubicBezTo>
                <a:cubicBezTo>
                  <a:pt x="15925" y="351"/>
                  <a:pt x="15901" y="517"/>
                  <a:pt x="15880" y="683"/>
                </a:cubicBezTo>
                <a:cubicBezTo>
                  <a:pt x="15865" y="789"/>
                  <a:pt x="15849" y="896"/>
                  <a:pt x="15839" y="1002"/>
                </a:cubicBezTo>
                <a:cubicBezTo>
                  <a:pt x="15819" y="1195"/>
                  <a:pt x="15840" y="1441"/>
                  <a:pt x="15892" y="1540"/>
                </a:cubicBezTo>
                <a:cubicBezTo>
                  <a:pt x="15930" y="1613"/>
                  <a:pt x="15972" y="1613"/>
                  <a:pt x="16013" y="1580"/>
                </a:cubicBezTo>
                <a:cubicBezTo>
                  <a:pt x="16038" y="1560"/>
                  <a:pt x="16063" y="1520"/>
                  <a:pt x="16083" y="1474"/>
                </a:cubicBezTo>
                <a:cubicBezTo>
                  <a:pt x="16137" y="1347"/>
                  <a:pt x="16177" y="1128"/>
                  <a:pt x="16175" y="882"/>
                </a:cubicBezTo>
                <a:cubicBezTo>
                  <a:pt x="16173" y="763"/>
                  <a:pt x="16166" y="636"/>
                  <a:pt x="16148" y="543"/>
                </a:cubicBezTo>
                <a:cubicBezTo>
                  <a:pt x="16139" y="523"/>
                  <a:pt x="16133" y="503"/>
                  <a:pt x="16130" y="477"/>
                </a:cubicBezTo>
                <a:close/>
                <a:moveTo>
                  <a:pt x="16754" y="816"/>
                </a:moveTo>
                <a:cubicBezTo>
                  <a:pt x="16745" y="763"/>
                  <a:pt x="16736" y="716"/>
                  <a:pt x="16725" y="670"/>
                </a:cubicBezTo>
                <a:cubicBezTo>
                  <a:pt x="16719" y="650"/>
                  <a:pt x="16714" y="623"/>
                  <a:pt x="16709" y="610"/>
                </a:cubicBezTo>
                <a:cubicBezTo>
                  <a:pt x="16705" y="596"/>
                  <a:pt x="16702" y="590"/>
                  <a:pt x="16700" y="583"/>
                </a:cubicBezTo>
                <a:cubicBezTo>
                  <a:pt x="16698" y="537"/>
                  <a:pt x="16694" y="497"/>
                  <a:pt x="16689" y="457"/>
                </a:cubicBezTo>
                <a:cubicBezTo>
                  <a:pt x="16684" y="430"/>
                  <a:pt x="16678" y="404"/>
                  <a:pt x="16673" y="384"/>
                </a:cubicBezTo>
                <a:cubicBezTo>
                  <a:pt x="16660" y="337"/>
                  <a:pt x="16646" y="304"/>
                  <a:pt x="16628" y="291"/>
                </a:cubicBezTo>
                <a:cubicBezTo>
                  <a:pt x="16619" y="284"/>
                  <a:pt x="16610" y="284"/>
                  <a:pt x="16601" y="277"/>
                </a:cubicBezTo>
                <a:cubicBezTo>
                  <a:pt x="16583" y="277"/>
                  <a:pt x="16565" y="297"/>
                  <a:pt x="16550" y="331"/>
                </a:cubicBezTo>
                <a:cubicBezTo>
                  <a:pt x="16547" y="337"/>
                  <a:pt x="16543" y="344"/>
                  <a:pt x="16541" y="351"/>
                </a:cubicBezTo>
                <a:cubicBezTo>
                  <a:pt x="16533" y="370"/>
                  <a:pt x="16522" y="404"/>
                  <a:pt x="16515" y="430"/>
                </a:cubicBezTo>
                <a:cubicBezTo>
                  <a:pt x="16507" y="464"/>
                  <a:pt x="16500" y="497"/>
                  <a:pt x="16493" y="530"/>
                </a:cubicBezTo>
                <a:cubicBezTo>
                  <a:pt x="16491" y="543"/>
                  <a:pt x="16489" y="557"/>
                  <a:pt x="16488" y="570"/>
                </a:cubicBezTo>
                <a:cubicBezTo>
                  <a:pt x="16480" y="623"/>
                  <a:pt x="16473" y="676"/>
                  <a:pt x="16471" y="729"/>
                </a:cubicBezTo>
                <a:cubicBezTo>
                  <a:pt x="16470" y="769"/>
                  <a:pt x="16468" y="822"/>
                  <a:pt x="16468" y="862"/>
                </a:cubicBezTo>
                <a:cubicBezTo>
                  <a:pt x="16468" y="869"/>
                  <a:pt x="16468" y="876"/>
                  <a:pt x="16468" y="882"/>
                </a:cubicBezTo>
                <a:cubicBezTo>
                  <a:pt x="16470" y="922"/>
                  <a:pt x="16470" y="962"/>
                  <a:pt x="16471" y="995"/>
                </a:cubicBezTo>
                <a:cubicBezTo>
                  <a:pt x="16475" y="1048"/>
                  <a:pt x="16480" y="1108"/>
                  <a:pt x="16488" y="1155"/>
                </a:cubicBezTo>
                <a:cubicBezTo>
                  <a:pt x="16493" y="1195"/>
                  <a:pt x="16502" y="1228"/>
                  <a:pt x="16509" y="1261"/>
                </a:cubicBezTo>
                <a:cubicBezTo>
                  <a:pt x="16516" y="1294"/>
                  <a:pt x="16529" y="1321"/>
                  <a:pt x="16536" y="1341"/>
                </a:cubicBezTo>
                <a:cubicBezTo>
                  <a:pt x="16549" y="1374"/>
                  <a:pt x="16563" y="1394"/>
                  <a:pt x="16577" y="1414"/>
                </a:cubicBezTo>
                <a:cubicBezTo>
                  <a:pt x="16581" y="1421"/>
                  <a:pt x="16585" y="1421"/>
                  <a:pt x="16588" y="1421"/>
                </a:cubicBezTo>
                <a:cubicBezTo>
                  <a:pt x="16601" y="1427"/>
                  <a:pt x="16613" y="1434"/>
                  <a:pt x="16624" y="1441"/>
                </a:cubicBezTo>
                <a:cubicBezTo>
                  <a:pt x="16637" y="1441"/>
                  <a:pt x="16649" y="1434"/>
                  <a:pt x="16662" y="1427"/>
                </a:cubicBezTo>
                <a:cubicBezTo>
                  <a:pt x="16666" y="1427"/>
                  <a:pt x="16671" y="1421"/>
                  <a:pt x="16675" y="1414"/>
                </a:cubicBezTo>
                <a:cubicBezTo>
                  <a:pt x="16700" y="1381"/>
                  <a:pt x="16718" y="1347"/>
                  <a:pt x="16737" y="1274"/>
                </a:cubicBezTo>
                <a:cubicBezTo>
                  <a:pt x="16743" y="1248"/>
                  <a:pt x="16748" y="1221"/>
                  <a:pt x="16754" y="1201"/>
                </a:cubicBezTo>
                <a:cubicBezTo>
                  <a:pt x="16761" y="1161"/>
                  <a:pt x="16764" y="1115"/>
                  <a:pt x="16766" y="1062"/>
                </a:cubicBezTo>
                <a:cubicBezTo>
                  <a:pt x="16768" y="1028"/>
                  <a:pt x="16768" y="995"/>
                  <a:pt x="16766" y="962"/>
                </a:cubicBezTo>
                <a:cubicBezTo>
                  <a:pt x="16764" y="902"/>
                  <a:pt x="16761" y="856"/>
                  <a:pt x="16754" y="816"/>
                </a:cubicBezTo>
                <a:close/>
                <a:moveTo>
                  <a:pt x="17340" y="457"/>
                </a:moveTo>
                <a:cubicBezTo>
                  <a:pt x="17336" y="450"/>
                  <a:pt x="17331" y="444"/>
                  <a:pt x="17327" y="430"/>
                </a:cubicBezTo>
                <a:cubicBezTo>
                  <a:pt x="17324" y="404"/>
                  <a:pt x="17318" y="377"/>
                  <a:pt x="17313" y="357"/>
                </a:cubicBezTo>
                <a:cubicBezTo>
                  <a:pt x="17295" y="297"/>
                  <a:pt x="17268" y="238"/>
                  <a:pt x="17241" y="251"/>
                </a:cubicBezTo>
                <a:cubicBezTo>
                  <a:pt x="17221" y="257"/>
                  <a:pt x="17203" y="271"/>
                  <a:pt x="17183" y="277"/>
                </a:cubicBezTo>
                <a:cubicBezTo>
                  <a:pt x="17169" y="277"/>
                  <a:pt x="17156" y="284"/>
                  <a:pt x="17144" y="311"/>
                </a:cubicBezTo>
                <a:cubicBezTo>
                  <a:pt x="17131" y="324"/>
                  <a:pt x="17120" y="351"/>
                  <a:pt x="17111" y="390"/>
                </a:cubicBezTo>
                <a:cubicBezTo>
                  <a:pt x="17093" y="457"/>
                  <a:pt x="17081" y="563"/>
                  <a:pt x="17083" y="656"/>
                </a:cubicBezTo>
                <a:cubicBezTo>
                  <a:pt x="17083" y="663"/>
                  <a:pt x="17083" y="663"/>
                  <a:pt x="17083" y="670"/>
                </a:cubicBezTo>
                <a:cubicBezTo>
                  <a:pt x="17079" y="696"/>
                  <a:pt x="17077" y="723"/>
                  <a:pt x="17075" y="743"/>
                </a:cubicBezTo>
                <a:cubicBezTo>
                  <a:pt x="17072" y="789"/>
                  <a:pt x="17070" y="842"/>
                  <a:pt x="17070" y="896"/>
                </a:cubicBezTo>
                <a:cubicBezTo>
                  <a:pt x="17070" y="942"/>
                  <a:pt x="17072" y="1002"/>
                  <a:pt x="17077" y="1048"/>
                </a:cubicBezTo>
                <a:cubicBezTo>
                  <a:pt x="17086" y="1141"/>
                  <a:pt x="17101" y="1234"/>
                  <a:pt x="17120" y="1301"/>
                </a:cubicBezTo>
                <a:cubicBezTo>
                  <a:pt x="17140" y="1367"/>
                  <a:pt x="17158" y="1407"/>
                  <a:pt x="17182" y="1441"/>
                </a:cubicBezTo>
                <a:cubicBezTo>
                  <a:pt x="17218" y="1494"/>
                  <a:pt x="17255" y="1527"/>
                  <a:pt x="17293" y="1527"/>
                </a:cubicBezTo>
                <a:cubicBezTo>
                  <a:pt x="17347" y="1527"/>
                  <a:pt x="17399" y="1460"/>
                  <a:pt x="17439" y="1321"/>
                </a:cubicBezTo>
                <a:cubicBezTo>
                  <a:pt x="17444" y="1294"/>
                  <a:pt x="17449" y="1268"/>
                  <a:pt x="17455" y="1248"/>
                </a:cubicBezTo>
                <a:cubicBezTo>
                  <a:pt x="17462" y="1208"/>
                  <a:pt x="17466" y="1161"/>
                  <a:pt x="17467" y="1108"/>
                </a:cubicBezTo>
                <a:cubicBezTo>
                  <a:pt x="17471" y="1028"/>
                  <a:pt x="17467" y="935"/>
                  <a:pt x="17455" y="869"/>
                </a:cubicBezTo>
                <a:cubicBezTo>
                  <a:pt x="17426" y="696"/>
                  <a:pt x="17388" y="557"/>
                  <a:pt x="17340" y="457"/>
                </a:cubicBezTo>
                <a:close/>
                <a:moveTo>
                  <a:pt x="18124" y="577"/>
                </a:moveTo>
                <a:cubicBezTo>
                  <a:pt x="18116" y="530"/>
                  <a:pt x="18107" y="483"/>
                  <a:pt x="18098" y="444"/>
                </a:cubicBezTo>
                <a:cubicBezTo>
                  <a:pt x="18089" y="404"/>
                  <a:pt x="18077" y="370"/>
                  <a:pt x="18064" y="344"/>
                </a:cubicBezTo>
                <a:cubicBezTo>
                  <a:pt x="18052" y="317"/>
                  <a:pt x="18037" y="291"/>
                  <a:pt x="18025" y="284"/>
                </a:cubicBezTo>
                <a:cubicBezTo>
                  <a:pt x="18012" y="271"/>
                  <a:pt x="17998" y="264"/>
                  <a:pt x="17985" y="277"/>
                </a:cubicBezTo>
                <a:cubicBezTo>
                  <a:pt x="17973" y="277"/>
                  <a:pt x="17960" y="297"/>
                  <a:pt x="17947" y="324"/>
                </a:cubicBezTo>
                <a:cubicBezTo>
                  <a:pt x="17940" y="337"/>
                  <a:pt x="17935" y="357"/>
                  <a:pt x="17929" y="377"/>
                </a:cubicBezTo>
                <a:cubicBezTo>
                  <a:pt x="17924" y="384"/>
                  <a:pt x="17919" y="390"/>
                  <a:pt x="17913" y="404"/>
                </a:cubicBezTo>
                <a:cubicBezTo>
                  <a:pt x="17902" y="424"/>
                  <a:pt x="17892" y="457"/>
                  <a:pt x="17883" y="490"/>
                </a:cubicBezTo>
                <a:cubicBezTo>
                  <a:pt x="17874" y="523"/>
                  <a:pt x="17865" y="563"/>
                  <a:pt x="17859" y="610"/>
                </a:cubicBezTo>
                <a:cubicBezTo>
                  <a:pt x="17854" y="650"/>
                  <a:pt x="17847" y="696"/>
                  <a:pt x="17845" y="743"/>
                </a:cubicBezTo>
                <a:cubicBezTo>
                  <a:pt x="17843" y="789"/>
                  <a:pt x="17840" y="842"/>
                  <a:pt x="17840" y="896"/>
                </a:cubicBezTo>
                <a:cubicBezTo>
                  <a:pt x="17841" y="995"/>
                  <a:pt x="17847" y="1088"/>
                  <a:pt x="17861" y="1175"/>
                </a:cubicBezTo>
                <a:cubicBezTo>
                  <a:pt x="17868" y="1215"/>
                  <a:pt x="17876" y="1254"/>
                  <a:pt x="17885" y="1288"/>
                </a:cubicBezTo>
                <a:cubicBezTo>
                  <a:pt x="17906" y="1354"/>
                  <a:pt x="17915" y="1374"/>
                  <a:pt x="17940" y="1407"/>
                </a:cubicBezTo>
                <a:cubicBezTo>
                  <a:pt x="17953" y="1427"/>
                  <a:pt x="17967" y="1427"/>
                  <a:pt x="17980" y="1434"/>
                </a:cubicBezTo>
                <a:cubicBezTo>
                  <a:pt x="17994" y="1441"/>
                  <a:pt x="18009" y="1427"/>
                  <a:pt x="18021" y="1421"/>
                </a:cubicBezTo>
                <a:cubicBezTo>
                  <a:pt x="18027" y="1421"/>
                  <a:pt x="18030" y="1414"/>
                  <a:pt x="18034" y="1407"/>
                </a:cubicBezTo>
                <a:cubicBezTo>
                  <a:pt x="18046" y="1387"/>
                  <a:pt x="18061" y="1374"/>
                  <a:pt x="18071" y="1341"/>
                </a:cubicBezTo>
                <a:cubicBezTo>
                  <a:pt x="18082" y="1314"/>
                  <a:pt x="18093" y="1281"/>
                  <a:pt x="18102" y="1248"/>
                </a:cubicBezTo>
                <a:cubicBezTo>
                  <a:pt x="18109" y="1221"/>
                  <a:pt x="18116" y="1188"/>
                  <a:pt x="18122" y="1155"/>
                </a:cubicBezTo>
                <a:cubicBezTo>
                  <a:pt x="18127" y="1121"/>
                  <a:pt x="18133" y="1068"/>
                  <a:pt x="18136" y="1042"/>
                </a:cubicBezTo>
                <a:cubicBezTo>
                  <a:pt x="18142" y="995"/>
                  <a:pt x="18142" y="935"/>
                  <a:pt x="18143" y="889"/>
                </a:cubicBezTo>
                <a:cubicBezTo>
                  <a:pt x="18145" y="836"/>
                  <a:pt x="18142" y="783"/>
                  <a:pt x="18140" y="736"/>
                </a:cubicBezTo>
                <a:cubicBezTo>
                  <a:pt x="18136" y="676"/>
                  <a:pt x="18129" y="623"/>
                  <a:pt x="18124" y="577"/>
                </a:cubicBezTo>
                <a:close/>
                <a:moveTo>
                  <a:pt x="18692" y="490"/>
                </a:moveTo>
                <a:cubicBezTo>
                  <a:pt x="18683" y="457"/>
                  <a:pt x="18674" y="430"/>
                  <a:pt x="18663" y="410"/>
                </a:cubicBezTo>
                <a:cubicBezTo>
                  <a:pt x="18658" y="397"/>
                  <a:pt x="18650" y="390"/>
                  <a:pt x="18645" y="384"/>
                </a:cubicBezTo>
                <a:cubicBezTo>
                  <a:pt x="18640" y="377"/>
                  <a:pt x="18632" y="364"/>
                  <a:pt x="18627" y="357"/>
                </a:cubicBezTo>
                <a:cubicBezTo>
                  <a:pt x="18602" y="331"/>
                  <a:pt x="18573" y="344"/>
                  <a:pt x="18550" y="397"/>
                </a:cubicBezTo>
                <a:cubicBezTo>
                  <a:pt x="18543" y="410"/>
                  <a:pt x="18537" y="430"/>
                  <a:pt x="18532" y="444"/>
                </a:cubicBezTo>
                <a:cubicBezTo>
                  <a:pt x="18528" y="444"/>
                  <a:pt x="18525" y="444"/>
                  <a:pt x="18523" y="450"/>
                </a:cubicBezTo>
                <a:cubicBezTo>
                  <a:pt x="18516" y="464"/>
                  <a:pt x="18507" y="477"/>
                  <a:pt x="18499" y="490"/>
                </a:cubicBezTo>
                <a:cubicBezTo>
                  <a:pt x="18485" y="523"/>
                  <a:pt x="18472" y="570"/>
                  <a:pt x="18463" y="623"/>
                </a:cubicBezTo>
                <a:cubicBezTo>
                  <a:pt x="18444" y="723"/>
                  <a:pt x="18422" y="822"/>
                  <a:pt x="18402" y="922"/>
                </a:cubicBezTo>
                <a:cubicBezTo>
                  <a:pt x="18395" y="962"/>
                  <a:pt x="18392" y="1009"/>
                  <a:pt x="18390" y="1062"/>
                </a:cubicBezTo>
                <a:cubicBezTo>
                  <a:pt x="18386" y="1108"/>
                  <a:pt x="18388" y="1161"/>
                  <a:pt x="18392" y="1208"/>
                </a:cubicBezTo>
                <a:cubicBezTo>
                  <a:pt x="18399" y="1301"/>
                  <a:pt x="18415" y="1381"/>
                  <a:pt x="18438" y="1427"/>
                </a:cubicBezTo>
                <a:cubicBezTo>
                  <a:pt x="18472" y="1500"/>
                  <a:pt x="18510" y="1540"/>
                  <a:pt x="18550" y="1547"/>
                </a:cubicBezTo>
                <a:cubicBezTo>
                  <a:pt x="18570" y="1553"/>
                  <a:pt x="18589" y="1540"/>
                  <a:pt x="18607" y="1527"/>
                </a:cubicBezTo>
                <a:cubicBezTo>
                  <a:pt x="18613" y="1520"/>
                  <a:pt x="18618" y="1520"/>
                  <a:pt x="18622" y="1507"/>
                </a:cubicBezTo>
                <a:cubicBezTo>
                  <a:pt x="18634" y="1487"/>
                  <a:pt x="18647" y="1474"/>
                  <a:pt x="18659" y="1447"/>
                </a:cubicBezTo>
                <a:cubicBezTo>
                  <a:pt x="18683" y="1394"/>
                  <a:pt x="18697" y="1341"/>
                  <a:pt x="18713" y="1254"/>
                </a:cubicBezTo>
                <a:cubicBezTo>
                  <a:pt x="18722" y="1208"/>
                  <a:pt x="18730" y="1148"/>
                  <a:pt x="18733" y="1088"/>
                </a:cubicBezTo>
                <a:cubicBezTo>
                  <a:pt x="18737" y="1042"/>
                  <a:pt x="18737" y="1002"/>
                  <a:pt x="18739" y="955"/>
                </a:cubicBezTo>
                <a:cubicBezTo>
                  <a:pt x="18739" y="942"/>
                  <a:pt x="18739" y="922"/>
                  <a:pt x="18739" y="909"/>
                </a:cubicBezTo>
                <a:cubicBezTo>
                  <a:pt x="18739" y="849"/>
                  <a:pt x="18737" y="783"/>
                  <a:pt x="18731" y="729"/>
                </a:cubicBezTo>
                <a:cubicBezTo>
                  <a:pt x="18721" y="636"/>
                  <a:pt x="18712" y="563"/>
                  <a:pt x="18692" y="490"/>
                </a:cubicBezTo>
                <a:close/>
                <a:moveTo>
                  <a:pt x="19265" y="650"/>
                </a:moveTo>
                <a:cubicBezTo>
                  <a:pt x="19258" y="610"/>
                  <a:pt x="19249" y="577"/>
                  <a:pt x="19237" y="557"/>
                </a:cubicBezTo>
                <a:cubicBezTo>
                  <a:pt x="19228" y="543"/>
                  <a:pt x="19220" y="530"/>
                  <a:pt x="19210" y="517"/>
                </a:cubicBezTo>
                <a:cubicBezTo>
                  <a:pt x="19206" y="490"/>
                  <a:pt x="19201" y="470"/>
                  <a:pt x="19195" y="450"/>
                </a:cubicBezTo>
                <a:cubicBezTo>
                  <a:pt x="19175" y="384"/>
                  <a:pt x="19150" y="337"/>
                  <a:pt x="19123" y="344"/>
                </a:cubicBezTo>
                <a:cubicBezTo>
                  <a:pt x="19098" y="351"/>
                  <a:pt x="19069" y="377"/>
                  <a:pt x="19051" y="450"/>
                </a:cubicBezTo>
                <a:cubicBezTo>
                  <a:pt x="19033" y="523"/>
                  <a:pt x="19017" y="590"/>
                  <a:pt x="18999" y="663"/>
                </a:cubicBezTo>
                <a:cubicBezTo>
                  <a:pt x="18990" y="696"/>
                  <a:pt x="18983" y="736"/>
                  <a:pt x="18978" y="783"/>
                </a:cubicBezTo>
                <a:cubicBezTo>
                  <a:pt x="18970" y="829"/>
                  <a:pt x="18969" y="876"/>
                  <a:pt x="18969" y="929"/>
                </a:cubicBezTo>
                <a:cubicBezTo>
                  <a:pt x="18970" y="962"/>
                  <a:pt x="18970" y="995"/>
                  <a:pt x="18972" y="1028"/>
                </a:cubicBezTo>
                <a:cubicBezTo>
                  <a:pt x="18978" y="1088"/>
                  <a:pt x="18985" y="1148"/>
                  <a:pt x="18997" y="1195"/>
                </a:cubicBezTo>
                <a:cubicBezTo>
                  <a:pt x="18999" y="1201"/>
                  <a:pt x="19001" y="1215"/>
                  <a:pt x="19003" y="1221"/>
                </a:cubicBezTo>
                <a:cubicBezTo>
                  <a:pt x="19012" y="1248"/>
                  <a:pt x="19021" y="1274"/>
                  <a:pt x="19030" y="1294"/>
                </a:cubicBezTo>
                <a:cubicBezTo>
                  <a:pt x="19041" y="1321"/>
                  <a:pt x="19055" y="1341"/>
                  <a:pt x="19069" y="1361"/>
                </a:cubicBezTo>
                <a:cubicBezTo>
                  <a:pt x="19082" y="1381"/>
                  <a:pt x="19098" y="1381"/>
                  <a:pt x="19111" y="1387"/>
                </a:cubicBezTo>
                <a:cubicBezTo>
                  <a:pt x="19116" y="1387"/>
                  <a:pt x="19123" y="1387"/>
                  <a:pt x="19129" y="1387"/>
                </a:cubicBezTo>
                <a:cubicBezTo>
                  <a:pt x="19157" y="1374"/>
                  <a:pt x="19184" y="1354"/>
                  <a:pt x="19210" y="1301"/>
                </a:cubicBezTo>
                <a:cubicBezTo>
                  <a:pt x="19233" y="1248"/>
                  <a:pt x="19256" y="1168"/>
                  <a:pt x="19267" y="1075"/>
                </a:cubicBezTo>
                <a:cubicBezTo>
                  <a:pt x="19274" y="1035"/>
                  <a:pt x="19278" y="989"/>
                  <a:pt x="19280" y="935"/>
                </a:cubicBezTo>
                <a:cubicBezTo>
                  <a:pt x="19283" y="889"/>
                  <a:pt x="19282" y="836"/>
                  <a:pt x="19278" y="789"/>
                </a:cubicBezTo>
                <a:cubicBezTo>
                  <a:pt x="19280" y="723"/>
                  <a:pt x="19274" y="683"/>
                  <a:pt x="19265" y="650"/>
                </a:cubicBezTo>
                <a:close/>
                <a:moveTo>
                  <a:pt x="19984" y="497"/>
                </a:moveTo>
                <a:cubicBezTo>
                  <a:pt x="19975" y="444"/>
                  <a:pt x="19963" y="397"/>
                  <a:pt x="19949" y="364"/>
                </a:cubicBezTo>
                <a:cubicBezTo>
                  <a:pt x="19940" y="344"/>
                  <a:pt x="19932" y="331"/>
                  <a:pt x="19923" y="311"/>
                </a:cubicBezTo>
                <a:cubicBezTo>
                  <a:pt x="19907" y="284"/>
                  <a:pt x="19891" y="257"/>
                  <a:pt x="19875" y="244"/>
                </a:cubicBezTo>
                <a:cubicBezTo>
                  <a:pt x="19833" y="211"/>
                  <a:pt x="19792" y="218"/>
                  <a:pt x="19756" y="304"/>
                </a:cubicBezTo>
                <a:cubicBezTo>
                  <a:pt x="19735" y="357"/>
                  <a:pt x="19722" y="404"/>
                  <a:pt x="19706" y="483"/>
                </a:cubicBezTo>
                <a:cubicBezTo>
                  <a:pt x="19704" y="497"/>
                  <a:pt x="19702" y="503"/>
                  <a:pt x="19700" y="517"/>
                </a:cubicBezTo>
                <a:cubicBezTo>
                  <a:pt x="19695" y="550"/>
                  <a:pt x="19691" y="590"/>
                  <a:pt x="19688" y="630"/>
                </a:cubicBezTo>
                <a:cubicBezTo>
                  <a:pt x="19686" y="643"/>
                  <a:pt x="19686" y="656"/>
                  <a:pt x="19686" y="670"/>
                </a:cubicBezTo>
                <a:cubicBezTo>
                  <a:pt x="19686" y="670"/>
                  <a:pt x="19684" y="670"/>
                  <a:pt x="19684" y="676"/>
                </a:cubicBezTo>
                <a:cubicBezTo>
                  <a:pt x="19663" y="723"/>
                  <a:pt x="19643" y="809"/>
                  <a:pt x="19638" y="896"/>
                </a:cubicBezTo>
                <a:cubicBezTo>
                  <a:pt x="19632" y="989"/>
                  <a:pt x="19632" y="1095"/>
                  <a:pt x="19648" y="1181"/>
                </a:cubicBezTo>
                <a:cubicBezTo>
                  <a:pt x="19663" y="1268"/>
                  <a:pt x="19682" y="1321"/>
                  <a:pt x="19708" y="1354"/>
                </a:cubicBezTo>
                <a:cubicBezTo>
                  <a:pt x="19711" y="1354"/>
                  <a:pt x="19713" y="1361"/>
                  <a:pt x="19717" y="1361"/>
                </a:cubicBezTo>
                <a:cubicBezTo>
                  <a:pt x="19767" y="1527"/>
                  <a:pt x="19846" y="1553"/>
                  <a:pt x="19904" y="1421"/>
                </a:cubicBezTo>
                <a:cubicBezTo>
                  <a:pt x="19938" y="1347"/>
                  <a:pt x="19961" y="1228"/>
                  <a:pt x="19972" y="1095"/>
                </a:cubicBezTo>
                <a:cubicBezTo>
                  <a:pt x="19977" y="1028"/>
                  <a:pt x="19979" y="962"/>
                  <a:pt x="19979" y="896"/>
                </a:cubicBezTo>
                <a:cubicBezTo>
                  <a:pt x="19986" y="862"/>
                  <a:pt x="19992" y="822"/>
                  <a:pt x="19993" y="783"/>
                </a:cubicBezTo>
                <a:cubicBezTo>
                  <a:pt x="19997" y="736"/>
                  <a:pt x="19999" y="683"/>
                  <a:pt x="19995" y="636"/>
                </a:cubicBezTo>
                <a:cubicBezTo>
                  <a:pt x="19995" y="583"/>
                  <a:pt x="19992" y="537"/>
                  <a:pt x="19984" y="497"/>
                </a:cubicBezTo>
                <a:close/>
                <a:moveTo>
                  <a:pt x="20741" y="570"/>
                </a:moveTo>
                <a:cubicBezTo>
                  <a:pt x="20740" y="570"/>
                  <a:pt x="20738" y="563"/>
                  <a:pt x="20736" y="563"/>
                </a:cubicBezTo>
                <a:cubicBezTo>
                  <a:pt x="20734" y="563"/>
                  <a:pt x="20732" y="563"/>
                  <a:pt x="20731" y="563"/>
                </a:cubicBezTo>
                <a:cubicBezTo>
                  <a:pt x="20722" y="457"/>
                  <a:pt x="20700" y="357"/>
                  <a:pt x="20673" y="304"/>
                </a:cubicBezTo>
                <a:cubicBezTo>
                  <a:pt x="20664" y="284"/>
                  <a:pt x="20653" y="271"/>
                  <a:pt x="20644" y="257"/>
                </a:cubicBezTo>
                <a:cubicBezTo>
                  <a:pt x="20643" y="257"/>
                  <a:pt x="20641" y="251"/>
                  <a:pt x="20637" y="251"/>
                </a:cubicBezTo>
                <a:cubicBezTo>
                  <a:pt x="20614" y="231"/>
                  <a:pt x="20598" y="231"/>
                  <a:pt x="20574" y="251"/>
                </a:cubicBezTo>
                <a:cubicBezTo>
                  <a:pt x="20565" y="257"/>
                  <a:pt x="20554" y="277"/>
                  <a:pt x="20545" y="297"/>
                </a:cubicBezTo>
                <a:cubicBezTo>
                  <a:pt x="20540" y="311"/>
                  <a:pt x="20529" y="344"/>
                  <a:pt x="20524" y="357"/>
                </a:cubicBezTo>
                <a:cubicBezTo>
                  <a:pt x="20517" y="377"/>
                  <a:pt x="20511" y="410"/>
                  <a:pt x="20508" y="437"/>
                </a:cubicBezTo>
                <a:cubicBezTo>
                  <a:pt x="20502" y="470"/>
                  <a:pt x="20499" y="510"/>
                  <a:pt x="20497" y="543"/>
                </a:cubicBezTo>
                <a:cubicBezTo>
                  <a:pt x="20495" y="577"/>
                  <a:pt x="20493" y="616"/>
                  <a:pt x="20493" y="650"/>
                </a:cubicBezTo>
                <a:cubicBezTo>
                  <a:pt x="20493" y="683"/>
                  <a:pt x="20495" y="723"/>
                  <a:pt x="20497" y="756"/>
                </a:cubicBezTo>
                <a:cubicBezTo>
                  <a:pt x="20499" y="776"/>
                  <a:pt x="20500" y="789"/>
                  <a:pt x="20502" y="802"/>
                </a:cubicBezTo>
                <a:cubicBezTo>
                  <a:pt x="20491" y="889"/>
                  <a:pt x="20488" y="975"/>
                  <a:pt x="20495" y="1068"/>
                </a:cubicBezTo>
                <a:cubicBezTo>
                  <a:pt x="20506" y="1221"/>
                  <a:pt x="20533" y="1341"/>
                  <a:pt x="20569" y="1421"/>
                </a:cubicBezTo>
                <a:cubicBezTo>
                  <a:pt x="20580" y="1447"/>
                  <a:pt x="20590" y="1460"/>
                  <a:pt x="20603" y="1474"/>
                </a:cubicBezTo>
                <a:cubicBezTo>
                  <a:pt x="20607" y="1480"/>
                  <a:pt x="20612" y="1487"/>
                  <a:pt x="20616" y="1487"/>
                </a:cubicBezTo>
                <a:cubicBezTo>
                  <a:pt x="20632" y="1500"/>
                  <a:pt x="20650" y="1514"/>
                  <a:pt x="20666" y="1507"/>
                </a:cubicBezTo>
                <a:cubicBezTo>
                  <a:pt x="20678" y="1507"/>
                  <a:pt x="20691" y="1500"/>
                  <a:pt x="20704" y="1487"/>
                </a:cubicBezTo>
                <a:cubicBezTo>
                  <a:pt x="20707" y="1487"/>
                  <a:pt x="20713" y="1480"/>
                  <a:pt x="20716" y="1474"/>
                </a:cubicBezTo>
                <a:cubicBezTo>
                  <a:pt x="20743" y="1440"/>
                  <a:pt x="20759" y="1407"/>
                  <a:pt x="20781" y="1334"/>
                </a:cubicBezTo>
                <a:cubicBezTo>
                  <a:pt x="20785" y="1328"/>
                  <a:pt x="20786" y="1314"/>
                  <a:pt x="20790" y="1301"/>
                </a:cubicBezTo>
                <a:cubicBezTo>
                  <a:pt x="20797" y="1268"/>
                  <a:pt x="20806" y="1228"/>
                  <a:pt x="20813" y="1181"/>
                </a:cubicBezTo>
                <a:cubicBezTo>
                  <a:pt x="20822" y="1108"/>
                  <a:pt x="20831" y="1035"/>
                  <a:pt x="20829" y="949"/>
                </a:cubicBezTo>
                <a:cubicBezTo>
                  <a:pt x="20828" y="842"/>
                  <a:pt x="20819" y="736"/>
                  <a:pt x="20797" y="656"/>
                </a:cubicBezTo>
                <a:cubicBezTo>
                  <a:pt x="20777" y="623"/>
                  <a:pt x="20761" y="590"/>
                  <a:pt x="20741" y="570"/>
                </a:cubicBezTo>
                <a:close/>
                <a:moveTo>
                  <a:pt x="21592" y="856"/>
                </a:moveTo>
                <a:cubicBezTo>
                  <a:pt x="21592" y="789"/>
                  <a:pt x="21586" y="723"/>
                  <a:pt x="21577" y="670"/>
                </a:cubicBezTo>
                <a:cubicBezTo>
                  <a:pt x="21576" y="656"/>
                  <a:pt x="21574" y="650"/>
                  <a:pt x="21572" y="636"/>
                </a:cubicBezTo>
                <a:cubicBezTo>
                  <a:pt x="21570" y="603"/>
                  <a:pt x="21567" y="570"/>
                  <a:pt x="21561" y="537"/>
                </a:cubicBezTo>
                <a:cubicBezTo>
                  <a:pt x="21547" y="457"/>
                  <a:pt x="21527" y="384"/>
                  <a:pt x="21502" y="364"/>
                </a:cubicBezTo>
                <a:cubicBezTo>
                  <a:pt x="21462" y="337"/>
                  <a:pt x="21423" y="331"/>
                  <a:pt x="21385" y="370"/>
                </a:cubicBezTo>
                <a:cubicBezTo>
                  <a:pt x="21354" y="404"/>
                  <a:pt x="21328" y="457"/>
                  <a:pt x="21304" y="523"/>
                </a:cubicBezTo>
                <a:cubicBezTo>
                  <a:pt x="21293" y="543"/>
                  <a:pt x="21283" y="563"/>
                  <a:pt x="21274" y="596"/>
                </a:cubicBezTo>
                <a:cubicBezTo>
                  <a:pt x="21268" y="623"/>
                  <a:pt x="21263" y="650"/>
                  <a:pt x="21257" y="670"/>
                </a:cubicBezTo>
                <a:cubicBezTo>
                  <a:pt x="21248" y="729"/>
                  <a:pt x="21243" y="789"/>
                  <a:pt x="21243" y="856"/>
                </a:cubicBezTo>
                <a:cubicBezTo>
                  <a:pt x="21243" y="869"/>
                  <a:pt x="21243" y="889"/>
                  <a:pt x="21243" y="902"/>
                </a:cubicBezTo>
                <a:cubicBezTo>
                  <a:pt x="21245" y="949"/>
                  <a:pt x="21245" y="1002"/>
                  <a:pt x="21248" y="1048"/>
                </a:cubicBezTo>
                <a:cubicBezTo>
                  <a:pt x="21252" y="1088"/>
                  <a:pt x="21257" y="1135"/>
                  <a:pt x="21263" y="1175"/>
                </a:cubicBezTo>
                <a:cubicBezTo>
                  <a:pt x="21265" y="1188"/>
                  <a:pt x="21266" y="1201"/>
                  <a:pt x="21270" y="1221"/>
                </a:cubicBezTo>
                <a:cubicBezTo>
                  <a:pt x="21279" y="1268"/>
                  <a:pt x="21290" y="1328"/>
                  <a:pt x="21302" y="1367"/>
                </a:cubicBezTo>
                <a:cubicBezTo>
                  <a:pt x="21311" y="1394"/>
                  <a:pt x="21320" y="1427"/>
                  <a:pt x="21331" y="1447"/>
                </a:cubicBezTo>
                <a:cubicBezTo>
                  <a:pt x="21342" y="1474"/>
                  <a:pt x="21354" y="1487"/>
                  <a:pt x="21365" y="1507"/>
                </a:cubicBezTo>
                <a:cubicBezTo>
                  <a:pt x="21369" y="1514"/>
                  <a:pt x="21372" y="1520"/>
                  <a:pt x="21378" y="1520"/>
                </a:cubicBezTo>
                <a:cubicBezTo>
                  <a:pt x="21390" y="1534"/>
                  <a:pt x="21403" y="1540"/>
                  <a:pt x="21416" y="1540"/>
                </a:cubicBezTo>
                <a:cubicBezTo>
                  <a:pt x="21425" y="1540"/>
                  <a:pt x="21434" y="1534"/>
                  <a:pt x="21441" y="1534"/>
                </a:cubicBezTo>
                <a:cubicBezTo>
                  <a:pt x="21450" y="1527"/>
                  <a:pt x="21459" y="1527"/>
                  <a:pt x="21466" y="1514"/>
                </a:cubicBezTo>
                <a:cubicBezTo>
                  <a:pt x="21482" y="1494"/>
                  <a:pt x="21498" y="1467"/>
                  <a:pt x="21511" y="1434"/>
                </a:cubicBezTo>
                <a:cubicBezTo>
                  <a:pt x="21520" y="1407"/>
                  <a:pt x="21531" y="1381"/>
                  <a:pt x="21540" y="1347"/>
                </a:cubicBezTo>
                <a:cubicBezTo>
                  <a:pt x="21549" y="1314"/>
                  <a:pt x="21556" y="1274"/>
                  <a:pt x="21563" y="1241"/>
                </a:cubicBezTo>
                <a:cubicBezTo>
                  <a:pt x="21567" y="1228"/>
                  <a:pt x="21568" y="1208"/>
                  <a:pt x="21572" y="1195"/>
                </a:cubicBezTo>
                <a:cubicBezTo>
                  <a:pt x="21577" y="1155"/>
                  <a:pt x="21583" y="1108"/>
                  <a:pt x="21586" y="1062"/>
                </a:cubicBezTo>
                <a:cubicBezTo>
                  <a:pt x="21590" y="1015"/>
                  <a:pt x="21592" y="962"/>
                  <a:pt x="21594" y="915"/>
                </a:cubicBezTo>
                <a:cubicBezTo>
                  <a:pt x="21592" y="889"/>
                  <a:pt x="21592" y="876"/>
                  <a:pt x="21592" y="856"/>
                </a:cubicBezTo>
                <a:close/>
                <a:moveTo>
                  <a:pt x="21153" y="4212"/>
                </a:moveTo>
                <a:cubicBezTo>
                  <a:pt x="21176" y="4278"/>
                  <a:pt x="21212" y="4325"/>
                  <a:pt x="21241" y="4278"/>
                </a:cubicBezTo>
                <a:cubicBezTo>
                  <a:pt x="21266" y="4239"/>
                  <a:pt x="21292" y="4199"/>
                  <a:pt x="21317" y="4165"/>
                </a:cubicBezTo>
                <a:cubicBezTo>
                  <a:pt x="21344" y="4225"/>
                  <a:pt x="21374" y="4265"/>
                  <a:pt x="21407" y="4258"/>
                </a:cubicBezTo>
                <a:cubicBezTo>
                  <a:pt x="21452" y="4245"/>
                  <a:pt x="21489" y="4185"/>
                  <a:pt x="21525" y="4079"/>
                </a:cubicBezTo>
                <a:cubicBezTo>
                  <a:pt x="21554" y="3993"/>
                  <a:pt x="21572" y="3873"/>
                  <a:pt x="21585" y="3747"/>
                </a:cubicBezTo>
                <a:cubicBezTo>
                  <a:pt x="21599" y="3587"/>
                  <a:pt x="21592" y="3421"/>
                  <a:pt x="21572" y="3268"/>
                </a:cubicBezTo>
                <a:cubicBezTo>
                  <a:pt x="21547" y="3056"/>
                  <a:pt x="21482" y="2896"/>
                  <a:pt x="21421" y="2863"/>
                </a:cubicBezTo>
                <a:cubicBezTo>
                  <a:pt x="21383" y="2843"/>
                  <a:pt x="21345" y="2836"/>
                  <a:pt x="21308" y="2876"/>
                </a:cubicBezTo>
                <a:cubicBezTo>
                  <a:pt x="21270" y="2923"/>
                  <a:pt x="21236" y="2996"/>
                  <a:pt x="21207" y="3102"/>
                </a:cubicBezTo>
                <a:cubicBezTo>
                  <a:pt x="21146" y="3321"/>
                  <a:pt x="21121" y="3620"/>
                  <a:pt x="21114" y="3926"/>
                </a:cubicBezTo>
                <a:cubicBezTo>
                  <a:pt x="21112" y="4039"/>
                  <a:pt x="21132" y="4145"/>
                  <a:pt x="21153" y="4212"/>
                </a:cubicBezTo>
                <a:close/>
                <a:moveTo>
                  <a:pt x="20405" y="3946"/>
                </a:moveTo>
                <a:cubicBezTo>
                  <a:pt x="20409" y="3986"/>
                  <a:pt x="20414" y="4033"/>
                  <a:pt x="20420" y="4066"/>
                </a:cubicBezTo>
                <a:cubicBezTo>
                  <a:pt x="20425" y="4106"/>
                  <a:pt x="20434" y="4139"/>
                  <a:pt x="20441" y="4172"/>
                </a:cubicBezTo>
                <a:cubicBezTo>
                  <a:pt x="20443" y="4179"/>
                  <a:pt x="20443" y="4179"/>
                  <a:pt x="20445" y="4185"/>
                </a:cubicBezTo>
                <a:cubicBezTo>
                  <a:pt x="20452" y="4212"/>
                  <a:pt x="20461" y="4232"/>
                  <a:pt x="20468" y="4252"/>
                </a:cubicBezTo>
                <a:cubicBezTo>
                  <a:pt x="20470" y="4258"/>
                  <a:pt x="20472" y="4258"/>
                  <a:pt x="20474" y="4265"/>
                </a:cubicBezTo>
                <a:cubicBezTo>
                  <a:pt x="20482" y="4285"/>
                  <a:pt x="20493" y="4298"/>
                  <a:pt x="20502" y="4312"/>
                </a:cubicBezTo>
                <a:cubicBezTo>
                  <a:pt x="20504" y="4312"/>
                  <a:pt x="20506" y="4318"/>
                  <a:pt x="20508" y="4318"/>
                </a:cubicBezTo>
                <a:cubicBezTo>
                  <a:pt x="20518" y="4325"/>
                  <a:pt x="20529" y="4332"/>
                  <a:pt x="20540" y="4332"/>
                </a:cubicBezTo>
                <a:cubicBezTo>
                  <a:pt x="20549" y="4325"/>
                  <a:pt x="20558" y="4325"/>
                  <a:pt x="20567" y="4318"/>
                </a:cubicBezTo>
                <a:cubicBezTo>
                  <a:pt x="20580" y="4305"/>
                  <a:pt x="20592" y="4285"/>
                  <a:pt x="20601" y="4252"/>
                </a:cubicBezTo>
                <a:cubicBezTo>
                  <a:pt x="20608" y="4239"/>
                  <a:pt x="20616" y="4212"/>
                  <a:pt x="20619" y="4185"/>
                </a:cubicBezTo>
                <a:cubicBezTo>
                  <a:pt x="20628" y="4152"/>
                  <a:pt x="20634" y="4106"/>
                  <a:pt x="20637" y="4059"/>
                </a:cubicBezTo>
                <a:cubicBezTo>
                  <a:pt x="20639" y="4039"/>
                  <a:pt x="20639" y="4013"/>
                  <a:pt x="20641" y="3993"/>
                </a:cubicBezTo>
                <a:cubicBezTo>
                  <a:pt x="20659" y="3939"/>
                  <a:pt x="20675" y="3873"/>
                  <a:pt x="20689" y="3807"/>
                </a:cubicBezTo>
                <a:cubicBezTo>
                  <a:pt x="20695" y="3780"/>
                  <a:pt x="20698" y="3760"/>
                  <a:pt x="20702" y="3727"/>
                </a:cubicBezTo>
                <a:cubicBezTo>
                  <a:pt x="20709" y="3674"/>
                  <a:pt x="20714" y="3620"/>
                  <a:pt x="20718" y="3561"/>
                </a:cubicBezTo>
                <a:cubicBezTo>
                  <a:pt x="20723" y="3494"/>
                  <a:pt x="20723" y="3428"/>
                  <a:pt x="20718" y="3361"/>
                </a:cubicBezTo>
                <a:cubicBezTo>
                  <a:pt x="20713" y="3301"/>
                  <a:pt x="20705" y="3242"/>
                  <a:pt x="20693" y="3195"/>
                </a:cubicBezTo>
                <a:cubicBezTo>
                  <a:pt x="20680" y="3149"/>
                  <a:pt x="20666" y="3115"/>
                  <a:pt x="20648" y="3102"/>
                </a:cubicBezTo>
                <a:cubicBezTo>
                  <a:pt x="20630" y="3082"/>
                  <a:pt x="20612" y="3082"/>
                  <a:pt x="20594" y="3102"/>
                </a:cubicBezTo>
                <a:cubicBezTo>
                  <a:pt x="20540" y="3129"/>
                  <a:pt x="20484" y="3195"/>
                  <a:pt x="20445" y="3341"/>
                </a:cubicBezTo>
                <a:cubicBezTo>
                  <a:pt x="20436" y="3375"/>
                  <a:pt x="20429" y="3408"/>
                  <a:pt x="20423" y="3448"/>
                </a:cubicBezTo>
                <a:cubicBezTo>
                  <a:pt x="20416" y="3481"/>
                  <a:pt x="20412" y="3527"/>
                  <a:pt x="20409" y="3567"/>
                </a:cubicBezTo>
                <a:cubicBezTo>
                  <a:pt x="20403" y="3620"/>
                  <a:pt x="20402" y="3680"/>
                  <a:pt x="20400" y="3740"/>
                </a:cubicBezTo>
                <a:cubicBezTo>
                  <a:pt x="20398" y="3800"/>
                  <a:pt x="20402" y="3860"/>
                  <a:pt x="20405" y="3913"/>
                </a:cubicBezTo>
                <a:cubicBezTo>
                  <a:pt x="20403" y="3920"/>
                  <a:pt x="20405" y="3933"/>
                  <a:pt x="20405" y="3946"/>
                </a:cubicBezTo>
                <a:close/>
                <a:moveTo>
                  <a:pt x="19731" y="4185"/>
                </a:moveTo>
                <a:cubicBezTo>
                  <a:pt x="19758" y="4258"/>
                  <a:pt x="19787" y="4305"/>
                  <a:pt x="19817" y="4345"/>
                </a:cubicBezTo>
                <a:cubicBezTo>
                  <a:pt x="19841" y="4378"/>
                  <a:pt x="19875" y="4352"/>
                  <a:pt x="19895" y="4305"/>
                </a:cubicBezTo>
                <a:cubicBezTo>
                  <a:pt x="19913" y="4265"/>
                  <a:pt x="19931" y="4192"/>
                  <a:pt x="19938" y="4112"/>
                </a:cubicBezTo>
                <a:cubicBezTo>
                  <a:pt x="19945" y="4106"/>
                  <a:pt x="19952" y="4106"/>
                  <a:pt x="19961" y="4099"/>
                </a:cubicBezTo>
                <a:cubicBezTo>
                  <a:pt x="19977" y="4079"/>
                  <a:pt x="19993" y="4052"/>
                  <a:pt x="20006" y="4006"/>
                </a:cubicBezTo>
                <a:cubicBezTo>
                  <a:pt x="20029" y="3933"/>
                  <a:pt x="20047" y="3807"/>
                  <a:pt x="20053" y="3700"/>
                </a:cubicBezTo>
                <a:cubicBezTo>
                  <a:pt x="20058" y="3594"/>
                  <a:pt x="20058" y="3534"/>
                  <a:pt x="20053" y="3428"/>
                </a:cubicBezTo>
                <a:cubicBezTo>
                  <a:pt x="20051" y="3368"/>
                  <a:pt x="20044" y="3308"/>
                  <a:pt x="20037" y="3255"/>
                </a:cubicBezTo>
                <a:cubicBezTo>
                  <a:pt x="20022" y="3142"/>
                  <a:pt x="19995" y="3049"/>
                  <a:pt x="19966" y="2982"/>
                </a:cubicBezTo>
                <a:cubicBezTo>
                  <a:pt x="19934" y="2909"/>
                  <a:pt x="19900" y="2883"/>
                  <a:pt x="19864" y="2869"/>
                </a:cubicBezTo>
                <a:cubicBezTo>
                  <a:pt x="19835" y="2856"/>
                  <a:pt x="19806" y="2869"/>
                  <a:pt x="19778" y="2889"/>
                </a:cubicBezTo>
                <a:cubicBezTo>
                  <a:pt x="19744" y="2916"/>
                  <a:pt x="19709" y="2982"/>
                  <a:pt x="19684" y="3075"/>
                </a:cubicBezTo>
                <a:cubicBezTo>
                  <a:pt x="19673" y="3115"/>
                  <a:pt x="19661" y="3168"/>
                  <a:pt x="19654" y="3222"/>
                </a:cubicBezTo>
                <a:cubicBezTo>
                  <a:pt x="19641" y="3321"/>
                  <a:pt x="19637" y="3388"/>
                  <a:pt x="19634" y="3494"/>
                </a:cubicBezTo>
                <a:cubicBezTo>
                  <a:pt x="19630" y="3627"/>
                  <a:pt x="19641" y="3760"/>
                  <a:pt x="19655" y="3880"/>
                </a:cubicBezTo>
                <a:cubicBezTo>
                  <a:pt x="19672" y="4006"/>
                  <a:pt x="19700" y="4099"/>
                  <a:pt x="19731" y="4185"/>
                </a:cubicBezTo>
                <a:close/>
                <a:moveTo>
                  <a:pt x="19114" y="4106"/>
                </a:moveTo>
                <a:cubicBezTo>
                  <a:pt x="19129" y="4119"/>
                  <a:pt x="19141" y="4126"/>
                  <a:pt x="19156" y="4126"/>
                </a:cubicBezTo>
                <a:cubicBezTo>
                  <a:pt x="19170" y="4126"/>
                  <a:pt x="19184" y="4119"/>
                  <a:pt x="19199" y="4106"/>
                </a:cubicBezTo>
                <a:cubicBezTo>
                  <a:pt x="19204" y="4099"/>
                  <a:pt x="19210" y="4099"/>
                  <a:pt x="19215" y="4086"/>
                </a:cubicBezTo>
                <a:cubicBezTo>
                  <a:pt x="19228" y="4066"/>
                  <a:pt x="19242" y="4052"/>
                  <a:pt x="19253" y="4019"/>
                </a:cubicBezTo>
                <a:cubicBezTo>
                  <a:pt x="19274" y="3959"/>
                  <a:pt x="19296" y="3893"/>
                  <a:pt x="19307" y="3800"/>
                </a:cubicBezTo>
                <a:cubicBezTo>
                  <a:pt x="19319" y="3707"/>
                  <a:pt x="19321" y="3674"/>
                  <a:pt x="19325" y="3567"/>
                </a:cubicBezTo>
                <a:cubicBezTo>
                  <a:pt x="19326" y="3514"/>
                  <a:pt x="19323" y="3461"/>
                  <a:pt x="19321" y="3414"/>
                </a:cubicBezTo>
                <a:cubicBezTo>
                  <a:pt x="19319" y="3368"/>
                  <a:pt x="19312" y="3321"/>
                  <a:pt x="19307" y="3275"/>
                </a:cubicBezTo>
                <a:cubicBezTo>
                  <a:pt x="19301" y="3228"/>
                  <a:pt x="19292" y="3188"/>
                  <a:pt x="19283" y="3155"/>
                </a:cubicBezTo>
                <a:cubicBezTo>
                  <a:pt x="19267" y="3082"/>
                  <a:pt x="19242" y="3029"/>
                  <a:pt x="19217" y="3002"/>
                </a:cubicBezTo>
                <a:cubicBezTo>
                  <a:pt x="19204" y="2989"/>
                  <a:pt x="19190" y="2982"/>
                  <a:pt x="19177" y="2982"/>
                </a:cubicBezTo>
                <a:cubicBezTo>
                  <a:pt x="19152" y="2989"/>
                  <a:pt x="19138" y="3002"/>
                  <a:pt x="19116" y="3049"/>
                </a:cubicBezTo>
                <a:cubicBezTo>
                  <a:pt x="19095" y="3089"/>
                  <a:pt x="19075" y="3168"/>
                  <a:pt x="19064" y="3242"/>
                </a:cubicBezTo>
                <a:cubicBezTo>
                  <a:pt x="19051" y="3328"/>
                  <a:pt x="19042" y="3428"/>
                  <a:pt x="19044" y="3527"/>
                </a:cubicBezTo>
                <a:cubicBezTo>
                  <a:pt x="19044" y="3554"/>
                  <a:pt x="19046" y="3581"/>
                  <a:pt x="19046" y="3600"/>
                </a:cubicBezTo>
                <a:cubicBezTo>
                  <a:pt x="19044" y="3614"/>
                  <a:pt x="19042" y="3620"/>
                  <a:pt x="19042" y="3634"/>
                </a:cubicBezTo>
                <a:cubicBezTo>
                  <a:pt x="19041" y="3667"/>
                  <a:pt x="19041" y="3700"/>
                  <a:pt x="19039" y="3733"/>
                </a:cubicBezTo>
                <a:cubicBezTo>
                  <a:pt x="19039" y="3800"/>
                  <a:pt x="19044" y="3866"/>
                  <a:pt x="19053" y="3920"/>
                </a:cubicBezTo>
                <a:cubicBezTo>
                  <a:pt x="19068" y="4013"/>
                  <a:pt x="19087" y="4079"/>
                  <a:pt x="19114" y="4106"/>
                </a:cubicBezTo>
                <a:close/>
                <a:moveTo>
                  <a:pt x="18397" y="3720"/>
                </a:moveTo>
                <a:cubicBezTo>
                  <a:pt x="18401" y="3767"/>
                  <a:pt x="18406" y="3813"/>
                  <a:pt x="18413" y="3853"/>
                </a:cubicBezTo>
                <a:cubicBezTo>
                  <a:pt x="18422" y="3920"/>
                  <a:pt x="18435" y="3973"/>
                  <a:pt x="18445" y="4026"/>
                </a:cubicBezTo>
                <a:cubicBezTo>
                  <a:pt x="18453" y="4059"/>
                  <a:pt x="18460" y="4092"/>
                  <a:pt x="18469" y="4119"/>
                </a:cubicBezTo>
                <a:cubicBezTo>
                  <a:pt x="18487" y="4185"/>
                  <a:pt x="18514" y="4225"/>
                  <a:pt x="18541" y="4225"/>
                </a:cubicBezTo>
                <a:cubicBezTo>
                  <a:pt x="18552" y="4225"/>
                  <a:pt x="18561" y="4219"/>
                  <a:pt x="18570" y="4205"/>
                </a:cubicBezTo>
                <a:cubicBezTo>
                  <a:pt x="18571" y="4205"/>
                  <a:pt x="18573" y="4205"/>
                  <a:pt x="18577" y="4205"/>
                </a:cubicBezTo>
                <a:cubicBezTo>
                  <a:pt x="18595" y="4205"/>
                  <a:pt x="18613" y="4185"/>
                  <a:pt x="18627" y="4152"/>
                </a:cubicBezTo>
                <a:cubicBezTo>
                  <a:pt x="18641" y="4132"/>
                  <a:pt x="18652" y="4092"/>
                  <a:pt x="18665" y="4059"/>
                </a:cubicBezTo>
                <a:cubicBezTo>
                  <a:pt x="18670" y="4039"/>
                  <a:pt x="18676" y="4026"/>
                  <a:pt x="18679" y="4006"/>
                </a:cubicBezTo>
                <a:cubicBezTo>
                  <a:pt x="18688" y="3959"/>
                  <a:pt x="18699" y="3920"/>
                  <a:pt x="18704" y="3866"/>
                </a:cubicBezTo>
                <a:cubicBezTo>
                  <a:pt x="18712" y="3820"/>
                  <a:pt x="18717" y="3760"/>
                  <a:pt x="18721" y="3707"/>
                </a:cubicBezTo>
                <a:cubicBezTo>
                  <a:pt x="18722" y="3680"/>
                  <a:pt x="18722" y="3654"/>
                  <a:pt x="18724" y="3620"/>
                </a:cubicBezTo>
                <a:cubicBezTo>
                  <a:pt x="18726" y="3594"/>
                  <a:pt x="18726" y="3561"/>
                  <a:pt x="18726" y="3534"/>
                </a:cubicBezTo>
                <a:cubicBezTo>
                  <a:pt x="18726" y="3521"/>
                  <a:pt x="18726" y="3507"/>
                  <a:pt x="18726" y="3494"/>
                </a:cubicBezTo>
                <a:cubicBezTo>
                  <a:pt x="18724" y="3448"/>
                  <a:pt x="18724" y="3408"/>
                  <a:pt x="18721" y="3361"/>
                </a:cubicBezTo>
                <a:cubicBezTo>
                  <a:pt x="18721" y="3348"/>
                  <a:pt x="18719" y="3335"/>
                  <a:pt x="18717" y="3328"/>
                </a:cubicBezTo>
                <a:cubicBezTo>
                  <a:pt x="18713" y="3288"/>
                  <a:pt x="18708" y="3248"/>
                  <a:pt x="18703" y="3208"/>
                </a:cubicBezTo>
                <a:cubicBezTo>
                  <a:pt x="18697" y="3175"/>
                  <a:pt x="18690" y="3142"/>
                  <a:pt x="18683" y="3109"/>
                </a:cubicBezTo>
                <a:cubicBezTo>
                  <a:pt x="18681" y="3102"/>
                  <a:pt x="18679" y="3089"/>
                  <a:pt x="18676" y="3082"/>
                </a:cubicBezTo>
                <a:cubicBezTo>
                  <a:pt x="18654" y="3009"/>
                  <a:pt x="18629" y="2949"/>
                  <a:pt x="18600" y="2929"/>
                </a:cubicBezTo>
                <a:cubicBezTo>
                  <a:pt x="18570" y="2903"/>
                  <a:pt x="18543" y="2903"/>
                  <a:pt x="18512" y="2929"/>
                </a:cubicBezTo>
                <a:cubicBezTo>
                  <a:pt x="18498" y="2943"/>
                  <a:pt x="18485" y="2962"/>
                  <a:pt x="18472" y="2989"/>
                </a:cubicBezTo>
                <a:cubicBezTo>
                  <a:pt x="18460" y="3009"/>
                  <a:pt x="18449" y="3049"/>
                  <a:pt x="18438" y="3082"/>
                </a:cubicBezTo>
                <a:cubicBezTo>
                  <a:pt x="18427" y="3115"/>
                  <a:pt x="18418" y="3162"/>
                  <a:pt x="18411" y="3202"/>
                </a:cubicBezTo>
                <a:cubicBezTo>
                  <a:pt x="18409" y="3208"/>
                  <a:pt x="18408" y="3222"/>
                  <a:pt x="18408" y="3228"/>
                </a:cubicBezTo>
                <a:cubicBezTo>
                  <a:pt x="18402" y="3268"/>
                  <a:pt x="18397" y="3308"/>
                  <a:pt x="18395" y="3355"/>
                </a:cubicBezTo>
                <a:cubicBezTo>
                  <a:pt x="18388" y="3461"/>
                  <a:pt x="18390" y="3541"/>
                  <a:pt x="18395" y="3647"/>
                </a:cubicBezTo>
                <a:cubicBezTo>
                  <a:pt x="18393" y="3687"/>
                  <a:pt x="18395" y="3700"/>
                  <a:pt x="18397" y="3720"/>
                </a:cubicBezTo>
                <a:close/>
                <a:moveTo>
                  <a:pt x="17762" y="4052"/>
                </a:moveTo>
                <a:cubicBezTo>
                  <a:pt x="17757" y="4119"/>
                  <a:pt x="17755" y="4185"/>
                  <a:pt x="17760" y="4258"/>
                </a:cubicBezTo>
                <a:cubicBezTo>
                  <a:pt x="17768" y="4345"/>
                  <a:pt x="17786" y="4438"/>
                  <a:pt x="17807" y="4478"/>
                </a:cubicBezTo>
                <a:cubicBezTo>
                  <a:pt x="17831" y="4524"/>
                  <a:pt x="17859" y="4544"/>
                  <a:pt x="17885" y="4518"/>
                </a:cubicBezTo>
                <a:cubicBezTo>
                  <a:pt x="17908" y="4491"/>
                  <a:pt x="17933" y="4431"/>
                  <a:pt x="17944" y="4345"/>
                </a:cubicBezTo>
                <a:cubicBezTo>
                  <a:pt x="17967" y="4179"/>
                  <a:pt x="17991" y="4013"/>
                  <a:pt x="18012" y="3846"/>
                </a:cubicBezTo>
                <a:cubicBezTo>
                  <a:pt x="18027" y="3740"/>
                  <a:pt x="18043" y="3634"/>
                  <a:pt x="18054" y="3527"/>
                </a:cubicBezTo>
                <a:cubicBezTo>
                  <a:pt x="18073" y="3335"/>
                  <a:pt x="18052" y="3089"/>
                  <a:pt x="18000" y="2989"/>
                </a:cubicBezTo>
                <a:cubicBezTo>
                  <a:pt x="17962" y="2916"/>
                  <a:pt x="17920" y="2916"/>
                  <a:pt x="17879" y="2949"/>
                </a:cubicBezTo>
                <a:cubicBezTo>
                  <a:pt x="17854" y="2969"/>
                  <a:pt x="17829" y="3009"/>
                  <a:pt x="17809" y="3056"/>
                </a:cubicBezTo>
                <a:cubicBezTo>
                  <a:pt x="17755" y="3182"/>
                  <a:pt x="17715" y="3401"/>
                  <a:pt x="17717" y="3647"/>
                </a:cubicBezTo>
                <a:cubicBezTo>
                  <a:pt x="17719" y="3767"/>
                  <a:pt x="17726" y="3893"/>
                  <a:pt x="17744" y="3986"/>
                </a:cubicBezTo>
                <a:cubicBezTo>
                  <a:pt x="17753" y="4013"/>
                  <a:pt x="17757" y="4033"/>
                  <a:pt x="17762" y="4052"/>
                </a:cubicBezTo>
                <a:close/>
                <a:moveTo>
                  <a:pt x="17138" y="3720"/>
                </a:moveTo>
                <a:cubicBezTo>
                  <a:pt x="17147" y="3773"/>
                  <a:pt x="17156" y="3820"/>
                  <a:pt x="17167" y="3866"/>
                </a:cubicBezTo>
                <a:cubicBezTo>
                  <a:pt x="17173" y="3886"/>
                  <a:pt x="17178" y="3913"/>
                  <a:pt x="17183" y="3926"/>
                </a:cubicBezTo>
                <a:cubicBezTo>
                  <a:pt x="17187" y="3939"/>
                  <a:pt x="17191" y="3946"/>
                  <a:pt x="17192" y="3953"/>
                </a:cubicBezTo>
                <a:cubicBezTo>
                  <a:pt x="17194" y="3999"/>
                  <a:pt x="17198" y="4039"/>
                  <a:pt x="17203" y="4079"/>
                </a:cubicBezTo>
                <a:cubicBezTo>
                  <a:pt x="17208" y="4106"/>
                  <a:pt x="17214" y="4132"/>
                  <a:pt x="17219" y="4152"/>
                </a:cubicBezTo>
                <a:cubicBezTo>
                  <a:pt x="17232" y="4199"/>
                  <a:pt x="17246" y="4232"/>
                  <a:pt x="17264" y="4245"/>
                </a:cubicBezTo>
                <a:cubicBezTo>
                  <a:pt x="17273" y="4252"/>
                  <a:pt x="17282" y="4252"/>
                  <a:pt x="17291" y="4258"/>
                </a:cubicBezTo>
                <a:cubicBezTo>
                  <a:pt x="17309" y="4258"/>
                  <a:pt x="17327" y="4239"/>
                  <a:pt x="17342" y="4205"/>
                </a:cubicBezTo>
                <a:cubicBezTo>
                  <a:pt x="17345" y="4199"/>
                  <a:pt x="17349" y="4192"/>
                  <a:pt x="17351" y="4185"/>
                </a:cubicBezTo>
                <a:cubicBezTo>
                  <a:pt x="17360" y="4165"/>
                  <a:pt x="17370" y="4132"/>
                  <a:pt x="17378" y="4106"/>
                </a:cubicBezTo>
                <a:cubicBezTo>
                  <a:pt x="17385" y="4072"/>
                  <a:pt x="17392" y="4039"/>
                  <a:pt x="17399" y="4006"/>
                </a:cubicBezTo>
                <a:cubicBezTo>
                  <a:pt x="17401" y="3993"/>
                  <a:pt x="17403" y="3979"/>
                  <a:pt x="17404" y="3966"/>
                </a:cubicBezTo>
                <a:cubicBezTo>
                  <a:pt x="17412" y="3913"/>
                  <a:pt x="17419" y="3860"/>
                  <a:pt x="17421" y="3807"/>
                </a:cubicBezTo>
                <a:cubicBezTo>
                  <a:pt x="17422" y="3767"/>
                  <a:pt x="17424" y="3713"/>
                  <a:pt x="17424" y="3674"/>
                </a:cubicBezTo>
                <a:cubicBezTo>
                  <a:pt x="17424" y="3667"/>
                  <a:pt x="17424" y="3660"/>
                  <a:pt x="17424" y="3654"/>
                </a:cubicBezTo>
                <a:cubicBezTo>
                  <a:pt x="17422" y="3614"/>
                  <a:pt x="17422" y="3574"/>
                  <a:pt x="17421" y="3541"/>
                </a:cubicBezTo>
                <a:cubicBezTo>
                  <a:pt x="17417" y="3487"/>
                  <a:pt x="17412" y="3428"/>
                  <a:pt x="17404" y="3381"/>
                </a:cubicBezTo>
                <a:cubicBezTo>
                  <a:pt x="17399" y="3341"/>
                  <a:pt x="17390" y="3308"/>
                  <a:pt x="17383" y="3275"/>
                </a:cubicBezTo>
                <a:cubicBezTo>
                  <a:pt x="17376" y="3242"/>
                  <a:pt x="17363" y="3215"/>
                  <a:pt x="17356" y="3195"/>
                </a:cubicBezTo>
                <a:cubicBezTo>
                  <a:pt x="17343" y="3162"/>
                  <a:pt x="17329" y="3142"/>
                  <a:pt x="17315" y="3122"/>
                </a:cubicBezTo>
                <a:cubicBezTo>
                  <a:pt x="17311" y="3115"/>
                  <a:pt x="17307" y="3115"/>
                  <a:pt x="17304" y="3115"/>
                </a:cubicBezTo>
                <a:cubicBezTo>
                  <a:pt x="17291" y="3109"/>
                  <a:pt x="17279" y="3102"/>
                  <a:pt x="17268" y="3095"/>
                </a:cubicBezTo>
                <a:cubicBezTo>
                  <a:pt x="17255" y="3095"/>
                  <a:pt x="17243" y="3102"/>
                  <a:pt x="17230" y="3109"/>
                </a:cubicBezTo>
                <a:cubicBezTo>
                  <a:pt x="17226" y="3109"/>
                  <a:pt x="17221" y="3115"/>
                  <a:pt x="17218" y="3122"/>
                </a:cubicBezTo>
                <a:cubicBezTo>
                  <a:pt x="17192" y="3155"/>
                  <a:pt x="17174" y="3188"/>
                  <a:pt x="17155" y="3262"/>
                </a:cubicBezTo>
                <a:cubicBezTo>
                  <a:pt x="17149" y="3288"/>
                  <a:pt x="17144" y="3315"/>
                  <a:pt x="17138" y="3335"/>
                </a:cubicBezTo>
                <a:cubicBezTo>
                  <a:pt x="17131" y="3375"/>
                  <a:pt x="17128" y="3421"/>
                  <a:pt x="17126" y="3474"/>
                </a:cubicBezTo>
                <a:cubicBezTo>
                  <a:pt x="17124" y="3507"/>
                  <a:pt x="17124" y="3541"/>
                  <a:pt x="17126" y="3574"/>
                </a:cubicBezTo>
                <a:cubicBezTo>
                  <a:pt x="17126" y="3634"/>
                  <a:pt x="17131" y="3680"/>
                  <a:pt x="17138" y="3720"/>
                </a:cubicBezTo>
                <a:close/>
                <a:moveTo>
                  <a:pt x="16550" y="4079"/>
                </a:moveTo>
                <a:cubicBezTo>
                  <a:pt x="16554" y="4086"/>
                  <a:pt x="16559" y="4092"/>
                  <a:pt x="16563" y="4106"/>
                </a:cubicBezTo>
                <a:cubicBezTo>
                  <a:pt x="16567" y="4132"/>
                  <a:pt x="16572" y="4159"/>
                  <a:pt x="16577" y="4179"/>
                </a:cubicBezTo>
                <a:cubicBezTo>
                  <a:pt x="16595" y="4239"/>
                  <a:pt x="16622" y="4298"/>
                  <a:pt x="16649" y="4285"/>
                </a:cubicBezTo>
                <a:cubicBezTo>
                  <a:pt x="16669" y="4278"/>
                  <a:pt x="16687" y="4265"/>
                  <a:pt x="16707" y="4258"/>
                </a:cubicBezTo>
                <a:cubicBezTo>
                  <a:pt x="16721" y="4258"/>
                  <a:pt x="16734" y="4252"/>
                  <a:pt x="16746" y="4225"/>
                </a:cubicBezTo>
                <a:cubicBezTo>
                  <a:pt x="16759" y="4212"/>
                  <a:pt x="16770" y="4185"/>
                  <a:pt x="16779" y="4146"/>
                </a:cubicBezTo>
                <a:cubicBezTo>
                  <a:pt x="16797" y="4079"/>
                  <a:pt x="16809" y="3973"/>
                  <a:pt x="16808" y="3880"/>
                </a:cubicBezTo>
                <a:cubicBezTo>
                  <a:pt x="16808" y="3873"/>
                  <a:pt x="16808" y="3873"/>
                  <a:pt x="16808" y="3866"/>
                </a:cubicBezTo>
                <a:cubicBezTo>
                  <a:pt x="16811" y="3840"/>
                  <a:pt x="16813" y="3813"/>
                  <a:pt x="16815" y="3793"/>
                </a:cubicBezTo>
                <a:cubicBezTo>
                  <a:pt x="16818" y="3747"/>
                  <a:pt x="16820" y="3694"/>
                  <a:pt x="16820" y="3640"/>
                </a:cubicBezTo>
                <a:cubicBezTo>
                  <a:pt x="16820" y="3594"/>
                  <a:pt x="16818" y="3534"/>
                  <a:pt x="16813" y="3488"/>
                </a:cubicBezTo>
                <a:cubicBezTo>
                  <a:pt x="16804" y="3394"/>
                  <a:pt x="16790" y="3301"/>
                  <a:pt x="16770" y="3235"/>
                </a:cubicBezTo>
                <a:cubicBezTo>
                  <a:pt x="16750" y="3169"/>
                  <a:pt x="16732" y="3129"/>
                  <a:pt x="16709" y="3095"/>
                </a:cubicBezTo>
                <a:cubicBezTo>
                  <a:pt x="16673" y="3042"/>
                  <a:pt x="16635" y="3009"/>
                  <a:pt x="16597" y="3009"/>
                </a:cubicBezTo>
                <a:cubicBezTo>
                  <a:pt x="16543" y="3009"/>
                  <a:pt x="16491" y="3075"/>
                  <a:pt x="16452" y="3215"/>
                </a:cubicBezTo>
                <a:cubicBezTo>
                  <a:pt x="16446" y="3242"/>
                  <a:pt x="16441" y="3268"/>
                  <a:pt x="16435" y="3288"/>
                </a:cubicBezTo>
                <a:cubicBezTo>
                  <a:pt x="16428" y="3328"/>
                  <a:pt x="16425" y="3375"/>
                  <a:pt x="16423" y="3428"/>
                </a:cubicBezTo>
                <a:cubicBezTo>
                  <a:pt x="16419" y="3507"/>
                  <a:pt x="16423" y="3601"/>
                  <a:pt x="16435" y="3667"/>
                </a:cubicBezTo>
                <a:cubicBezTo>
                  <a:pt x="16464" y="3833"/>
                  <a:pt x="16502" y="3979"/>
                  <a:pt x="16550" y="4079"/>
                </a:cubicBezTo>
                <a:close/>
                <a:moveTo>
                  <a:pt x="15767" y="3953"/>
                </a:moveTo>
                <a:cubicBezTo>
                  <a:pt x="15774" y="3999"/>
                  <a:pt x="15783" y="4046"/>
                  <a:pt x="15792" y="4086"/>
                </a:cubicBezTo>
                <a:cubicBezTo>
                  <a:pt x="15801" y="4126"/>
                  <a:pt x="15813" y="4159"/>
                  <a:pt x="15826" y="4185"/>
                </a:cubicBezTo>
                <a:cubicBezTo>
                  <a:pt x="15839" y="4212"/>
                  <a:pt x="15853" y="4239"/>
                  <a:pt x="15865" y="4245"/>
                </a:cubicBezTo>
                <a:cubicBezTo>
                  <a:pt x="15878" y="4258"/>
                  <a:pt x="15892" y="4265"/>
                  <a:pt x="15905" y="4252"/>
                </a:cubicBezTo>
                <a:cubicBezTo>
                  <a:pt x="15918" y="4252"/>
                  <a:pt x="15930" y="4232"/>
                  <a:pt x="15943" y="4205"/>
                </a:cubicBezTo>
                <a:cubicBezTo>
                  <a:pt x="15950" y="4192"/>
                  <a:pt x="15955" y="4172"/>
                  <a:pt x="15961" y="4152"/>
                </a:cubicBezTo>
                <a:cubicBezTo>
                  <a:pt x="15966" y="4145"/>
                  <a:pt x="15972" y="4139"/>
                  <a:pt x="15977" y="4126"/>
                </a:cubicBezTo>
                <a:cubicBezTo>
                  <a:pt x="15988" y="4106"/>
                  <a:pt x="15999" y="4072"/>
                  <a:pt x="16008" y="4039"/>
                </a:cubicBezTo>
                <a:cubicBezTo>
                  <a:pt x="16017" y="4006"/>
                  <a:pt x="16026" y="3966"/>
                  <a:pt x="16031" y="3920"/>
                </a:cubicBezTo>
                <a:cubicBezTo>
                  <a:pt x="16036" y="3880"/>
                  <a:pt x="16043" y="3833"/>
                  <a:pt x="16045" y="3787"/>
                </a:cubicBezTo>
                <a:cubicBezTo>
                  <a:pt x="16047" y="3740"/>
                  <a:pt x="16051" y="3687"/>
                  <a:pt x="16051" y="3634"/>
                </a:cubicBezTo>
                <a:cubicBezTo>
                  <a:pt x="16049" y="3534"/>
                  <a:pt x="16043" y="3441"/>
                  <a:pt x="16029" y="3355"/>
                </a:cubicBezTo>
                <a:cubicBezTo>
                  <a:pt x="16022" y="3315"/>
                  <a:pt x="16015" y="3275"/>
                  <a:pt x="16006" y="3242"/>
                </a:cubicBezTo>
                <a:cubicBezTo>
                  <a:pt x="15984" y="3175"/>
                  <a:pt x="15975" y="3155"/>
                  <a:pt x="15950" y="3122"/>
                </a:cubicBezTo>
                <a:cubicBezTo>
                  <a:pt x="15937" y="3102"/>
                  <a:pt x="15923" y="3102"/>
                  <a:pt x="15910" y="3095"/>
                </a:cubicBezTo>
                <a:cubicBezTo>
                  <a:pt x="15896" y="3089"/>
                  <a:pt x="15882" y="3102"/>
                  <a:pt x="15869" y="3109"/>
                </a:cubicBezTo>
                <a:cubicBezTo>
                  <a:pt x="15864" y="3109"/>
                  <a:pt x="15860" y="3115"/>
                  <a:pt x="15857" y="3122"/>
                </a:cubicBezTo>
                <a:cubicBezTo>
                  <a:pt x="15844" y="3142"/>
                  <a:pt x="15830" y="3155"/>
                  <a:pt x="15819" y="3188"/>
                </a:cubicBezTo>
                <a:cubicBezTo>
                  <a:pt x="15808" y="3215"/>
                  <a:pt x="15797" y="3248"/>
                  <a:pt x="15788" y="3281"/>
                </a:cubicBezTo>
                <a:cubicBezTo>
                  <a:pt x="15781" y="3308"/>
                  <a:pt x="15774" y="3341"/>
                  <a:pt x="15768" y="3375"/>
                </a:cubicBezTo>
                <a:cubicBezTo>
                  <a:pt x="15763" y="3408"/>
                  <a:pt x="15758" y="3461"/>
                  <a:pt x="15754" y="3488"/>
                </a:cubicBezTo>
                <a:cubicBezTo>
                  <a:pt x="15749" y="3534"/>
                  <a:pt x="15749" y="3594"/>
                  <a:pt x="15747" y="3640"/>
                </a:cubicBezTo>
                <a:cubicBezTo>
                  <a:pt x="15745" y="3694"/>
                  <a:pt x="15749" y="3747"/>
                  <a:pt x="15750" y="3793"/>
                </a:cubicBezTo>
                <a:cubicBezTo>
                  <a:pt x="15754" y="3860"/>
                  <a:pt x="15761" y="3906"/>
                  <a:pt x="15767" y="3953"/>
                </a:cubicBezTo>
                <a:close/>
                <a:moveTo>
                  <a:pt x="15198" y="4039"/>
                </a:moveTo>
                <a:cubicBezTo>
                  <a:pt x="15207" y="4072"/>
                  <a:pt x="15216" y="4099"/>
                  <a:pt x="15227" y="4119"/>
                </a:cubicBezTo>
                <a:cubicBezTo>
                  <a:pt x="15233" y="4132"/>
                  <a:pt x="15240" y="4139"/>
                  <a:pt x="15245" y="4145"/>
                </a:cubicBezTo>
                <a:cubicBezTo>
                  <a:pt x="15251" y="4152"/>
                  <a:pt x="15258" y="4165"/>
                  <a:pt x="15263" y="4172"/>
                </a:cubicBezTo>
                <a:cubicBezTo>
                  <a:pt x="15288" y="4199"/>
                  <a:pt x="15317" y="4185"/>
                  <a:pt x="15340" y="4132"/>
                </a:cubicBezTo>
                <a:cubicBezTo>
                  <a:pt x="15348" y="4119"/>
                  <a:pt x="15353" y="4099"/>
                  <a:pt x="15358" y="4086"/>
                </a:cubicBezTo>
                <a:cubicBezTo>
                  <a:pt x="15362" y="4086"/>
                  <a:pt x="15366" y="4086"/>
                  <a:pt x="15367" y="4079"/>
                </a:cubicBezTo>
                <a:cubicBezTo>
                  <a:pt x="15375" y="4066"/>
                  <a:pt x="15384" y="4052"/>
                  <a:pt x="15391" y="4039"/>
                </a:cubicBezTo>
                <a:cubicBezTo>
                  <a:pt x="15405" y="4006"/>
                  <a:pt x="15418" y="3959"/>
                  <a:pt x="15427" y="3906"/>
                </a:cubicBezTo>
                <a:cubicBezTo>
                  <a:pt x="15447" y="3807"/>
                  <a:pt x="15468" y="3707"/>
                  <a:pt x="15488" y="3607"/>
                </a:cubicBezTo>
                <a:cubicBezTo>
                  <a:pt x="15495" y="3567"/>
                  <a:pt x="15499" y="3521"/>
                  <a:pt x="15501" y="3468"/>
                </a:cubicBezTo>
                <a:cubicBezTo>
                  <a:pt x="15504" y="3421"/>
                  <a:pt x="15502" y="3368"/>
                  <a:pt x="15499" y="3321"/>
                </a:cubicBezTo>
                <a:cubicBezTo>
                  <a:pt x="15492" y="3228"/>
                  <a:pt x="15475" y="3149"/>
                  <a:pt x="15452" y="3102"/>
                </a:cubicBezTo>
                <a:cubicBezTo>
                  <a:pt x="15418" y="3029"/>
                  <a:pt x="15380" y="2989"/>
                  <a:pt x="15341" y="2982"/>
                </a:cubicBezTo>
                <a:cubicBezTo>
                  <a:pt x="15321" y="2976"/>
                  <a:pt x="15301" y="2989"/>
                  <a:pt x="15283" y="3002"/>
                </a:cubicBezTo>
                <a:cubicBezTo>
                  <a:pt x="15278" y="3009"/>
                  <a:pt x="15272" y="3009"/>
                  <a:pt x="15269" y="3022"/>
                </a:cubicBezTo>
                <a:cubicBezTo>
                  <a:pt x="15256" y="3042"/>
                  <a:pt x="15243" y="3055"/>
                  <a:pt x="15231" y="3082"/>
                </a:cubicBezTo>
                <a:cubicBezTo>
                  <a:pt x="15207" y="3135"/>
                  <a:pt x="15193" y="3188"/>
                  <a:pt x="15177" y="3275"/>
                </a:cubicBezTo>
                <a:cubicBezTo>
                  <a:pt x="15168" y="3321"/>
                  <a:pt x="15161" y="3381"/>
                  <a:pt x="15157" y="3441"/>
                </a:cubicBezTo>
                <a:cubicBezTo>
                  <a:pt x="15154" y="3487"/>
                  <a:pt x="15154" y="3527"/>
                  <a:pt x="15152" y="3574"/>
                </a:cubicBezTo>
                <a:cubicBezTo>
                  <a:pt x="15152" y="3587"/>
                  <a:pt x="15152" y="3607"/>
                  <a:pt x="15152" y="3620"/>
                </a:cubicBezTo>
                <a:cubicBezTo>
                  <a:pt x="15152" y="3680"/>
                  <a:pt x="15154" y="3747"/>
                  <a:pt x="15159" y="3800"/>
                </a:cubicBezTo>
                <a:cubicBezTo>
                  <a:pt x="15170" y="3900"/>
                  <a:pt x="15179" y="3973"/>
                  <a:pt x="15198" y="4039"/>
                </a:cubicBezTo>
                <a:close/>
                <a:moveTo>
                  <a:pt x="14625" y="3886"/>
                </a:moveTo>
                <a:cubicBezTo>
                  <a:pt x="14632" y="3926"/>
                  <a:pt x="14641" y="3959"/>
                  <a:pt x="14654" y="3979"/>
                </a:cubicBezTo>
                <a:cubicBezTo>
                  <a:pt x="14663" y="3993"/>
                  <a:pt x="14670" y="4006"/>
                  <a:pt x="14681" y="4019"/>
                </a:cubicBezTo>
                <a:cubicBezTo>
                  <a:pt x="14684" y="4046"/>
                  <a:pt x="14690" y="4066"/>
                  <a:pt x="14695" y="4086"/>
                </a:cubicBezTo>
                <a:cubicBezTo>
                  <a:pt x="14715" y="4152"/>
                  <a:pt x="14740" y="4199"/>
                  <a:pt x="14767" y="4192"/>
                </a:cubicBezTo>
                <a:cubicBezTo>
                  <a:pt x="14792" y="4185"/>
                  <a:pt x="14821" y="4159"/>
                  <a:pt x="14839" y="4086"/>
                </a:cubicBezTo>
                <a:cubicBezTo>
                  <a:pt x="14857" y="4013"/>
                  <a:pt x="14873" y="3946"/>
                  <a:pt x="14891" y="3873"/>
                </a:cubicBezTo>
                <a:cubicBezTo>
                  <a:pt x="14900" y="3840"/>
                  <a:pt x="14907" y="3800"/>
                  <a:pt x="14913" y="3753"/>
                </a:cubicBezTo>
                <a:cubicBezTo>
                  <a:pt x="14920" y="3707"/>
                  <a:pt x="14922" y="3660"/>
                  <a:pt x="14922" y="3607"/>
                </a:cubicBezTo>
                <a:cubicBezTo>
                  <a:pt x="14920" y="3574"/>
                  <a:pt x="14920" y="3541"/>
                  <a:pt x="14918" y="3507"/>
                </a:cubicBezTo>
                <a:cubicBezTo>
                  <a:pt x="14913" y="3448"/>
                  <a:pt x="14905" y="3388"/>
                  <a:pt x="14893" y="3341"/>
                </a:cubicBezTo>
                <a:cubicBezTo>
                  <a:pt x="14891" y="3335"/>
                  <a:pt x="14889" y="3321"/>
                  <a:pt x="14887" y="3315"/>
                </a:cubicBezTo>
                <a:cubicBezTo>
                  <a:pt x="14878" y="3288"/>
                  <a:pt x="14869" y="3262"/>
                  <a:pt x="14860" y="3242"/>
                </a:cubicBezTo>
                <a:cubicBezTo>
                  <a:pt x="14850" y="3215"/>
                  <a:pt x="14835" y="3195"/>
                  <a:pt x="14821" y="3175"/>
                </a:cubicBezTo>
                <a:cubicBezTo>
                  <a:pt x="14808" y="3155"/>
                  <a:pt x="14792" y="3155"/>
                  <a:pt x="14780" y="3149"/>
                </a:cubicBezTo>
                <a:cubicBezTo>
                  <a:pt x="14774" y="3149"/>
                  <a:pt x="14767" y="3149"/>
                  <a:pt x="14762" y="3149"/>
                </a:cubicBezTo>
                <a:cubicBezTo>
                  <a:pt x="14733" y="3162"/>
                  <a:pt x="14706" y="3182"/>
                  <a:pt x="14681" y="3235"/>
                </a:cubicBezTo>
                <a:cubicBezTo>
                  <a:pt x="14657" y="3288"/>
                  <a:pt x="14634" y="3368"/>
                  <a:pt x="14623" y="3461"/>
                </a:cubicBezTo>
                <a:cubicBezTo>
                  <a:pt x="14616" y="3501"/>
                  <a:pt x="14612" y="3547"/>
                  <a:pt x="14611" y="3601"/>
                </a:cubicBezTo>
                <a:cubicBezTo>
                  <a:pt x="14607" y="3647"/>
                  <a:pt x="14609" y="3700"/>
                  <a:pt x="14612" y="3747"/>
                </a:cubicBezTo>
                <a:cubicBezTo>
                  <a:pt x="14611" y="3807"/>
                  <a:pt x="14616" y="3853"/>
                  <a:pt x="14625" y="3886"/>
                </a:cubicBezTo>
                <a:close/>
                <a:moveTo>
                  <a:pt x="13906" y="4039"/>
                </a:moveTo>
                <a:cubicBezTo>
                  <a:pt x="13915" y="4092"/>
                  <a:pt x="13927" y="4139"/>
                  <a:pt x="13942" y="4172"/>
                </a:cubicBezTo>
                <a:cubicBezTo>
                  <a:pt x="13951" y="4192"/>
                  <a:pt x="13958" y="4205"/>
                  <a:pt x="13967" y="4225"/>
                </a:cubicBezTo>
                <a:cubicBezTo>
                  <a:pt x="13983" y="4252"/>
                  <a:pt x="13999" y="4278"/>
                  <a:pt x="14015" y="4292"/>
                </a:cubicBezTo>
                <a:cubicBezTo>
                  <a:pt x="14057" y="4325"/>
                  <a:pt x="14098" y="4318"/>
                  <a:pt x="14134" y="4232"/>
                </a:cubicBezTo>
                <a:cubicBezTo>
                  <a:pt x="14156" y="4179"/>
                  <a:pt x="14168" y="4132"/>
                  <a:pt x="14184" y="4052"/>
                </a:cubicBezTo>
                <a:cubicBezTo>
                  <a:pt x="14186" y="4039"/>
                  <a:pt x="14188" y="4033"/>
                  <a:pt x="14190" y="4019"/>
                </a:cubicBezTo>
                <a:cubicBezTo>
                  <a:pt x="14195" y="3986"/>
                  <a:pt x="14199" y="3946"/>
                  <a:pt x="14202" y="3906"/>
                </a:cubicBezTo>
                <a:cubicBezTo>
                  <a:pt x="14204" y="3893"/>
                  <a:pt x="14204" y="3880"/>
                  <a:pt x="14204" y="3866"/>
                </a:cubicBezTo>
                <a:cubicBezTo>
                  <a:pt x="14204" y="3866"/>
                  <a:pt x="14206" y="3866"/>
                  <a:pt x="14206" y="3860"/>
                </a:cubicBezTo>
                <a:cubicBezTo>
                  <a:pt x="14228" y="3813"/>
                  <a:pt x="14247" y="3727"/>
                  <a:pt x="14253" y="3640"/>
                </a:cubicBezTo>
                <a:cubicBezTo>
                  <a:pt x="14258" y="3547"/>
                  <a:pt x="14258" y="3441"/>
                  <a:pt x="14242" y="3355"/>
                </a:cubicBezTo>
                <a:cubicBezTo>
                  <a:pt x="14228" y="3268"/>
                  <a:pt x="14208" y="3215"/>
                  <a:pt x="14183" y="3182"/>
                </a:cubicBezTo>
                <a:cubicBezTo>
                  <a:pt x="14181" y="3182"/>
                  <a:pt x="14177" y="3175"/>
                  <a:pt x="14174" y="3175"/>
                </a:cubicBezTo>
                <a:cubicBezTo>
                  <a:pt x="14123" y="3009"/>
                  <a:pt x="14044" y="2982"/>
                  <a:pt x="13987" y="3115"/>
                </a:cubicBezTo>
                <a:cubicBezTo>
                  <a:pt x="13952" y="3188"/>
                  <a:pt x="13929" y="3308"/>
                  <a:pt x="13918" y="3441"/>
                </a:cubicBezTo>
                <a:cubicBezTo>
                  <a:pt x="13913" y="3507"/>
                  <a:pt x="13911" y="3574"/>
                  <a:pt x="13911" y="3640"/>
                </a:cubicBezTo>
                <a:cubicBezTo>
                  <a:pt x="13904" y="3674"/>
                  <a:pt x="13899" y="3713"/>
                  <a:pt x="13897" y="3753"/>
                </a:cubicBezTo>
                <a:cubicBezTo>
                  <a:pt x="13893" y="3800"/>
                  <a:pt x="13891" y="3853"/>
                  <a:pt x="13895" y="3900"/>
                </a:cubicBezTo>
                <a:cubicBezTo>
                  <a:pt x="13895" y="3953"/>
                  <a:pt x="13899" y="3993"/>
                  <a:pt x="13906" y="4039"/>
                </a:cubicBezTo>
                <a:close/>
                <a:moveTo>
                  <a:pt x="13151" y="3966"/>
                </a:moveTo>
                <a:cubicBezTo>
                  <a:pt x="13152" y="3966"/>
                  <a:pt x="13154" y="3973"/>
                  <a:pt x="13156" y="3973"/>
                </a:cubicBezTo>
                <a:cubicBezTo>
                  <a:pt x="13158" y="3973"/>
                  <a:pt x="13160" y="3973"/>
                  <a:pt x="13161" y="3973"/>
                </a:cubicBezTo>
                <a:cubicBezTo>
                  <a:pt x="13170" y="4079"/>
                  <a:pt x="13192" y="4179"/>
                  <a:pt x="13219" y="4232"/>
                </a:cubicBezTo>
                <a:cubicBezTo>
                  <a:pt x="13228" y="4252"/>
                  <a:pt x="13239" y="4265"/>
                  <a:pt x="13248" y="4278"/>
                </a:cubicBezTo>
                <a:cubicBezTo>
                  <a:pt x="13250" y="4278"/>
                  <a:pt x="13251" y="4285"/>
                  <a:pt x="13255" y="4285"/>
                </a:cubicBezTo>
                <a:cubicBezTo>
                  <a:pt x="13278" y="4305"/>
                  <a:pt x="13294" y="4305"/>
                  <a:pt x="13318" y="4285"/>
                </a:cubicBezTo>
                <a:cubicBezTo>
                  <a:pt x="13327" y="4278"/>
                  <a:pt x="13338" y="4258"/>
                  <a:pt x="13347" y="4239"/>
                </a:cubicBezTo>
                <a:cubicBezTo>
                  <a:pt x="13352" y="4225"/>
                  <a:pt x="13363" y="4192"/>
                  <a:pt x="13368" y="4179"/>
                </a:cubicBezTo>
                <a:cubicBezTo>
                  <a:pt x="13375" y="4159"/>
                  <a:pt x="13381" y="4126"/>
                  <a:pt x="13384" y="4099"/>
                </a:cubicBezTo>
                <a:cubicBezTo>
                  <a:pt x="13390" y="4066"/>
                  <a:pt x="13393" y="4026"/>
                  <a:pt x="13395" y="3993"/>
                </a:cubicBezTo>
                <a:cubicBezTo>
                  <a:pt x="13397" y="3959"/>
                  <a:pt x="13399" y="3920"/>
                  <a:pt x="13399" y="3886"/>
                </a:cubicBezTo>
                <a:cubicBezTo>
                  <a:pt x="13399" y="3853"/>
                  <a:pt x="13397" y="3813"/>
                  <a:pt x="13395" y="3780"/>
                </a:cubicBezTo>
                <a:cubicBezTo>
                  <a:pt x="13393" y="3760"/>
                  <a:pt x="13392" y="3747"/>
                  <a:pt x="13390" y="3733"/>
                </a:cubicBezTo>
                <a:cubicBezTo>
                  <a:pt x="13401" y="3647"/>
                  <a:pt x="13404" y="3561"/>
                  <a:pt x="13397" y="3468"/>
                </a:cubicBezTo>
                <a:cubicBezTo>
                  <a:pt x="13386" y="3315"/>
                  <a:pt x="13359" y="3195"/>
                  <a:pt x="13323" y="3115"/>
                </a:cubicBezTo>
                <a:cubicBezTo>
                  <a:pt x="13312" y="3089"/>
                  <a:pt x="13302" y="3075"/>
                  <a:pt x="13289" y="3062"/>
                </a:cubicBezTo>
                <a:cubicBezTo>
                  <a:pt x="13285" y="3056"/>
                  <a:pt x="13280" y="3049"/>
                  <a:pt x="13276" y="3049"/>
                </a:cubicBezTo>
                <a:cubicBezTo>
                  <a:pt x="13260" y="3036"/>
                  <a:pt x="13242" y="3022"/>
                  <a:pt x="13226" y="3029"/>
                </a:cubicBezTo>
                <a:cubicBezTo>
                  <a:pt x="13214" y="3029"/>
                  <a:pt x="13201" y="3036"/>
                  <a:pt x="13188" y="3049"/>
                </a:cubicBezTo>
                <a:cubicBezTo>
                  <a:pt x="13185" y="3049"/>
                  <a:pt x="13179" y="3056"/>
                  <a:pt x="13176" y="3062"/>
                </a:cubicBezTo>
                <a:cubicBezTo>
                  <a:pt x="13149" y="3095"/>
                  <a:pt x="13133" y="3129"/>
                  <a:pt x="13111" y="3202"/>
                </a:cubicBezTo>
                <a:cubicBezTo>
                  <a:pt x="13107" y="3208"/>
                  <a:pt x="13106" y="3222"/>
                  <a:pt x="13102" y="3235"/>
                </a:cubicBezTo>
                <a:cubicBezTo>
                  <a:pt x="13093" y="3268"/>
                  <a:pt x="13086" y="3308"/>
                  <a:pt x="13079" y="3355"/>
                </a:cubicBezTo>
                <a:cubicBezTo>
                  <a:pt x="13070" y="3428"/>
                  <a:pt x="13061" y="3501"/>
                  <a:pt x="13063" y="3587"/>
                </a:cubicBezTo>
                <a:cubicBezTo>
                  <a:pt x="13064" y="3694"/>
                  <a:pt x="13073" y="3800"/>
                  <a:pt x="13095" y="3880"/>
                </a:cubicBezTo>
                <a:cubicBezTo>
                  <a:pt x="13113" y="3906"/>
                  <a:pt x="13131" y="3946"/>
                  <a:pt x="13151" y="3966"/>
                </a:cubicBezTo>
                <a:close/>
                <a:moveTo>
                  <a:pt x="12298" y="3680"/>
                </a:moveTo>
                <a:cubicBezTo>
                  <a:pt x="12298" y="3747"/>
                  <a:pt x="12304" y="3813"/>
                  <a:pt x="12313" y="3866"/>
                </a:cubicBezTo>
                <a:cubicBezTo>
                  <a:pt x="12315" y="3880"/>
                  <a:pt x="12316" y="3886"/>
                  <a:pt x="12318" y="3900"/>
                </a:cubicBezTo>
                <a:cubicBezTo>
                  <a:pt x="12320" y="3933"/>
                  <a:pt x="12324" y="3966"/>
                  <a:pt x="12329" y="3999"/>
                </a:cubicBezTo>
                <a:cubicBezTo>
                  <a:pt x="12343" y="4079"/>
                  <a:pt x="12363" y="4152"/>
                  <a:pt x="12388" y="4172"/>
                </a:cubicBezTo>
                <a:cubicBezTo>
                  <a:pt x="12428" y="4199"/>
                  <a:pt x="12467" y="4205"/>
                  <a:pt x="12505" y="4165"/>
                </a:cubicBezTo>
                <a:cubicBezTo>
                  <a:pt x="12536" y="4132"/>
                  <a:pt x="12563" y="4079"/>
                  <a:pt x="12586" y="4013"/>
                </a:cubicBezTo>
                <a:cubicBezTo>
                  <a:pt x="12597" y="3993"/>
                  <a:pt x="12608" y="3973"/>
                  <a:pt x="12617" y="3939"/>
                </a:cubicBezTo>
                <a:cubicBezTo>
                  <a:pt x="12622" y="3913"/>
                  <a:pt x="12627" y="3886"/>
                  <a:pt x="12633" y="3866"/>
                </a:cubicBezTo>
                <a:cubicBezTo>
                  <a:pt x="12642" y="3807"/>
                  <a:pt x="12647" y="3747"/>
                  <a:pt x="12647" y="3680"/>
                </a:cubicBezTo>
                <a:cubicBezTo>
                  <a:pt x="12647" y="3667"/>
                  <a:pt x="12647" y="3647"/>
                  <a:pt x="12647" y="3634"/>
                </a:cubicBezTo>
                <a:cubicBezTo>
                  <a:pt x="12645" y="3587"/>
                  <a:pt x="12645" y="3534"/>
                  <a:pt x="12642" y="3488"/>
                </a:cubicBezTo>
                <a:cubicBezTo>
                  <a:pt x="12638" y="3448"/>
                  <a:pt x="12633" y="3401"/>
                  <a:pt x="12627" y="3361"/>
                </a:cubicBezTo>
                <a:cubicBezTo>
                  <a:pt x="12626" y="3348"/>
                  <a:pt x="12624" y="3335"/>
                  <a:pt x="12620" y="3315"/>
                </a:cubicBezTo>
                <a:cubicBezTo>
                  <a:pt x="12611" y="3268"/>
                  <a:pt x="12600" y="3208"/>
                  <a:pt x="12588" y="3169"/>
                </a:cubicBezTo>
                <a:cubicBezTo>
                  <a:pt x="12579" y="3142"/>
                  <a:pt x="12570" y="3109"/>
                  <a:pt x="12559" y="3089"/>
                </a:cubicBezTo>
                <a:cubicBezTo>
                  <a:pt x="12548" y="3062"/>
                  <a:pt x="12536" y="3049"/>
                  <a:pt x="12525" y="3029"/>
                </a:cubicBezTo>
                <a:cubicBezTo>
                  <a:pt x="12521" y="3022"/>
                  <a:pt x="12518" y="3016"/>
                  <a:pt x="12512" y="3016"/>
                </a:cubicBezTo>
                <a:cubicBezTo>
                  <a:pt x="12500" y="3002"/>
                  <a:pt x="12487" y="2996"/>
                  <a:pt x="12475" y="2996"/>
                </a:cubicBezTo>
                <a:cubicBezTo>
                  <a:pt x="12466" y="2996"/>
                  <a:pt x="12457" y="3002"/>
                  <a:pt x="12449" y="3002"/>
                </a:cubicBezTo>
                <a:cubicBezTo>
                  <a:pt x="12440" y="3009"/>
                  <a:pt x="12431" y="3009"/>
                  <a:pt x="12424" y="3022"/>
                </a:cubicBezTo>
                <a:cubicBezTo>
                  <a:pt x="12408" y="3042"/>
                  <a:pt x="12392" y="3069"/>
                  <a:pt x="12379" y="3102"/>
                </a:cubicBezTo>
                <a:cubicBezTo>
                  <a:pt x="12370" y="3129"/>
                  <a:pt x="12360" y="3155"/>
                  <a:pt x="12351" y="3188"/>
                </a:cubicBezTo>
                <a:cubicBezTo>
                  <a:pt x="12342" y="3222"/>
                  <a:pt x="12334" y="3262"/>
                  <a:pt x="12327" y="3295"/>
                </a:cubicBezTo>
                <a:cubicBezTo>
                  <a:pt x="12324" y="3308"/>
                  <a:pt x="12322" y="3328"/>
                  <a:pt x="12318" y="3341"/>
                </a:cubicBezTo>
                <a:cubicBezTo>
                  <a:pt x="12313" y="3381"/>
                  <a:pt x="12307" y="3428"/>
                  <a:pt x="12304" y="3474"/>
                </a:cubicBezTo>
                <a:cubicBezTo>
                  <a:pt x="12300" y="3521"/>
                  <a:pt x="12298" y="3574"/>
                  <a:pt x="12297" y="3620"/>
                </a:cubicBezTo>
                <a:cubicBezTo>
                  <a:pt x="12298" y="3640"/>
                  <a:pt x="12298" y="3660"/>
                  <a:pt x="12298" y="3680"/>
                </a:cubicBezTo>
                <a:close/>
                <a:moveTo>
                  <a:pt x="12737" y="6000"/>
                </a:moveTo>
                <a:cubicBezTo>
                  <a:pt x="12714" y="5933"/>
                  <a:pt x="12678" y="5887"/>
                  <a:pt x="12649" y="5933"/>
                </a:cubicBezTo>
                <a:cubicBezTo>
                  <a:pt x="12624" y="5973"/>
                  <a:pt x="12599" y="6013"/>
                  <a:pt x="12574" y="6046"/>
                </a:cubicBezTo>
                <a:cubicBezTo>
                  <a:pt x="12547" y="5986"/>
                  <a:pt x="12516" y="5947"/>
                  <a:pt x="12484" y="5953"/>
                </a:cubicBezTo>
                <a:cubicBezTo>
                  <a:pt x="12439" y="5967"/>
                  <a:pt x="12401" y="6026"/>
                  <a:pt x="12365" y="6133"/>
                </a:cubicBezTo>
                <a:cubicBezTo>
                  <a:pt x="12336" y="6219"/>
                  <a:pt x="12318" y="6339"/>
                  <a:pt x="12306" y="6465"/>
                </a:cubicBezTo>
                <a:cubicBezTo>
                  <a:pt x="12291" y="6624"/>
                  <a:pt x="12298" y="6791"/>
                  <a:pt x="12316" y="6944"/>
                </a:cubicBezTo>
                <a:cubicBezTo>
                  <a:pt x="12342" y="7156"/>
                  <a:pt x="12406" y="7316"/>
                  <a:pt x="12467" y="7349"/>
                </a:cubicBezTo>
                <a:cubicBezTo>
                  <a:pt x="12505" y="7369"/>
                  <a:pt x="12543" y="7376"/>
                  <a:pt x="12581" y="7336"/>
                </a:cubicBezTo>
                <a:cubicBezTo>
                  <a:pt x="12618" y="7289"/>
                  <a:pt x="12653" y="7216"/>
                  <a:pt x="12681" y="7110"/>
                </a:cubicBezTo>
                <a:cubicBezTo>
                  <a:pt x="12743" y="6890"/>
                  <a:pt x="12768" y="6591"/>
                  <a:pt x="12775" y="6286"/>
                </a:cubicBezTo>
                <a:cubicBezTo>
                  <a:pt x="12778" y="6179"/>
                  <a:pt x="12760" y="6066"/>
                  <a:pt x="12737" y="6000"/>
                </a:cubicBezTo>
                <a:close/>
                <a:moveTo>
                  <a:pt x="13485" y="6272"/>
                </a:moveTo>
                <a:cubicBezTo>
                  <a:pt x="13481" y="6232"/>
                  <a:pt x="13476" y="6186"/>
                  <a:pt x="13471" y="6153"/>
                </a:cubicBezTo>
                <a:cubicBezTo>
                  <a:pt x="13465" y="6113"/>
                  <a:pt x="13456" y="6080"/>
                  <a:pt x="13449" y="6046"/>
                </a:cubicBezTo>
                <a:cubicBezTo>
                  <a:pt x="13447" y="6040"/>
                  <a:pt x="13447" y="6040"/>
                  <a:pt x="13446" y="6033"/>
                </a:cubicBezTo>
                <a:cubicBezTo>
                  <a:pt x="13438" y="6006"/>
                  <a:pt x="13429" y="5986"/>
                  <a:pt x="13422" y="5967"/>
                </a:cubicBezTo>
                <a:cubicBezTo>
                  <a:pt x="13420" y="5960"/>
                  <a:pt x="13419" y="5960"/>
                  <a:pt x="13417" y="5953"/>
                </a:cubicBezTo>
                <a:cubicBezTo>
                  <a:pt x="13408" y="5933"/>
                  <a:pt x="13397" y="5920"/>
                  <a:pt x="13388" y="5907"/>
                </a:cubicBezTo>
                <a:cubicBezTo>
                  <a:pt x="13386" y="5907"/>
                  <a:pt x="13384" y="5900"/>
                  <a:pt x="13383" y="5900"/>
                </a:cubicBezTo>
                <a:cubicBezTo>
                  <a:pt x="13372" y="5893"/>
                  <a:pt x="13361" y="5887"/>
                  <a:pt x="13350" y="5887"/>
                </a:cubicBezTo>
                <a:cubicBezTo>
                  <a:pt x="13341" y="5893"/>
                  <a:pt x="13332" y="5893"/>
                  <a:pt x="13323" y="5900"/>
                </a:cubicBezTo>
                <a:cubicBezTo>
                  <a:pt x="13311" y="5913"/>
                  <a:pt x="13298" y="5933"/>
                  <a:pt x="13289" y="5967"/>
                </a:cubicBezTo>
                <a:cubicBezTo>
                  <a:pt x="13282" y="5980"/>
                  <a:pt x="13275" y="6006"/>
                  <a:pt x="13271" y="6033"/>
                </a:cubicBezTo>
                <a:cubicBezTo>
                  <a:pt x="13262" y="6066"/>
                  <a:pt x="13257" y="6113"/>
                  <a:pt x="13253" y="6159"/>
                </a:cubicBezTo>
                <a:cubicBezTo>
                  <a:pt x="13251" y="6179"/>
                  <a:pt x="13251" y="6206"/>
                  <a:pt x="13250" y="6226"/>
                </a:cubicBezTo>
                <a:cubicBezTo>
                  <a:pt x="13232" y="6279"/>
                  <a:pt x="13215" y="6345"/>
                  <a:pt x="13201" y="6412"/>
                </a:cubicBezTo>
                <a:cubicBezTo>
                  <a:pt x="13196" y="6438"/>
                  <a:pt x="13192" y="6458"/>
                  <a:pt x="13188" y="6492"/>
                </a:cubicBezTo>
                <a:cubicBezTo>
                  <a:pt x="13181" y="6545"/>
                  <a:pt x="13174" y="6598"/>
                  <a:pt x="13172" y="6658"/>
                </a:cubicBezTo>
                <a:cubicBezTo>
                  <a:pt x="13167" y="6724"/>
                  <a:pt x="13167" y="6791"/>
                  <a:pt x="13172" y="6857"/>
                </a:cubicBezTo>
                <a:cubicBezTo>
                  <a:pt x="13178" y="6917"/>
                  <a:pt x="13185" y="6977"/>
                  <a:pt x="13197" y="7023"/>
                </a:cubicBezTo>
                <a:cubicBezTo>
                  <a:pt x="13210" y="7070"/>
                  <a:pt x="13224" y="7103"/>
                  <a:pt x="13242" y="7116"/>
                </a:cubicBezTo>
                <a:cubicBezTo>
                  <a:pt x="13260" y="7136"/>
                  <a:pt x="13278" y="7136"/>
                  <a:pt x="13296" y="7116"/>
                </a:cubicBezTo>
                <a:cubicBezTo>
                  <a:pt x="13350" y="7090"/>
                  <a:pt x="13406" y="7023"/>
                  <a:pt x="13446" y="6877"/>
                </a:cubicBezTo>
                <a:cubicBezTo>
                  <a:pt x="13454" y="6844"/>
                  <a:pt x="13462" y="6811"/>
                  <a:pt x="13467" y="6771"/>
                </a:cubicBezTo>
                <a:cubicBezTo>
                  <a:pt x="13474" y="6737"/>
                  <a:pt x="13478" y="6691"/>
                  <a:pt x="13481" y="6651"/>
                </a:cubicBezTo>
                <a:cubicBezTo>
                  <a:pt x="13487" y="6598"/>
                  <a:pt x="13489" y="6538"/>
                  <a:pt x="13490" y="6478"/>
                </a:cubicBezTo>
                <a:cubicBezTo>
                  <a:pt x="13492" y="6418"/>
                  <a:pt x="13489" y="6359"/>
                  <a:pt x="13485" y="6305"/>
                </a:cubicBezTo>
                <a:cubicBezTo>
                  <a:pt x="13487" y="6292"/>
                  <a:pt x="13487" y="6279"/>
                  <a:pt x="13485" y="6272"/>
                </a:cubicBezTo>
                <a:close/>
                <a:moveTo>
                  <a:pt x="14159" y="6026"/>
                </a:moveTo>
                <a:cubicBezTo>
                  <a:pt x="14132" y="5953"/>
                  <a:pt x="14104" y="5907"/>
                  <a:pt x="14073" y="5867"/>
                </a:cubicBezTo>
                <a:cubicBezTo>
                  <a:pt x="14050" y="5834"/>
                  <a:pt x="14015" y="5860"/>
                  <a:pt x="13996" y="5907"/>
                </a:cubicBezTo>
                <a:cubicBezTo>
                  <a:pt x="13978" y="5947"/>
                  <a:pt x="13960" y="6020"/>
                  <a:pt x="13953" y="6099"/>
                </a:cubicBezTo>
                <a:cubicBezTo>
                  <a:pt x="13945" y="6106"/>
                  <a:pt x="13938" y="6106"/>
                  <a:pt x="13929" y="6113"/>
                </a:cubicBezTo>
                <a:cubicBezTo>
                  <a:pt x="13913" y="6133"/>
                  <a:pt x="13897" y="6159"/>
                  <a:pt x="13884" y="6206"/>
                </a:cubicBezTo>
                <a:cubicBezTo>
                  <a:pt x="13861" y="6279"/>
                  <a:pt x="13843" y="6405"/>
                  <a:pt x="13837" y="6512"/>
                </a:cubicBezTo>
                <a:cubicBezTo>
                  <a:pt x="13832" y="6618"/>
                  <a:pt x="13832" y="6678"/>
                  <a:pt x="13837" y="6784"/>
                </a:cubicBezTo>
                <a:cubicBezTo>
                  <a:pt x="13839" y="6844"/>
                  <a:pt x="13846" y="6904"/>
                  <a:pt x="13854" y="6957"/>
                </a:cubicBezTo>
                <a:cubicBezTo>
                  <a:pt x="13868" y="7070"/>
                  <a:pt x="13895" y="7163"/>
                  <a:pt x="13924" y="7229"/>
                </a:cubicBezTo>
                <a:cubicBezTo>
                  <a:pt x="13956" y="7302"/>
                  <a:pt x="13990" y="7329"/>
                  <a:pt x="14026" y="7342"/>
                </a:cubicBezTo>
                <a:cubicBezTo>
                  <a:pt x="14055" y="7356"/>
                  <a:pt x="14084" y="7342"/>
                  <a:pt x="14113" y="7322"/>
                </a:cubicBezTo>
                <a:cubicBezTo>
                  <a:pt x="14147" y="7296"/>
                  <a:pt x="14181" y="7229"/>
                  <a:pt x="14206" y="7136"/>
                </a:cubicBezTo>
                <a:cubicBezTo>
                  <a:pt x="14217" y="7096"/>
                  <a:pt x="14229" y="7043"/>
                  <a:pt x="14237" y="6990"/>
                </a:cubicBezTo>
                <a:cubicBezTo>
                  <a:pt x="14249" y="6890"/>
                  <a:pt x="14253" y="6824"/>
                  <a:pt x="14256" y="6718"/>
                </a:cubicBezTo>
                <a:cubicBezTo>
                  <a:pt x="14260" y="6585"/>
                  <a:pt x="14249" y="6452"/>
                  <a:pt x="14235" y="6332"/>
                </a:cubicBezTo>
                <a:cubicBezTo>
                  <a:pt x="14219" y="6212"/>
                  <a:pt x="14190" y="6113"/>
                  <a:pt x="14159" y="6026"/>
                </a:cubicBezTo>
                <a:close/>
                <a:moveTo>
                  <a:pt x="14778" y="6113"/>
                </a:moveTo>
                <a:cubicBezTo>
                  <a:pt x="14763" y="6099"/>
                  <a:pt x="14751" y="6093"/>
                  <a:pt x="14736" y="6093"/>
                </a:cubicBezTo>
                <a:cubicBezTo>
                  <a:pt x="14722" y="6093"/>
                  <a:pt x="14708" y="6099"/>
                  <a:pt x="14693" y="6113"/>
                </a:cubicBezTo>
                <a:cubicBezTo>
                  <a:pt x="14688" y="6119"/>
                  <a:pt x="14682" y="6119"/>
                  <a:pt x="14677" y="6133"/>
                </a:cubicBezTo>
                <a:cubicBezTo>
                  <a:pt x="14664" y="6153"/>
                  <a:pt x="14650" y="6166"/>
                  <a:pt x="14639" y="6199"/>
                </a:cubicBezTo>
                <a:cubicBezTo>
                  <a:pt x="14618" y="6259"/>
                  <a:pt x="14596" y="6325"/>
                  <a:pt x="14585" y="6418"/>
                </a:cubicBezTo>
                <a:cubicBezTo>
                  <a:pt x="14573" y="6512"/>
                  <a:pt x="14571" y="6545"/>
                  <a:pt x="14567" y="6651"/>
                </a:cubicBezTo>
                <a:cubicBezTo>
                  <a:pt x="14566" y="6704"/>
                  <a:pt x="14569" y="6757"/>
                  <a:pt x="14571" y="6804"/>
                </a:cubicBezTo>
                <a:cubicBezTo>
                  <a:pt x="14573" y="6850"/>
                  <a:pt x="14580" y="6897"/>
                  <a:pt x="14585" y="6944"/>
                </a:cubicBezTo>
                <a:cubicBezTo>
                  <a:pt x="14591" y="6990"/>
                  <a:pt x="14600" y="7030"/>
                  <a:pt x="14609" y="7063"/>
                </a:cubicBezTo>
                <a:cubicBezTo>
                  <a:pt x="14625" y="7136"/>
                  <a:pt x="14650" y="7189"/>
                  <a:pt x="14675" y="7216"/>
                </a:cubicBezTo>
                <a:cubicBezTo>
                  <a:pt x="14688" y="7229"/>
                  <a:pt x="14702" y="7236"/>
                  <a:pt x="14715" y="7236"/>
                </a:cubicBezTo>
                <a:cubicBezTo>
                  <a:pt x="14740" y="7229"/>
                  <a:pt x="14754" y="7216"/>
                  <a:pt x="14776" y="7170"/>
                </a:cubicBezTo>
                <a:cubicBezTo>
                  <a:pt x="14798" y="7130"/>
                  <a:pt x="14817" y="7050"/>
                  <a:pt x="14828" y="6977"/>
                </a:cubicBezTo>
                <a:cubicBezTo>
                  <a:pt x="14841" y="6890"/>
                  <a:pt x="14850" y="6791"/>
                  <a:pt x="14848" y="6691"/>
                </a:cubicBezTo>
                <a:cubicBezTo>
                  <a:pt x="14848" y="6664"/>
                  <a:pt x="14846" y="6638"/>
                  <a:pt x="14846" y="6618"/>
                </a:cubicBezTo>
                <a:cubicBezTo>
                  <a:pt x="14848" y="6605"/>
                  <a:pt x="14850" y="6598"/>
                  <a:pt x="14850" y="6585"/>
                </a:cubicBezTo>
                <a:cubicBezTo>
                  <a:pt x="14851" y="6551"/>
                  <a:pt x="14851" y="6518"/>
                  <a:pt x="14853" y="6485"/>
                </a:cubicBezTo>
                <a:cubicBezTo>
                  <a:pt x="14853" y="6418"/>
                  <a:pt x="14848" y="6352"/>
                  <a:pt x="14839" y="6299"/>
                </a:cubicBezTo>
                <a:cubicBezTo>
                  <a:pt x="14823" y="6199"/>
                  <a:pt x="14803" y="6133"/>
                  <a:pt x="14778" y="6113"/>
                </a:cubicBezTo>
                <a:close/>
                <a:moveTo>
                  <a:pt x="15493" y="6498"/>
                </a:moveTo>
                <a:cubicBezTo>
                  <a:pt x="15490" y="6452"/>
                  <a:pt x="15484" y="6405"/>
                  <a:pt x="15477" y="6365"/>
                </a:cubicBezTo>
                <a:cubicBezTo>
                  <a:pt x="15468" y="6299"/>
                  <a:pt x="15456" y="6246"/>
                  <a:pt x="15445" y="6192"/>
                </a:cubicBezTo>
                <a:cubicBezTo>
                  <a:pt x="15438" y="6159"/>
                  <a:pt x="15430" y="6126"/>
                  <a:pt x="15421" y="6099"/>
                </a:cubicBezTo>
                <a:cubicBezTo>
                  <a:pt x="15403" y="6033"/>
                  <a:pt x="15376" y="5993"/>
                  <a:pt x="15349" y="5993"/>
                </a:cubicBezTo>
                <a:cubicBezTo>
                  <a:pt x="15339" y="5993"/>
                  <a:pt x="15330" y="6000"/>
                  <a:pt x="15321" y="6013"/>
                </a:cubicBezTo>
                <a:cubicBezTo>
                  <a:pt x="15319" y="6013"/>
                  <a:pt x="15317" y="6013"/>
                  <a:pt x="15314" y="6013"/>
                </a:cubicBezTo>
                <a:cubicBezTo>
                  <a:pt x="15296" y="6013"/>
                  <a:pt x="15278" y="6033"/>
                  <a:pt x="15263" y="6066"/>
                </a:cubicBezTo>
                <a:cubicBezTo>
                  <a:pt x="15249" y="6086"/>
                  <a:pt x="15238" y="6126"/>
                  <a:pt x="15225" y="6159"/>
                </a:cubicBezTo>
                <a:cubicBezTo>
                  <a:pt x="15220" y="6179"/>
                  <a:pt x="15215" y="6192"/>
                  <a:pt x="15211" y="6212"/>
                </a:cubicBezTo>
                <a:cubicBezTo>
                  <a:pt x="15202" y="6259"/>
                  <a:pt x="15191" y="6299"/>
                  <a:pt x="15186" y="6352"/>
                </a:cubicBezTo>
                <a:cubicBezTo>
                  <a:pt x="15179" y="6399"/>
                  <a:pt x="15173" y="6458"/>
                  <a:pt x="15170" y="6512"/>
                </a:cubicBezTo>
                <a:cubicBezTo>
                  <a:pt x="15168" y="6538"/>
                  <a:pt x="15168" y="6565"/>
                  <a:pt x="15166" y="6598"/>
                </a:cubicBezTo>
                <a:cubicBezTo>
                  <a:pt x="15164" y="6624"/>
                  <a:pt x="15164" y="6658"/>
                  <a:pt x="15164" y="6684"/>
                </a:cubicBezTo>
                <a:cubicBezTo>
                  <a:pt x="15164" y="6698"/>
                  <a:pt x="15164" y="6711"/>
                  <a:pt x="15164" y="6724"/>
                </a:cubicBezTo>
                <a:cubicBezTo>
                  <a:pt x="15166" y="6771"/>
                  <a:pt x="15166" y="6811"/>
                  <a:pt x="15170" y="6857"/>
                </a:cubicBezTo>
                <a:cubicBezTo>
                  <a:pt x="15170" y="6870"/>
                  <a:pt x="15171" y="6884"/>
                  <a:pt x="15173" y="6890"/>
                </a:cubicBezTo>
                <a:cubicBezTo>
                  <a:pt x="15177" y="6930"/>
                  <a:pt x="15182" y="6970"/>
                  <a:pt x="15188" y="7010"/>
                </a:cubicBezTo>
                <a:cubicBezTo>
                  <a:pt x="15193" y="7043"/>
                  <a:pt x="15200" y="7076"/>
                  <a:pt x="15207" y="7110"/>
                </a:cubicBezTo>
                <a:cubicBezTo>
                  <a:pt x="15209" y="7116"/>
                  <a:pt x="15211" y="7130"/>
                  <a:pt x="15215" y="7136"/>
                </a:cubicBezTo>
                <a:cubicBezTo>
                  <a:pt x="15236" y="7209"/>
                  <a:pt x="15261" y="7269"/>
                  <a:pt x="15290" y="7289"/>
                </a:cubicBezTo>
                <a:cubicBezTo>
                  <a:pt x="15321" y="7316"/>
                  <a:pt x="15348" y="7316"/>
                  <a:pt x="15378" y="7289"/>
                </a:cubicBezTo>
                <a:cubicBezTo>
                  <a:pt x="15393" y="7276"/>
                  <a:pt x="15405" y="7256"/>
                  <a:pt x="15418" y="7229"/>
                </a:cubicBezTo>
                <a:cubicBezTo>
                  <a:pt x="15430" y="7209"/>
                  <a:pt x="15441" y="7170"/>
                  <a:pt x="15452" y="7136"/>
                </a:cubicBezTo>
                <a:cubicBezTo>
                  <a:pt x="15463" y="7103"/>
                  <a:pt x="15472" y="7057"/>
                  <a:pt x="15479" y="7017"/>
                </a:cubicBezTo>
                <a:cubicBezTo>
                  <a:pt x="15481" y="7010"/>
                  <a:pt x="15483" y="6997"/>
                  <a:pt x="15483" y="6990"/>
                </a:cubicBezTo>
                <a:cubicBezTo>
                  <a:pt x="15488" y="6950"/>
                  <a:pt x="15493" y="6910"/>
                  <a:pt x="15495" y="6864"/>
                </a:cubicBezTo>
                <a:cubicBezTo>
                  <a:pt x="15502" y="6757"/>
                  <a:pt x="15501" y="6678"/>
                  <a:pt x="15495" y="6571"/>
                </a:cubicBezTo>
                <a:cubicBezTo>
                  <a:pt x="15497" y="6531"/>
                  <a:pt x="15495" y="6512"/>
                  <a:pt x="15493" y="6498"/>
                </a:cubicBezTo>
                <a:close/>
                <a:moveTo>
                  <a:pt x="16130" y="6159"/>
                </a:moveTo>
                <a:cubicBezTo>
                  <a:pt x="16135" y="6093"/>
                  <a:pt x="16137" y="6026"/>
                  <a:pt x="16132" y="5953"/>
                </a:cubicBezTo>
                <a:cubicBezTo>
                  <a:pt x="16124" y="5867"/>
                  <a:pt x="16106" y="5774"/>
                  <a:pt x="16085" y="5734"/>
                </a:cubicBezTo>
                <a:cubicBezTo>
                  <a:pt x="16061" y="5687"/>
                  <a:pt x="16033" y="5667"/>
                  <a:pt x="16008" y="5694"/>
                </a:cubicBezTo>
                <a:cubicBezTo>
                  <a:pt x="15984" y="5721"/>
                  <a:pt x="15959" y="5780"/>
                  <a:pt x="15948" y="5867"/>
                </a:cubicBezTo>
                <a:cubicBezTo>
                  <a:pt x="15925" y="6033"/>
                  <a:pt x="15901" y="6199"/>
                  <a:pt x="15880" y="6365"/>
                </a:cubicBezTo>
                <a:cubicBezTo>
                  <a:pt x="15865" y="6472"/>
                  <a:pt x="15849" y="6578"/>
                  <a:pt x="15839" y="6684"/>
                </a:cubicBezTo>
                <a:cubicBezTo>
                  <a:pt x="15819" y="6877"/>
                  <a:pt x="15840" y="7123"/>
                  <a:pt x="15892" y="7223"/>
                </a:cubicBezTo>
                <a:cubicBezTo>
                  <a:pt x="15930" y="7296"/>
                  <a:pt x="15972" y="7296"/>
                  <a:pt x="16013" y="7263"/>
                </a:cubicBezTo>
                <a:cubicBezTo>
                  <a:pt x="16038" y="7243"/>
                  <a:pt x="16063" y="7203"/>
                  <a:pt x="16083" y="7156"/>
                </a:cubicBezTo>
                <a:cubicBezTo>
                  <a:pt x="16137" y="7030"/>
                  <a:pt x="16177" y="6811"/>
                  <a:pt x="16175" y="6565"/>
                </a:cubicBezTo>
                <a:cubicBezTo>
                  <a:pt x="16173" y="6445"/>
                  <a:pt x="16166" y="6319"/>
                  <a:pt x="16148" y="6226"/>
                </a:cubicBezTo>
                <a:cubicBezTo>
                  <a:pt x="16139" y="6206"/>
                  <a:pt x="16133" y="6179"/>
                  <a:pt x="16130" y="6159"/>
                </a:cubicBezTo>
                <a:close/>
                <a:moveTo>
                  <a:pt x="16754" y="6492"/>
                </a:moveTo>
                <a:cubicBezTo>
                  <a:pt x="16745" y="6438"/>
                  <a:pt x="16736" y="6392"/>
                  <a:pt x="16725" y="6345"/>
                </a:cubicBezTo>
                <a:cubicBezTo>
                  <a:pt x="16719" y="6325"/>
                  <a:pt x="16714" y="6299"/>
                  <a:pt x="16709" y="6286"/>
                </a:cubicBezTo>
                <a:cubicBezTo>
                  <a:pt x="16705" y="6272"/>
                  <a:pt x="16702" y="6266"/>
                  <a:pt x="16700" y="6259"/>
                </a:cubicBezTo>
                <a:cubicBezTo>
                  <a:pt x="16698" y="6212"/>
                  <a:pt x="16694" y="6173"/>
                  <a:pt x="16689" y="6133"/>
                </a:cubicBezTo>
                <a:cubicBezTo>
                  <a:pt x="16684" y="6106"/>
                  <a:pt x="16678" y="6080"/>
                  <a:pt x="16673" y="6060"/>
                </a:cubicBezTo>
                <a:cubicBezTo>
                  <a:pt x="16660" y="6013"/>
                  <a:pt x="16646" y="5980"/>
                  <a:pt x="16628" y="5967"/>
                </a:cubicBezTo>
                <a:cubicBezTo>
                  <a:pt x="16619" y="5960"/>
                  <a:pt x="16610" y="5960"/>
                  <a:pt x="16601" y="5953"/>
                </a:cubicBezTo>
                <a:cubicBezTo>
                  <a:pt x="16583" y="5953"/>
                  <a:pt x="16565" y="5973"/>
                  <a:pt x="16550" y="6006"/>
                </a:cubicBezTo>
                <a:cubicBezTo>
                  <a:pt x="16547" y="6013"/>
                  <a:pt x="16543" y="6020"/>
                  <a:pt x="16541" y="6026"/>
                </a:cubicBezTo>
                <a:cubicBezTo>
                  <a:pt x="16533" y="6046"/>
                  <a:pt x="16522" y="6080"/>
                  <a:pt x="16515" y="6106"/>
                </a:cubicBezTo>
                <a:cubicBezTo>
                  <a:pt x="16507" y="6139"/>
                  <a:pt x="16500" y="6173"/>
                  <a:pt x="16493" y="6206"/>
                </a:cubicBezTo>
                <a:cubicBezTo>
                  <a:pt x="16491" y="6219"/>
                  <a:pt x="16489" y="6232"/>
                  <a:pt x="16488" y="6246"/>
                </a:cubicBezTo>
                <a:cubicBezTo>
                  <a:pt x="16480" y="6299"/>
                  <a:pt x="16473" y="6352"/>
                  <a:pt x="16471" y="6405"/>
                </a:cubicBezTo>
                <a:cubicBezTo>
                  <a:pt x="16470" y="6445"/>
                  <a:pt x="16468" y="6498"/>
                  <a:pt x="16468" y="6538"/>
                </a:cubicBezTo>
                <a:cubicBezTo>
                  <a:pt x="16468" y="6545"/>
                  <a:pt x="16468" y="6551"/>
                  <a:pt x="16468" y="6558"/>
                </a:cubicBezTo>
                <a:cubicBezTo>
                  <a:pt x="16470" y="6598"/>
                  <a:pt x="16470" y="6638"/>
                  <a:pt x="16471" y="6671"/>
                </a:cubicBezTo>
                <a:cubicBezTo>
                  <a:pt x="16475" y="6724"/>
                  <a:pt x="16480" y="6784"/>
                  <a:pt x="16488" y="6831"/>
                </a:cubicBezTo>
                <a:cubicBezTo>
                  <a:pt x="16493" y="6870"/>
                  <a:pt x="16502" y="6904"/>
                  <a:pt x="16509" y="6937"/>
                </a:cubicBezTo>
                <a:cubicBezTo>
                  <a:pt x="16516" y="6970"/>
                  <a:pt x="16529" y="6997"/>
                  <a:pt x="16536" y="7017"/>
                </a:cubicBezTo>
                <a:cubicBezTo>
                  <a:pt x="16549" y="7050"/>
                  <a:pt x="16563" y="7070"/>
                  <a:pt x="16577" y="7090"/>
                </a:cubicBezTo>
                <a:cubicBezTo>
                  <a:pt x="16581" y="7096"/>
                  <a:pt x="16585" y="7096"/>
                  <a:pt x="16588" y="7096"/>
                </a:cubicBezTo>
                <a:cubicBezTo>
                  <a:pt x="16601" y="7103"/>
                  <a:pt x="16613" y="7110"/>
                  <a:pt x="16624" y="7116"/>
                </a:cubicBezTo>
                <a:cubicBezTo>
                  <a:pt x="16637" y="7116"/>
                  <a:pt x="16649" y="7110"/>
                  <a:pt x="16662" y="7103"/>
                </a:cubicBezTo>
                <a:cubicBezTo>
                  <a:pt x="16666" y="7103"/>
                  <a:pt x="16671" y="7096"/>
                  <a:pt x="16675" y="7090"/>
                </a:cubicBezTo>
                <a:cubicBezTo>
                  <a:pt x="16700" y="7057"/>
                  <a:pt x="16718" y="7023"/>
                  <a:pt x="16737" y="6950"/>
                </a:cubicBezTo>
                <a:cubicBezTo>
                  <a:pt x="16743" y="6924"/>
                  <a:pt x="16748" y="6897"/>
                  <a:pt x="16754" y="6877"/>
                </a:cubicBezTo>
                <a:cubicBezTo>
                  <a:pt x="16761" y="6837"/>
                  <a:pt x="16764" y="6791"/>
                  <a:pt x="16766" y="6738"/>
                </a:cubicBezTo>
                <a:cubicBezTo>
                  <a:pt x="16768" y="6704"/>
                  <a:pt x="16768" y="6671"/>
                  <a:pt x="16766" y="6638"/>
                </a:cubicBezTo>
                <a:cubicBezTo>
                  <a:pt x="16764" y="6585"/>
                  <a:pt x="16761" y="6538"/>
                  <a:pt x="16754" y="6492"/>
                </a:cubicBezTo>
                <a:close/>
                <a:moveTo>
                  <a:pt x="17340" y="6133"/>
                </a:moveTo>
                <a:cubicBezTo>
                  <a:pt x="17336" y="6126"/>
                  <a:pt x="17331" y="6119"/>
                  <a:pt x="17327" y="6106"/>
                </a:cubicBezTo>
                <a:cubicBezTo>
                  <a:pt x="17324" y="6080"/>
                  <a:pt x="17318" y="6053"/>
                  <a:pt x="17313" y="6033"/>
                </a:cubicBezTo>
                <a:cubicBezTo>
                  <a:pt x="17295" y="5973"/>
                  <a:pt x="17268" y="5913"/>
                  <a:pt x="17241" y="5927"/>
                </a:cubicBezTo>
                <a:cubicBezTo>
                  <a:pt x="17221" y="5933"/>
                  <a:pt x="17203" y="5947"/>
                  <a:pt x="17183" y="5953"/>
                </a:cubicBezTo>
                <a:cubicBezTo>
                  <a:pt x="17169" y="5953"/>
                  <a:pt x="17156" y="5960"/>
                  <a:pt x="17144" y="5986"/>
                </a:cubicBezTo>
                <a:cubicBezTo>
                  <a:pt x="17131" y="6000"/>
                  <a:pt x="17120" y="6026"/>
                  <a:pt x="17111" y="6066"/>
                </a:cubicBezTo>
                <a:cubicBezTo>
                  <a:pt x="17093" y="6133"/>
                  <a:pt x="17081" y="6239"/>
                  <a:pt x="17083" y="6332"/>
                </a:cubicBezTo>
                <a:cubicBezTo>
                  <a:pt x="17083" y="6339"/>
                  <a:pt x="17083" y="6339"/>
                  <a:pt x="17083" y="6345"/>
                </a:cubicBezTo>
                <a:cubicBezTo>
                  <a:pt x="17079" y="6372"/>
                  <a:pt x="17077" y="6399"/>
                  <a:pt x="17075" y="6418"/>
                </a:cubicBezTo>
                <a:cubicBezTo>
                  <a:pt x="17072" y="6465"/>
                  <a:pt x="17070" y="6518"/>
                  <a:pt x="17070" y="6571"/>
                </a:cubicBezTo>
                <a:cubicBezTo>
                  <a:pt x="17070" y="6618"/>
                  <a:pt x="17072" y="6678"/>
                  <a:pt x="17077" y="6724"/>
                </a:cubicBezTo>
                <a:cubicBezTo>
                  <a:pt x="17086" y="6817"/>
                  <a:pt x="17101" y="6910"/>
                  <a:pt x="17120" y="6977"/>
                </a:cubicBezTo>
                <a:cubicBezTo>
                  <a:pt x="17140" y="7043"/>
                  <a:pt x="17158" y="7083"/>
                  <a:pt x="17182" y="7116"/>
                </a:cubicBezTo>
                <a:cubicBezTo>
                  <a:pt x="17218" y="7169"/>
                  <a:pt x="17255" y="7203"/>
                  <a:pt x="17293" y="7203"/>
                </a:cubicBezTo>
                <a:cubicBezTo>
                  <a:pt x="17347" y="7203"/>
                  <a:pt x="17399" y="7136"/>
                  <a:pt x="17439" y="6997"/>
                </a:cubicBezTo>
                <a:cubicBezTo>
                  <a:pt x="17444" y="6970"/>
                  <a:pt x="17449" y="6944"/>
                  <a:pt x="17455" y="6924"/>
                </a:cubicBezTo>
                <a:cubicBezTo>
                  <a:pt x="17462" y="6884"/>
                  <a:pt x="17466" y="6837"/>
                  <a:pt x="17467" y="6784"/>
                </a:cubicBezTo>
                <a:cubicBezTo>
                  <a:pt x="17471" y="6704"/>
                  <a:pt x="17467" y="6611"/>
                  <a:pt x="17455" y="6545"/>
                </a:cubicBezTo>
                <a:cubicBezTo>
                  <a:pt x="17426" y="6379"/>
                  <a:pt x="17388" y="6239"/>
                  <a:pt x="17340" y="6133"/>
                </a:cubicBezTo>
                <a:close/>
                <a:moveTo>
                  <a:pt x="18124" y="6259"/>
                </a:moveTo>
                <a:cubicBezTo>
                  <a:pt x="18116" y="6212"/>
                  <a:pt x="18107" y="6166"/>
                  <a:pt x="18098" y="6126"/>
                </a:cubicBezTo>
                <a:cubicBezTo>
                  <a:pt x="18089" y="6086"/>
                  <a:pt x="18077" y="6053"/>
                  <a:pt x="18064" y="6026"/>
                </a:cubicBezTo>
                <a:cubicBezTo>
                  <a:pt x="18052" y="6000"/>
                  <a:pt x="18037" y="5973"/>
                  <a:pt x="18025" y="5967"/>
                </a:cubicBezTo>
                <a:cubicBezTo>
                  <a:pt x="18012" y="5953"/>
                  <a:pt x="17998" y="5947"/>
                  <a:pt x="17985" y="5960"/>
                </a:cubicBezTo>
                <a:cubicBezTo>
                  <a:pt x="17973" y="5960"/>
                  <a:pt x="17960" y="5980"/>
                  <a:pt x="17947" y="6006"/>
                </a:cubicBezTo>
                <a:cubicBezTo>
                  <a:pt x="17940" y="6020"/>
                  <a:pt x="17935" y="6040"/>
                  <a:pt x="17929" y="6060"/>
                </a:cubicBezTo>
                <a:cubicBezTo>
                  <a:pt x="17924" y="6066"/>
                  <a:pt x="17919" y="6073"/>
                  <a:pt x="17913" y="6086"/>
                </a:cubicBezTo>
                <a:cubicBezTo>
                  <a:pt x="17902" y="6106"/>
                  <a:pt x="17892" y="6139"/>
                  <a:pt x="17883" y="6173"/>
                </a:cubicBezTo>
                <a:cubicBezTo>
                  <a:pt x="17874" y="6206"/>
                  <a:pt x="17865" y="6246"/>
                  <a:pt x="17859" y="6292"/>
                </a:cubicBezTo>
                <a:cubicBezTo>
                  <a:pt x="17854" y="6332"/>
                  <a:pt x="17847" y="6379"/>
                  <a:pt x="17845" y="6425"/>
                </a:cubicBezTo>
                <a:cubicBezTo>
                  <a:pt x="17843" y="6472"/>
                  <a:pt x="17840" y="6525"/>
                  <a:pt x="17840" y="6578"/>
                </a:cubicBezTo>
                <a:cubicBezTo>
                  <a:pt x="17841" y="6678"/>
                  <a:pt x="17847" y="6771"/>
                  <a:pt x="17861" y="6857"/>
                </a:cubicBezTo>
                <a:cubicBezTo>
                  <a:pt x="17868" y="6897"/>
                  <a:pt x="17876" y="6937"/>
                  <a:pt x="17885" y="6970"/>
                </a:cubicBezTo>
                <a:cubicBezTo>
                  <a:pt x="17906" y="7037"/>
                  <a:pt x="17915" y="7057"/>
                  <a:pt x="17940" y="7090"/>
                </a:cubicBezTo>
                <a:cubicBezTo>
                  <a:pt x="17953" y="7110"/>
                  <a:pt x="17967" y="7110"/>
                  <a:pt x="17980" y="7116"/>
                </a:cubicBezTo>
                <a:cubicBezTo>
                  <a:pt x="17994" y="7123"/>
                  <a:pt x="18009" y="7110"/>
                  <a:pt x="18021" y="7103"/>
                </a:cubicBezTo>
                <a:cubicBezTo>
                  <a:pt x="18027" y="7103"/>
                  <a:pt x="18030" y="7096"/>
                  <a:pt x="18034" y="7090"/>
                </a:cubicBezTo>
                <a:cubicBezTo>
                  <a:pt x="18046" y="7070"/>
                  <a:pt x="18061" y="7057"/>
                  <a:pt x="18071" y="7023"/>
                </a:cubicBezTo>
                <a:cubicBezTo>
                  <a:pt x="18082" y="6997"/>
                  <a:pt x="18093" y="6963"/>
                  <a:pt x="18102" y="6930"/>
                </a:cubicBezTo>
                <a:cubicBezTo>
                  <a:pt x="18109" y="6904"/>
                  <a:pt x="18116" y="6870"/>
                  <a:pt x="18122" y="6837"/>
                </a:cubicBezTo>
                <a:cubicBezTo>
                  <a:pt x="18127" y="6804"/>
                  <a:pt x="18133" y="6751"/>
                  <a:pt x="18136" y="6724"/>
                </a:cubicBezTo>
                <a:cubicBezTo>
                  <a:pt x="18142" y="6678"/>
                  <a:pt x="18142" y="6618"/>
                  <a:pt x="18143" y="6571"/>
                </a:cubicBezTo>
                <a:cubicBezTo>
                  <a:pt x="18145" y="6518"/>
                  <a:pt x="18142" y="6465"/>
                  <a:pt x="18140" y="6418"/>
                </a:cubicBezTo>
                <a:cubicBezTo>
                  <a:pt x="18136" y="6359"/>
                  <a:pt x="18129" y="6305"/>
                  <a:pt x="18124" y="6259"/>
                </a:cubicBezTo>
                <a:close/>
                <a:moveTo>
                  <a:pt x="18692" y="6173"/>
                </a:moveTo>
                <a:cubicBezTo>
                  <a:pt x="18683" y="6139"/>
                  <a:pt x="18674" y="6113"/>
                  <a:pt x="18663" y="6093"/>
                </a:cubicBezTo>
                <a:cubicBezTo>
                  <a:pt x="18658" y="6080"/>
                  <a:pt x="18650" y="6073"/>
                  <a:pt x="18645" y="6066"/>
                </a:cubicBezTo>
                <a:cubicBezTo>
                  <a:pt x="18640" y="6060"/>
                  <a:pt x="18632" y="6046"/>
                  <a:pt x="18627" y="6040"/>
                </a:cubicBezTo>
                <a:cubicBezTo>
                  <a:pt x="18602" y="6013"/>
                  <a:pt x="18573" y="6026"/>
                  <a:pt x="18550" y="6080"/>
                </a:cubicBezTo>
                <a:cubicBezTo>
                  <a:pt x="18543" y="6093"/>
                  <a:pt x="18537" y="6113"/>
                  <a:pt x="18532" y="6126"/>
                </a:cubicBezTo>
                <a:cubicBezTo>
                  <a:pt x="18528" y="6126"/>
                  <a:pt x="18525" y="6126"/>
                  <a:pt x="18523" y="6133"/>
                </a:cubicBezTo>
                <a:cubicBezTo>
                  <a:pt x="18516" y="6146"/>
                  <a:pt x="18507" y="6159"/>
                  <a:pt x="18499" y="6173"/>
                </a:cubicBezTo>
                <a:cubicBezTo>
                  <a:pt x="18485" y="6206"/>
                  <a:pt x="18472" y="6252"/>
                  <a:pt x="18463" y="6306"/>
                </a:cubicBezTo>
                <a:cubicBezTo>
                  <a:pt x="18444" y="6405"/>
                  <a:pt x="18422" y="6505"/>
                  <a:pt x="18402" y="6605"/>
                </a:cubicBezTo>
                <a:cubicBezTo>
                  <a:pt x="18395" y="6644"/>
                  <a:pt x="18392" y="6691"/>
                  <a:pt x="18390" y="6744"/>
                </a:cubicBezTo>
                <a:cubicBezTo>
                  <a:pt x="18386" y="6791"/>
                  <a:pt x="18388" y="6844"/>
                  <a:pt x="18392" y="6890"/>
                </a:cubicBezTo>
                <a:cubicBezTo>
                  <a:pt x="18399" y="6983"/>
                  <a:pt x="18415" y="7063"/>
                  <a:pt x="18438" y="7110"/>
                </a:cubicBezTo>
                <a:cubicBezTo>
                  <a:pt x="18472" y="7183"/>
                  <a:pt x="18510" y="7223"/>
                  <a:pt x="18550" y="7229"/>
                </a:cubicBezTo>
                <a:cubicBezTo>
                  <a:pt x="18570" y="7236"/>
                  <a:pt x="18589" y="7223"/>
                  <a:pt x="18607" y="7209"/>
                </a:cubicBezTo>
                <a:cubicBezTo>
                  <a:pt x="18613" y="7203"/>
                  <a:pt x="18618" y="7203"/>
                  <a:pt x="18622" y="7189"/>
                </a:cubicBezTo>
                <a:cubicBezTo>
                  <a:pt x="18634" y="7170"/>
                  <a:pt x="18647" y="7156"/>
                  <a:pt x="18659" y="7130"/>
                </a:cubicBezTo>
                <a:cubicBezTo>
                  <a:pt x="18683" y="7076"/>
                  <a:pt x="18697" y="7023"/>
                  <a:pt x="18713" y="6937"/>
                </a:cubicBezTo>
                <a:cubicBezTo>
                  <a:pt x="18722" y="6890"/>
                  <a:pt x="18730" y="6831"/>
                  <a:pt x="18733" y="6771"/>
                </a:cubicBezTo>
                <a:cubicBezTo>
                  <a:pt x="18737" y="6724"/>
                  <a:pt x="18737" y="6684"/>
                  <a:pt x="18739" y="6638"/>
                </a:cubicBezTo>
                <a:cubicBezTo>
                  <a:pt x="18739" y="6625"/>
                  <a:pt x="18739" y="6605"/>
                  <a:pt x="18739" y="6591"/>
                </a:cubicBezTo>
                <a:cubicBezTo>
                  <a:pt x="18739" y="6532"/>
                  <a:pt x="18737" y="6465"/>
                  <a:pt x="18731" y="6412"/>
                </a:cubicBezTo>
                <a:cubicBezTo>
                  <a:pt x="18721" y="6319"/>
                  <a:pt x="18712" y="6246"/>
                  <a:pt x="18692" y="6173"/>
                </a:cubicBezTo>
                <a:close/>
                <a:moveTo>
                  <a:pt x="19265" y="6325"/>
                </a:moveTo>
                <a:cubicBezTo>
                  <a:pt x="19258" y="6286"/>
                  <a:pt x="19249" y="6252"/>
                  <a:pt x="19237" y="6232"/>
                </a:cubicBezTo>
                <a:cubicBezTo>
                  <a:pt x="19228" y="6219"/>
                  <a:pt x="19220" y="6206"/>
                  <a:pt x="19210" y="6193"/>
                </a:cubicBezTo>
                <a:cubicBezTo>
                  <a:pt x="19206" y="6166"/>
                  <a:pt x="19201" y="6146"/>
                  <a:pt x="19195" y="6126"/>
                </a:cubicBezTo>
                <a:cubicBezTo>
                  <a:pt x="19175" y="6060"/>
                  <a:pt x="19150" y="6013"/>
                  <a:pt x="19123" y="6020"/>
                </a:cubicBezTo>
                <a:cubicBezTo>
                  <a:pt x="19098" y="6026"/>
                  <a:pt x="19069" y="6053"/>
                  <a:pt x="19051" y="6126"/>
                </a:cubicBezTo>
                <a:cubicBezTo>
                  <a:pt x="19033" y="6199"/>
                  <a:pt x="19017" y="6266"/>
                  <a:pt x="18999" y="6339"/>
                </a:cubicBezTo>
                <a:cubicBezTo>
                  <a:pt x="18990" y="6372"/>
                  <a:pt x="18983" y="6412"/>
                  <a:pt x="18978" y="6458"/>
                </a:cubicBezTo>
                <a:cubicBezTo>
                  <a:pt x="18970" y="6505"/>
                  <a:pt x="18969" y="6551"/>
                  <a:pt x="18969" y="6605"/>
                </a:cubicBezTo>
                <a:cubicBezTo>
                  <a:pt x="18970" y="6638"/>
                  <a:pt x="18970" y="6671"/>
                  <a:pt x="18972" y="6704"/>
                </a:cubicBezTo>
                <a:cubicBezTo>
                  <a:pt x="18978" y="6764"/>
                  <a:pt x="18985" y="6824"/>
                  <a:pt x="18997" y="6870"/>
                </a:cubicBezTo>
                <a:cubicBezTo>
                  <a:pt x="18999" y="6877"/>
                  <a:pt x="19001" y="6890"/>
                  <a:pt x="19003" y="6897"/>
                </a:cubicBezTo>
                <a:cubicBezTo>
                  <a:pt x="19012" y="6924"/>
                  <a:pt x="19021" y="6950"/>
                  <a:pt x="19030" y="6970"/>
                </a:cubicBezTo>
                <a:cubicBezTo>
                  <a:pt x="19041" y="6997"/>
                  <a:pt x="19055" y="7017"/>
                  <a:pt x="19069" y="7037"/>
                </a:cubicBezTo>
                <a:cubicBezTo>
                  <a:pt x="19082" y="7057"/>
                  <a:pt x="19098" y="7057"/>
                  <a:pt x="19111" y="7063"/>
                </a:cubicBezTo>
                <a:cubicBezTo>
                  <a:pt x="19116" y="7063"/>
                  <a:pt x="19123" y="7063"/>
                  <a:pt x="19129" y="7063"/>
                </a:cubicBezTo>
                <a:cubicBezTo>
                  <a:pt x="19157" y="7050"/>
                  <a:pt x="19184" y="7030"/>
                  <a:pt x="19210" y="6977"/>
                </a:cubicBezTo>
                <a:cubicBezTo>
                  <a:pt x="19233" y="6924"/>
                  <a:pt x="19256" y="6844"/>
                  <a:pt x="19267" y="6751"/>
                </a:cubicBezTo>
                <a:cubicBezTo>
                  <a:pt x="19274" y="6711"/>
                  <a:pt x="19278" y="6664"/>
                  <a:pt x="19280" y="6611"/>
                </a:cubicBezTo>
                <a:cubicBezTo>
                  <a:pt x="19283" y="6565"/>
                  <a:pt x="19282" y="6512"/>
                  <a:pt x="19278" y="6465"/>
                </a:cubicBezTo>
                <a:cubicBezTo>
                  <a:pt x="19280" y="6405"/>
                  <a:pt x="19274" y="6365"/>
                  <a:pt x="19265" y="6325"/>
                </a:cubicBezTo>
                <a:close/>
                <a:moveTo>
                  <a:pt x="19984" y="6179"/>
                </a:moveTo>
                <a:cubicBezTo>
                  <a:pt x="19975" y="6126"/>
                  <a:pt x="19963" y="6080"/>
                  <a:pt x="19949" y="6046"/>
                </a:cubicBezTo>
                <a:cubicBezTo>
                  <a:pt x="19940" y="6026"/>
                  <a:pt x="19932" y="6013"/>
                  <a:pt x="19923" y="5993"/>
                </a:cubicBezTo>
                <a:cubicBezTo>
                  <a:pt x="19907" y="5967"/>
                  <a:pt x="19891" y="5940"/>
                  <a:pt x="19875" y="5927"/>
                </a:cubicBezTo>
                <a:cubicBezTo>
                  <a:pt x="19833" y="5893"/>
                  <a:pt x="19792" y="5900"/>
                  <a:pt x="19756" y="5986"/>
                </a:cubicBezTo>
                <a:cubicBezTo>
                  <a:pt x="19735" y="6040"/>
                  <a:pt x="19722" y="6086"/>
                  <a:pt x="19706" y="6166"/>
                </a:cubicBezTo>
                <a:cubicBezTo>
                  <a:pt x="19704" y="6179"/>
                  <a:pt x="19702" y="6186"/>
                  <a:pt x="19700" y="6199"/>
                </a:cubicBezTo>
                <a:cubicBezTo>
                  <a:pt x="19695" y="6232"/>
                  <a:pt x="19691" y="6272"/>
                  <a:pt x="19688" y="6312"/>
                </a:cubicBezTo>
                <a:cubicBezTo>
                  <a:pt x="19686" y="6325"/>
                  <a:pt x="19686" y="6339"/>
                  <a:pt x="19686" y="6352"/>
                </a:cubicBezTo>
                <a:cubicBezTo>
                  <a:pt x="19686" y="6352"/>
                  <a:pt x="19684" y="6352"/>
                  <a:pt x="19684" y="6359"/>
                </a:cubicBezTo>
                <a:cubicBezTo>
                  <a:pt x="19663" y="6405"/>
                  <a:pt x="19643" y="6492"/>
                  <a:pt x="19638" y="6578"/>
                </a:cubicBezTo>
                <a:cubicBezTo>
                  <a:pt x="19632" y="6671"/>
                  <a:pt x="19632" y="6777"/>
                  <a:pt x="19648" y="6864"/>
                </a:cubicBezTo>
                <a:cubicBezTo>
                  <a:pt x="19663" y="6950"/>
                  <a:pt x="19682" y="7003"/>
                  <a:pt x="19708" y="7037"/>
                </a:cubicBezTo>
                <a:cubicBezTo>
                  <a:pt x="19711" y="7037"/>
                  <a:pt x="19713" y="7043"/>
                  <a:pt x="19717" y="7043"/>
                </a:cubicBezTo>
                <a:cubicBezTo>
                  <a:pt x="19767" y="7209"/>
                  <a:pt x="19846" y="7236"/>
                  <a:pt x="19904" y="7103"/>
                </a:cubicBezTo>
                <a:cubicBezTo>
                  <a:pt x="19938" y="7030"/>
                  <a:pt x="19961" y="6910"/>
                  <a:pt x="19972" y="6777"/>
                </a:cubicBezTo>
                <a:cubicBezTo>
                  <a:pt x="19977" y="6711"/>
                  <a:pt x="19979" y="6644"/>
                  <a:pt x="19979" y="6578"/>
                </a:cubicBezTo>
                <a:cubicBezTo>
                  <a:pt x="19986" y="6545"/>
                  <a:pt x="19992" y="6505"/>
                  <a:pt x="19993" y="6465"/>
                </a:cubicBezTo>
                <a:cubicBezTo>
                  <a:pt x="19997" y="6418"/>
                  <a:pt x="19999" y="6365"/>
                  <a:pt x="19995" y="6319"/>
                </a:cubicBezTo>
                <a:cubicBezTo>
                  <a:pt x="19995" y="6266"/>
                  <a:pt x="19992" y="6219"/>
                  <a:pt x="19984" y="6179"/>
                </a:cubicBezTo>
                <a:close/>
                <a:moveTo>
                  <a:pt x="20741" y="6246"/>
                </a:moveTo>
                <a:cubicBezTo>
                  <a:pt x="20740" y="6246"/>
                  <a:pt x="20738" y="6239"/>
                  <a:pt x="20736" y="6239"/>
                </a:cubicBezTo>
                <a:cubicBezTo>
                  <a:pt x="20734" y="6239"/>
                  <a:pt x="20732" y="6239"/>
                  <a:pt x="20731" y="6239"/>
                </a:cubicBezTo>
                <a:cubicBezTo>
                  <a:pt x="20722" y="6133"/>
                  <a:pt x="20700" y="6033"/>
                  <a:pt x="20673" y="5980"/>
                </a:cubicBezTo>
                <a:cubicBezTo>
                  <a:pt x="20664" y="5960"/>
                  <a:pt x="20653" y="5947"/>
                  <a:pt x="20644" y="5933"/>
                </a:cubicBezTo>
                <a:cubicBezTo>
                  <a:pt x="20643" y="5933"/>
                  <a:pt x="20641" y="5927"/>
                  <a:pt x="20637" y="5927"/>
                </a:cubicBezTo>
                <a:cubicBezTo>
                  <a:pt x="20614" y="5907"/>
                  <a:pt x="20598" y="5907"/>
                  <a:pt x="20574" y="5927"/>
                </a:cubicBezTo>
                <a:cubicBezTo>
                  <a:pt x="20565" y="5933"/>
                  <a:pt x="20554" y="5953"/>
                  <a:pt x="20545" y="5973"/>
                </a:cubicBezTo>
                <a:cubicBezTo>
                  <a:pt x="20540" y="5986"/>
                  <a:pt x="20529" y="6020"/>
                  <a:pt x="20524" y="6033"/>
                </a:cubicBezTo>
                <a:cubicBezTo>
                  <a:pt x="20517" y="6053"/>
                  <a:pt x="20511" y="6086"/>
                  <a:pt x="20508" y="6113"/>
                </a:cubicBezTo>
                <a:cubicBezTo>
                  <a:pt x="20502" y="6146"/>
                  <a:pt x="20499" y="6186"/>
                  <a:pt x="20497" y="6219"/>
                </a:cubicBezTo>
                <a:cubicBezTo>
                  <a:pt x="20495" y="6252"/>
                  <a:pt x="20493" y="6292"/>
                  <a:pt x="20493" y="6325"/>
                </a:cubicBezTo>
                <a:cubicBezTo>
                  <a:pt x="20493" y="6359"/>
                  <a:pt x="20495" y="6399"/>
                  <a:pt x="20497" y="6432"/>
                </a:cubicBezTo>
                <a:cubicBezTo>
                  <a:pt x="20499" y="6452"/>
                  <a:pt x="20500" y="6465"/>
                  <a:pt x="20502" y="6478"/>
                </a:cubicBezTo>
                <a:cubicBezTo>
                  <a:pt x="20491" y="6565"/>
                  <a:pt x="20488" y="6651"/>
                  <a:pt x="20495" y="6744"/>
                </a:cubicBezTo>
                <a:cubicBezTo>
                  <a:pt x="20506" y="6897"/>
                  <a:pt x="20533" y="7017"/>
                  <a:pt x="20569" y="7096"/>
                </a:cubicBezTo>
                <a:cubicBezTo>
                  <a:pt x="20580" y="7123"/>
                  <a:pt x="20590" y="7136"/>
                  <a:pt x="20603" y="7150"/>
                </a:cubicBezTo>
                <a:cubicBezTo>
                  <a:pt x="20607" y="7156"/>
                  <a:pt x="20612" y="7163"/>
                  <a:pt x="20616" y="7163"/>
                </a:cubicBezTo>
                <a:cubicBezTo>
                  <a:pt x="20632" y="7176"/>
                  <a:pt x="20650" y="7189"/>
                  <a:pt x="20666" y="7183"/>
                </a:cubicBezTo>
                <a:cubicBezTo>
                  <a:pt x="20678" y="7183"/>
                  <a:pt x="20691" y="7176"/>
                  <a:pt x="20704" y="7163"/>
                </a:cubicBezTo>
                <a:cubicBezTo>
                  <a:pt x="20707" y="7163"/>
                  <a:pt x="20713" y="7156"/>
                  <a:pt x="20716" y="7150"/>
                </a:cubicBezTo>
                <a:cubicBezTo>
                  <a:pt x="20743" y="7116"/>
                  <a:pt x="20759" y="7083"/>
                  <a:pt x="20781" y="7010"/>
                </a:cubicBezTo>
                <a:cubicBezTo>
                  <a:pt x="20785" y="7003"/>
                  <a:pt x="20786" y="6990"/>
                  <a:pt x="20790" y="6977"/>
                </a:cubicBezTo>
                <a:cubicBezTo>
                  <a:pt x="20797" y="6944"/>
                  <a:pt x="20806" y="6904"/>
                  <a:pt x="20813" y="6857"/>
                </a:cubicBezTo>
                <a:cubicBezTo>
                  <a:pt x="20822" y="6784"/>
                  <a:pt x="20831" y="6711"/>
                  <a:pt x="20829" y="6624"/>
                </a:cubicBezTo>
                <a:cubicBezTo>
                  <a:pt x="20828" y="6518"/>
                  <a:pt x="20819" y="6412"/>
                  <a:pt x="20797" y="6332"/>
                </a:cubicBezTo>
                <a:cubicBezTo>
                  <a:pt x="20777" y="6305"/>
                  <a:pt x="20761" y="6272"/>
                  <a:pt x="20741" y="6246"/>
                </a:cubicBezTo>
                <a:close/>
                <a:moveTo>
                  <a:pt x="21592" y="6538"/>
                </a:moveTo>
                <a:cubicBezTo>
                  <a:pt x="21592" y="6472"/>
                  <a:pt x="21586" y="6405"/>
                  <a:pt x="21577" y="6352"/>
                </a:cubicBezTo>
                <a:cubicBezTo>
                  <a:pt x="21576" y="6339"/>
                  <a:pt x="21574" y="6332"/>
                  <a:pt x="21572" y="6319"/>
                </a:cubicBezTo>
                <a:cubicBezTo>
                  <a:pt x="21570" y="6286"/>
                  <a:pt x="21567" y="6252"/>
                  <a:pt x="21561" y="6219"/>
                </a:cubicBezTo>
                <a:cubicBezTo>
                  <a:pt x="21547" y="6139"/>
                  <a:pt x="21527" y="6066"/>
                  <a:pt x="21502" y="6046"/>
                </a:cubicBezTo>
                <a:cubicBezTo>
                  <a:pt x="21462" y="6020"/>
                  <a:pt x="21423" y="6013"/>
                  <a:pt x="21385" y="6053"/>
                </a:cubicBezTo>
                <a:cubicBezTo>
                  <a:pt x="21354" y="6086"/>
                  <a:pt x="21328" y="6139"/>
                  <a:pt x="21304" y="6206"/>
                </a:cubicBezTo>
                <a:cubicBezTo>
                  <a:pt x="21293" y="6226"/>
                  <a:pt x="21283" y="6246"/>
                  <a:pt x="21274" y="6279"/>
                </a:cubicBezTo>
                <a:cubicBezTo>
                  <a:pt x="21268" y="6305"/>
                  <a:pt x="21263" y="6332"/>
                  <a:pt x="21257" y="6352"/>
                </a:cubicBezTo>
                <a:cubicBezTo>
                  <a:pt x="21248" y="6412"/>
                  <a:pt x="21243" y="6472"/>
                  <a:pt x="21243" y="6538"/>
                </a:cubicBezTo>
                <a:cubicBezTo>
                  <a:pt x="21243" y="6551"/>
                  <a:pt x="21243" y="6571"/>
                  <a:pt x="21243" y="6585"/>
                </a:cubicBezTo>
                <a:cubicBezTo>
                  <a:pt x="21245" y="6631"/>
                  <a:pt x="21245" y="6684"/>
                  <a:pt x="21248" y="6731"/>
                </a:cubicBezTo>
                <a:cubicBezTo>
                  <a:pt x="21252" y="6771"/>
                  <a:pt x="21257" y="6817"/>
                  <a:pt x="21263" y="6857"/>
                </a:cubicBezTo>
                <a:cubicBezTo>
                  <a:pt x="21265" y="6870"/>
                  <a:pt x="21266" y="6884"/>
                  <a:pt x="21270" y="6904"/>
                </a:cubicBezTo>
                <a:cubicBezTo>
                  <a:pt x="21279" y="6950"/>
                  <a:pt x="21290" y="7010"/>
                  <a:pt x="21302" y="7050"/>
                </a:cubicBezTo>
                <a:cubicBezTo>
                  <a:pt x="21311" y="7076"/>
                  <a:pt x="21320" y="7110"/>
                  <a:pt x="21331" y="7130"/>
                </a:cubicBezTo>
                <a:cubicBezTo>
                  <a:pt x="21342" y="7156"/>
                  <a:pt x="21354" y="7169"/>
                  <a:pt x="21365" y="7189"/>
                </a:cubicBezTo>
                <a:cubicBezTo>
                  <a:pt x="21369" y="7196"/>
                  <a:pt x="21372" y="7203"/>
                  <a:pt x="21378" y="7203"/>
                </a:cubicBezTo>
                <a:cubicBezTo>
                  <a:pt x="21390" y="7216"/>
                  <a:pt x="21403" y="7223"/>
                  <a:pt x="21416" y="7223"/>
                </a:cubicBezTo>
                <a:cubicBezTo>
                  <a:pt x="21425" y="7223"/>
                  <a:pt x="21434" y="7216"/>
                  <a:pt x="21441" y="7216"/>
                </a:cubicBezTo>
                <a:cubicBezTo>
                  <a:pt x="21450" y="7209"/>
                  <a:pt x="21459" y="7209"/>
                  <a:pt x="21466" y="7196"/>
                </a:cubicBezTo>
                <a:cubicBezTo>
                  <a:pt x="21482" y="7176"/>
                  <a:pt x="21498" y="7150"/>
                  <a:pt x="21511" y="7116"/>
                </a:cubicBezTo>
                <a:cubicBezTo>
                  <a:pt x="21520" y="7090"/>
                  <a:pt x="21531" y="7063"/>
                  <a:pt x="21540" y="7030"/>
                </a:cubicBezTo>
                <a:cubicBezTo>
                  <a:pt x="21549" y="6997"/>
                  <a:pt x="21556" y="6957"/>
                  <a:pt x="21563" y="6924"/>
                </a:cubicBezTo>
                <a:cubicBezTo>
                  <a:pt x="21567" y="6910"/>
                  <a:pt x="21568" y="6890"/>
                  <a:pt x="21572" y="6877"/>
                </a:cubicBezTo>
                <a:cubicBezTo>
                  <a:pt x="21577" y="6837"/>
                  <a:pt x="21583" y="6791"/>
                  <a:pt x="21586" y="6744"/>
                </a:cubicBezTo>
                <a:cubicBezTo>
                  <a:pt x="21590" y="6698"/>
                  <a:pt x="21592" y="6644"/>
                  <a:pt x="21594" y="6598"/>
                </a:cubicBezTo>
                <a:cubicBezTo>
                  <a:pt x="21592" y="6571"/>
                  <a:pt x="21592" y="6551"/>
                  <a:pt x="21592" y="6538"/>
                </a:cubicBezTo>
                <a:close/>
                <a:moveTo>
                  <a:pt x="21153" y="9894"/>
                </a:moveTo>
                <a:cubicBezTo>
                  <a:pt x="21176" y="9961"/>
                  <a:pt x="21212" y="10007"/>
                  <a:pt x="21241" y="9961"/>
                </a:cubicBezTo>
                <a:cubicBezTo>
                  <a:pt x="21266" y="9921"/>
                  <a:pt x="21292" y="9881"/>
                  <a:pt x="21317" y="9848"/>
                </a:cubicBezTo>
                <a:cubicBezTo>
                  <a:pt x="21344" y="9908"/>
                  <a:pt x="21374" y="9948"/>
                  <a:pt x="21407" y="9941"/>
                </a:cubicBezTo>
                <a:cubicBezTo>
                  <a:pt x="21452" y="9928"/>
                  <a:pt x="21489" y="9868"/>
                  <a:pt x="21525" y="9761"/>
                </a:cubicBezTo>
                <a:cubicBezTo>
                  <a:pt x="21554" y="9675"/>
                  <a:pt x="21572" y="9555"/>
                  <a:pt x="21585" y="9429"/>
                </a:cubicBezTo>
                <a:cubicBezTo>
                  <a:pt x="21599" y="9270"/>
                  <a:pt x="21592" y="9104"/>
                  <a:pt x="21572" y="8951"/>
                </a:cubicBezTo>
                <a:cubicBezTo>
                  <a:pt x="21547" y="8738"/>
                  <a:pt x="21482" y="8578"/>
                  <a:pt x="21421" y="8545"/>
                </a:cubicBezTo>
                <a:cubicBezTo>
                  <a:pt x="21383" y="8525"/>
                  <a:pt x="21345" y="8519"/>
                  <a:pt x="21308" y="8559"/>
                </a:cubicBezTo>
                <a:cubicBezTo>
                  <a:pt x="21270" y="8605"/>
                  <a:pt x="21236" y="8678"/>
                  <a:pt x="21207" y="8784"/>
                </a:cubicBezTo>
                <a:cubicBezTo>
                  <a:pt x="21146" y="9004"/>
                  <a:pt x="21121" y="9303"/>
                  <a:pt x="21114" y="9609"/>
                </a:cubicBezTo>
                <a:cubicBezTo>
                  <a:pt x="21112" y="9715"/>
                  <a:pt x="21132" y="9828"/>
                  <a:pt x="21153" y="9894"/>
                </a:cubicBezTo>
                <a:close/>
                <a:moveTo>
                  <a:pt x="20405" y="9629"/>
                </a:moveTo>
                <a:cubicBezTo>
                  <a:pt x="20409" y="9668"/>
                  <a:pt x="20414" y="9715"/>
                  <a:pt x="20420" y="9748"/>
                </a:cubicBezTo>
                <a:cubicBezTo>
                  <a:pt x="20425" y="9788"/>
                  <a:pt x="20434" y="9821"/>
                  <a:pt x="20441" y="9855"/>
                </a:cubicBezTo>
                <a:cubicBezTo>
                  <a:pt x="20443" y="9861"/>
                  <a:pt x="20443" y="9861"/>
                  <a:pt x="20445" y="9868"/>
                </a:cubicBezTo>
                <a:cubicBezTo>
                  <a:pt x="20452" y="9894"/>
                  <a:pt x="20461" y="9914"/>
                  <a:pt x="20468" y="9934"/>
                </a:cubicBezTo>
                <a:cubicBezTo>
                  <a:pt x="20470" y="9941"/>
                  <a:pt x="20472" y="9941"/>
                  <a:pt x="20474" y="9948"/>
                </a:cubicBezTo>
                <a:cubicBezTo>
                  <a:pt x="20482" y="9968"/>
                  <a:pt x="20493" y="9981"/>
                  <a:pt x="20502" y="9994"/>
                </a:cubicBezTo>
                <a:cubicBezTo>
                  <a:pt x="20504" y="9994"/>
                  <a:pt x="20506" y="10001"/>
                  <a:pt x="20508" y="10001"/>
                </a:cubicBezTo>
                <a:cubicBezTo>
                  <a:pt x="20518" y="10007"/>
                  <a:pt x="20529" y="10014"/>
                  <a:pt x="20540" y="10014"/>
                </a:cubicBezTo>
                <a:cubicBezTo>
                  <a:pt x="20549" y="10007"/>
                  <a:pt x="20558" y="10007"/>
                  <a:pt x="20567" y="10001"/>
                </a:cubicBezTo>
                <a:cubicBezTo>
                  <a:pt x="20580" y="9987"/>
                  <a:pt x="20592" y="9968"/>
                  <a:pt x="20601" y="9934"/>
                </a:cubicBezTo>
                <a:cubicBezTo>
                  <a:pt x="20608" y="9921"/>
                  <a:pt x="20616" y="9894"/>
                  <a:pt x="20619" y="9868"/>
                </a:cubicBezTo>
                <a:cubicBezTo>
                  <a:pt x="20628" y="9835"/>
                  <a:pt x="20634" y="9788"/>
                  <a:pt x="20637" y="9742"/>
                </a:cubicBezTo>
                <a:cubicBezTo>
                  <a:pt x="20639" y="9722"/>
                  <a:pt x="20639" y="9695"/>
                  <a:pt x="20641" y="9675"/>
                </a:cubicBezTo>
                <a:cubicBezTo>
                  <a:pt x="20659" y="9622"/>
                  <a:pt x="20675" y="9555"/>
                  <a:pt x="20689" y="9489"/>
                </a:cubicBezTo>
                <a:cubicBezTo>
                  <a:pt x="20695" y="9462"/>
                  <a:pt x="20698" y="9442"/>
                  <a:pt x="20702" y="9409"/>
                </a:cubicBezTo>
                <a:cubicBezTo>
                  <a:pt x="20709" y="9356"/>
                  <a:pt x="20714" y="9303"/>
                  <a:pt x="20718" y="9243"/>
                </a:cubicBezTo>
                <a:cubicBezTo>
                  <a:pt x="20723" y="9177"/>
                  <a:pt x="20723" y="9110"/>
                  <a:pt x="20718" y="9044"/>
                </a:cubicBezTo>
                <a:cubicBezTo>
                  <a:pt x="20713" y="8984"/>
                  <a:pt x="20705" y="8924"/>
                  <a:pt x="20693" y="8878"/>
                </a:cubicBezTo>
                <a:cubicBezTo>
                  <a:pt x="20680" y="8831"/>
                  <a:pt x="20666" y="8798"/>
                  <a:pt x="20648" y="8785"/>
                </a:cubicBezTo>
                <a:cubicBezTo>
                  <a:pt x="20630" y="8765"/>
                  <a:pt x="20612" y="8765"/>
                  <a:pt x="20594" y="8785"/>
                </a:cubicBezTo>
                <a:cubicBezTo>
                  <a:pt x="20540" y="8811"/>
                  <a:pt x="20484" y="8878"/>
                  <a:pt x="20445" y="9024"/>
                </a:cubicBezTo>
                <a:cubicBezTo>
                  <a:pt x="20436" y="9057"/>
                  <a:pt x="20429" y="9090"/>
                  <a:pt x="20423" y="9130"/>
                </a:cubicBezTo>
                <a:cubicBezTo>
                  <a:pt x="20416" y="9163"/>
                  <a:pt x="20412" y="9210"/>
                  <a:pt x="20409" y="9250"/>
                </a:cubicBezTo>
                <a:cubicBezTo>
                  <a:pt x="20403" y="9303"/>
                  <a:pt x="20402" y="9363"/>
                  <a:pt x="20400" y="9423"/>
                </a:cubicBezTo>
                <a:cubicBezTo>
                  <a:pt x="20398" y="9482"/>
                  <a:pt x="20402" y="9542"/>
                  <a:pt x="20405" y="9595"/>
                </a:cubicBezTo>
                <a:cubicBezTo>
                  <a:pt x="20403" y="9602"/>
                  <a:pt x="20405" y="9615"/>
                  <a:pt x="20405" y="9629"/>
                </a:cubicBezTo>
                <a:close/>
                <a:moveTo>
                  <a:pt x="19731" y="9868"/>
                </a:moveTo>
                <a:cubicBezTo>
                  <a:pt x="19758" y="9941"/>
                  <a:pt x="19787" y="9987"/>
                  <a:pt x="19817" y="10027"/>
                </a:cubicBezTo>
                <a:cubicBezTo>
                  <a:pt x="19841" y="10061"/>
                  <a:pt x="19875" y="10034"/>
                  <a:pt x="19895" y="9987"/>
                </a:cubicBezTo>
                <a:cubicBezTo>
                  <a:pt x="19913" y="9948"/>
                  <a:pt x="19931" y="9874"/>
                  <a:pt x="19938" y="9795"/>
                </a:cubicBezTo>
                <a:cubicBezTo>
                  <a:pt x="19945" y="9788"/>
                  <a:pt x="19952" y="9788"/>
                  <a:pt x="19961" y="9781"/>
                </a:cubicBezTo>
                <a:cubicBezTo>
                  <a:pt x="19977" y="9761"/>
                  <a:pt x="19993" y="9735"/>
                  <a:pt x="20006" y="9688"/>
                </a:cubicBezTo>
                <a:cubicBezTo>
                  <a:pt x="20029" y="9615"/>
                  <a:pt x="20047" y="9489"/>
                  <a:pt x="20053" y="9383"/>
                </a:cubicBezTo>
                <a:cubicBezTo>
                  <a:pt x="20058" y="9276"/>
                  <a:pt x="20058" y="9216"/>
                  <a:pt x="20053" y="9110"/>
                </a:cubicBezTo>
                <a:cubicBezTo>
                  <a:pt x="20051" y="9050"/>
                  <a:pt x="20044" y="8991"/>
                  <a:pt x="20037" y="8937"/>
                </a:cubicBezTo>
                <a:cubicBezTo>
                  <a:pt x="20022" y="8824"/>
                  <a:pt x="19995" y="8731"/>
                  <a:pt x="19966" y="8665"/>
                </a:cubicBezTo>
                <a:cubicBezTo>
                  <a:pt x="19934" y="8592"/>
                  <a:pt x="19900" y="8565"/>
                  <a:pt x="19864" y="8552"/>
                </a:cubicBezTo>
                <a:cubicBezTo>
                  <a:pt x="19835" y="8539"/>
                  <a:pt x="19806" y="8552"/>
                  <a:pt x="19778" y="8572"/>
                </a:cubicBezTo>
                <a:cubicBezTo>
                  <a:pt x="19744" y="8598"/>
                  <a:pt x="19709" y="8665"/>
                  <a:pt x="19684" y="8758"/>
                </a:cubicBezTo>
                <a:cubicBezTo>
                  <a:pt x="19673" y="8798"/>
                  <a:pt x="19661" y="8851"/>
                  <a:pt x="19654" y="8904"/>
                </a:cubicBezTo>
                <a:cubicBezTo>
                  <a:pt x="19641" y="9004"/>
                  <a:pt x="19637" y="9070"/>
                  <a:pt x="19634" y="9177"/>
                </a:cubicBezTo>
                <a:cubicBezTo>
                  <a:pt x="19630" y="9310"/>
                  <a:pt x="19641" y="9442"/>
                  <a:pt x="19655" y="9562"/>
                </a:cubicBezTo>
                <a:cubicBezTo>
                  <a:pt x="19672" y="9688"/>
                  <a:pt x="19700" y="9781"/>
                  <a:pt x="19731" y="9868"/>
                </a:cubicBezTo>
                <a:close/>
                <a:moveTo>
                  <a:pt x="19114" y="9781"/>
                </a:moveTo>
                <a:cubicBezTo>
                  <a:pt x="19129" y="9795"/>
                  <a:pt x="19141" y="9801"/>
                  <a:pt x="19156" y="9801"/>
                </a:cubicBezTo>
                <a:cubicBezTo>
                  <a:pt x="19170" y="9801"/>
                  <a:pt x="19184" y="9795"/>
                  <a:pt x="19199" y="9781"/>
                </a:cubicBezTo>
                <a:cubicBezTo>
                  <a:pt x="19204" y="9775"/>
                  <a:pt x="19210" y="9775"/>
                  <a:pt x="19215" y="9761"/>
                </a:cubicBezTo>
                <a:cubicBezTo>
                  <a:pt x="19228" y="9742"/>
                  <a:pt x="19242" y="9728"/>
                  <a:pt x="19253" y="9695"/>
                </a:cubicBezTo>
                <a:cubicBezTo>
                  <a:pt x="19274" y="9635"/>
                  <a:pt x="19296" y="9569"/>
                  <a:pt x="19307" y="9476"/>
                </a:cubicBezTo>
                <a:cubicBezTo>
                  <a:pt x="19319" y="9383"/>
                  <a:pt x="19321" y="9349"/>
                  <a:pt x="19325" y="9243"/>
                </a:cubicBezTo>
                <a:cubicBezTo>
                  <a:pt x="19326" y="9190"/>
                  <a:pt x="19323" y="9137"/>
                  <a:pt x="19321" y="9090"/>
                </a:cubicBezTo>
                <a:cubicBezTo>
                  <a:pt x="19319" y="9044"/>
                  <a:pt x="19312" y="8997"/>
                  <a:pt x="19307" y="8951"/>
                </a:cubicBezTo>
                <a:cubicBezTo>
                  <a:pt x="19301" y="8904"/>
                  <a:pt x="19292" y="8864"/>
                  <a:pt x="19283" y="8831"/>
                </a:cubicBezTo>
                <a:cubicBezTo>
                  <a:pt x="19267" y="8758"/>
                  <a:pt x="19242" y="8705"/>
                  <a:pt x="19217" y="8678"/>
                </a:cubicBezTo>
                <a:cubicBezTo>
                  <a:pt x="19204" y="8665"/>
                  <a:pt x="19190" y="8658"/>
                  <a:pt x="19177" y="8658"/>
                </a:cubicBezTo>
                <a:cubicBezTo>
                  <a:pt x="19152" y="8665"/>
                  <a:pt x="19138" y="8678"/>
                  <a:pt x="19116" y="8725"/>
                </a:cubicBezTo>
                <a:cubicBezTo>
                  <a:pt x="19095" y="8765"/>
                  <a:pt x="19075" y="8844"/>
                  <a:pt x="19064" y="8917"/>
                </a:cubicBezTo>
                <a:cubicBezTo>
                  <a:pt x="19051" y="9004"/>
                  <a:pt x="19042" y="9103"/>
                  <a:pt x="19044" y="9203"/>
                </a:cubicBezTo>
                <a:cubicBezTo>
                  <a:pt x="19044" y="9230"/>
                  <a:pt x="19046" y="9256"/>
                  <a:pt x="19046" y="9276"/>
                </a:cubicBezTo>
                <a:cubicBezTo>
                  <a:pt x="19044" y="9290"/>
                  <a:pt x="19042" y="9296"/>
                  <a:pt x="19042" y="9310"/>
                </a:cubicBezTo>
                <a:cubicBezTo>
                  <a:pt x="19041" y="9343"/>
                  <a:pt x="19041" y="9376"/>
                  <a:pt x="19039" y="9409"/>
                </a:cubicBezTo>
                <a:cubicBezTo>
                  <a:pt x="19039" y="9476"/>
                  <a:pt x="19044" y="9542"/>
                  <a:pt x="19053" y="9595"/>
                </a:cubicBezTo>
                <a:cubicBezTo>
                  <a:pt x="19068" y="9695"/>
                  <a:pt x="19087" y="9761"/>
                  <a:pt x="19114" y="9781"/>
                </a:cubicBezTo>
                <a:close/>
                <a:moveTo>
                  <a:pt x="18397" y="9403"/>
                </a:moveTo>
                <a:cubicBezTo>
                  <a:pt x="18401" y="9449"/>
                  <a:pt x="18406" y="9496"/>
                  <a:pt x="18413" y="9536"/>
                </a:cubicBezTo>
                <a:cubicBezTo>
                  <a:pt x="18422" y="9602"/>
                  <a:pt x="18435" y="9655"/>
                  <a:pt x="18445" y="9708"/>
                </a:cubicBezTo>
                <a:cubicBezTo>
                  <a:pt x="18453" y="9742"/>
                  <a:pt x="18460" y="9775"/>
                  <a:pt x="18469" y="9801"/>
                </a:cubicBezTo>
                <a:cubicBezTo>
                  <a:pt x="18487" y="9868"/>
                  <a:pt x="18514" y="9908"/>
                  <a:pt x="18541" y="9908"/>
                </a:cubicBezTo>
                <a:cubicBezTo>
                  <a:pt x="18552" y="9908"/>
                  <a:pt x="18561" y="9901"/>
                  <a:pt x="18570" y="9888"/>
                </a:cubicBezTo>
                <a:cubicBezTo>
                  <a:pt x="18571" y="9888"/>
                  <a:pt x="18573" y="9888"/>
                  <a:pt x="18577" y="9888"/>
                </a:cubicBezTo>
                <a:cubicBezTo>
                  <a:pt x="18595" y="9888"/>
                  <a:pt x="18613" y="9868"/>
                  <a:pt x="18627" y="9835"/>
                </a:cubicBezTo>
                <a:cubicBezTo>
                  <a:pt x="18641" y="9815"/>
                  <a:pt x="18652" y="9775"/>
                  <a:pt x="18665" y="9742"/>
                </a:cubicBezTo>
                <a:cubicBezTo>
                  <a:pt x="18670" y="9722"/>
                  <a:pt x="18676" y="9708"/>
                  <a:pt x="18679" y="9688"/>
                </a:cubicBezTo>
                <a:cubicBezTo>
                  <a:pt x="18688" y="9642"/>
                  <a:pt x="18699" y="9602"/>
                  <a:pt x="18704" y="9549"/>
                </a:cubicBezTo>
                <a:cubicBezTo>
                  <a:pt x="18712" y="9502"/>
                  <a:pt x="18717" y="9442"/>
                  <a:pt x="18721" y="9389"/>
                </a:cubicBezTo>
                <a:cubicBezTo>
                  <a:pt x="18722" y="9363"/>
                  <a:pt x="18722" y="9336"/>
                  <a:pt x="18724" y="9303"/>
                </a:cubicBezTo>
                <a:cubicBezTo>
                  <a:pt x="18726" y="9276"/>
                  <a:pt x="18726" y="9243"/>
                  <a:pt x="18726" y="9216"/>
                </a:cubicBezTo>
                <a:cubicBezTo>
                  <a:pt x="18726" y="9203"/>
                  <a:pt x="18726" y="9190"/>
                  <a:pt x="18726" y="9177"/>
                </a:cubicBezTo>
                <a:cubicBezTo>
                  <a:pt x="18724" y="9130"/>
                  <a:pt x="18724" y="9090"/>
                  <a:pt x="18721" y="9044"/>
                </a:cubicBezTo>
                <a:cubicBezTo>
                  <a:pt x="18721" y="9030"/>
                  <a:pt x="18719" y="9017"/>
                  <a:pt x="18717" y="9010"/>
                </a:cubicBezTo>
                <a:cubicBezTo>
                  <a:pt x="18713" y="8971"/>
                  <a:pt x="18708" y="8931"/>
                  <a:pt x="18703" y="8891"/>
                </a:cubicBezTo>
                <a:cubicBezTo>
                  <a:pt x="18697" y="8858"/>
                  <a:pt x="18690" y="8824"/>
                  <a:pt x="18683" y="8791"/>
                </a:cubicBezTo>
                <a:cubicBezTo>
                  <a:pt x="18681" y="8784"/>
                  <a:pt x="18679" y="8771"/>
                  <a:pt x="18676" y="8765"/>
                </a:cubicBezTo>
                <a:cubicBezTo>
                  <a:pt x="18654" y="8691"/>
                  <a:pt x="18629" y="8632"/>
                  <a:pt x="18600" y="8612"/>
                </a:cubicBezTo>
                <a:cubicBezTo>
                  <a:pt x="18570" y="8585"/>
                  <a:pt x="18543" y="8585"/>
                  <a:pt x="18512" y="8612"/>
                </a:cubicBezTo>
                <a:cubicBezTo>
                  <a:pt x="18498" y="8625"/>
                  <a:pt x="18485" y="8645"/>
                  <a:pt x="18472" y="8671"/>
                </a:cubicBezTo>
                <a:cubicBezTo>
                  <a:pt x="18460" y="8691"/>
                  <a:pt x="18449" y="8731"/>
                  <a:pt x="18438" y="8765"/>
                </a:cubicBezTo>
                <a:cubicBezTo>
                  <a:pt x="18427" y="8798"/>
                  <a:pt x="18418" y="8844"/>
                  <a:pt x="18411" y="8884"/>
                </a:cubicBezTo>
                <a:cubicBezTo>
                  <a:pt x="18409" y="8891"/>
                  <a:pt x="18408" y="8904"/>
                  <a:pt x="18408" y="8911"/>
                </a:cubicBezTo>
                <a:cubicBezTo>
                  <a:pt x="18402" y="8951"/>
                  <a:pt x="18397" y="8990"/>
                  <a:pt x="18395" y="9037"/>
                </a:cubicBezTo>
                <a:cubicBezTo>
                  <a:pt x="18388" y="9143"/>
                  <a:pt x="18390" y="9223"/>
                  <a:pt x="18395" y="9329"/>
                </a:cubicBezTo>
                <a:cubicBezTo>
                  <a:pt x="18393" y="9363"/>
                  <a:pt x="18395" y="9383"/>
                  <a:pt x="18397" y="9403"/>
                </a:cubicBezTo>
                <a:close/>
                <a:moveTo>
                  <a:pt x="17762" y="9735"/>
                </a:moveTo>
                <a:cubicBezTo>
                  <a:pt x="17757" y="9801"/>
                  <a:pt x="17755" y="9868"/>
                  <a:pt x="17760" y="9941"/>
                </a:cubicBezTo>
                <a:cubicBezTo>
                  <a:pt x="17768" y="10027"/>
                  <a:pt x="17786" y="10120"/>
                  <a:pt x="17807" y="10160"/>
                </a:cubicBezTo>
                <a:cubicBezTo>
                  <a:pt x="17831" y="10207"/>
                  <a:pt x="17859" y="10227"/>
                  <a:pt x="17885" y="10200"/>
                </a:cubicBezTo>
                <a:cubicBezTo>
                  <a:pt x="17908" y="10174"/>
                  <a:pt x="17933" y="10114"/>
                  <a:pt x="17944" y="10027"/>
                </a:cubicBezTo>
                <a:cubicBezTo>
                  <a:pt x="17967" y="9861"/>
                  <a:pt x="17991" y="9695"/>
                  <a:pt x="18012" y="9529"/>
                </a:cubicBezTo>
                <a:cubicBezTo>
                  <a:pt x="18027" y="9423"/>
                  <a:pt x="18043" y="9316"/>
                  <a:pt x="18054" y="9210"/>
                </a:cubicBezTo>
                <a:cubicBezTo>
                  <a:pt x="18073" y="9017"/>
                  <a:pt x="18052" y="8771"/>
                  <a:pt x="18000" y="8672"/>
                </a:cubicBezTo>
                <a:cubicBezTo>
                  <a:pt x="17962" y="8598"/>
                  <a:pt x="17920" y="8598"/>
                  <a:pt x="17879" y="8632"/>
                </a:cubicBezTo>
                <a:cubicBezTo>
                  <a:pt x="17854" y="8652"/>
                  <a:pt x="17829" y="8691"/>
                  <a:pt x="17809" y="8738"/>
                </a:cubicBezTo>
                <a:cubicBezTo>
                  <a:pt x="17755" y="8864"/>
                  <a:pt x="17715" y="9084"/>
                  <a:pt x="17717" y="9329"/>
                </a:cubicBezTo>
                <a:cubicBezTo>
                  <a:pt x="17719" y="9449"/>
                  <a:pt x="17726" y="9575"/>
                  <a:pt x="17744" y="9668"/>
                </a:cubicBezTo>
                <a:cubicBezTo>
                  <a:pt x="17753" y="9695"/>
                  <a:pt x="17757" y="9715"/>
                  <a:pt x="17762" y="9735"/>
                </a:cubicBezTo>
                <a:close/>
                <a:moveTo>
                  <a:pt x="17138" y="9403"/>
                </a:moveTo>
                <a:cubicBezTo>
                  <a:pt x="17147" y="9456"/>
                  <a:pt x="17156" y="9502"/>
                  <a:pt x="17167" y="9549"/>
                </a:cubicBezTo>
                <a:cubicBezTo>
                  <a:pt x="17173" y="9569"/>
                  <a:pt x="17178" y="9595"/>
                  <a:pt x="17183" y="9609"/>
                </a:cubicBezTo>
                <a:cubicBezTo>
                  <a:pt x="17187" y="9622"/>
                  <a:pt x="17191" y="9629"/>
                  <a:pt x="17192" y="9635"/>
                </a:cubicBezTo>
                <a:cubicBezTo>
                  <a:pt x="17194" y="9682"/>
                  <a:pt x="17198" y="9722"/>
                  <a:pt x="17203" y="9761"/>
                </a:cubicBezTo>
                <a:cubicBezTo>
                  <a:pt x="17208" y="9788"/>
                  <a:pt x="17214" y="9815"/>
                  <a:pt x="17219" y="9835"/>
                </a:cubicBezTo>
                <a:cubicBezTo>
                  <a:pt x="17232" y="9881"/>
                  <a:pt x="17246" y="9914"/>
                  <a:pt x="17264" y="9928"/>
                </a:cubicBezTo>
                <a:cubicBezTo>
                  <a:pt x="17273" y="9934"/>
                  <a:pt x="17282" y="9934"/>
                  <a:pt x="17291" y="9941"/>
                </a:cubicBezTo>
                <a:cubicBezTo>
                  <a:pt x="17309" y="9941"/>
                  <a:pt x="17327" y="9921"/>
                  <a:pt x="17342" y="9888"/>
                </a:cubicBezTo>
                <a:cubicBezTo>
                  <a:pt x="17345" y="9881"/>
                  <a:pt x="17349" y="9874"/>
                  <a:pt x="17351" y="9868"/>
                </a:cubicBezTo>
                <a:cubicBezTo>
                  <a:pt x="17360" y="9848"/>
                  <a:pt x="17370" y="9815"/>
                  <a:pt x="17378" y="9788"/>
                </a:cubicBezTo>
                <a:cubicBezTo>
                  <a:pt x="17385" y="9755"/>
                  <a:pt x="17392" y="9722"/>
                  <a:pt x="17399" y="9688"/>
                </a:cubicBezTo>
                <a:cubicBezTo>
                  <a:pt x="17401" y="9675"/>
                  <a:pt x="17403" y="9662"/>
                  <a:pt x="17404" y="9648"/>
                </a:cubicBezTo>
                <a:cubicBezTo>
                  <a:pt x="17412" y="9595"/>
                  <a:pt x="17419" y="9542"/>
                  <a:pt x="17421" y="9489"/>
                </a:cubicBezTo>
                <a:cubicBezTo>
                  <a:pt x="17422" y="9449"/>
                  <a:pt x="17424" y="9396"/>
                  <a:pt x="17424" y="9356"/>
                </a:cubicBezTo>
                <a:cubicBezTo>
                  <a:pt x="17424" y="9349"/>
                  <a:pt x="17424" y="9343"/>
                  <a:pt x="17424" y="9336"/>
                </a:cubicBezTo>
                <a:cubicBezTo>
                  <a:pt x="17422" y="9296"/>
                  <a:pt x="17422" y="9256"/>
                  <a:pt x="17421" y="9223"/>
                </a:cubicBezTo>
                <a:cubicBezTo>
                  <a:pt x="17417" y="9170"/>
                  <a:pt x="17412" y="9110"/>
                  <a:pt x="17404" y="9064"/>
                </a:cubicBezTo>
                <a:cubicBezTo>
                  <a:pt x="17399" y="9024"/>
                  <a:pt x="17390" y="8990"/>
                  <a:pt x="17383" y="8957"/>
                </a:cubicBezTo>
                <a:cubicBezTo>
                  <a:pt x="17376" y="8924"/>
                  <a:pt x="17363" y="8897"/>
                  <a:pt x="17356" y="8878"/>
                </a:cubicBezTo>
                <a:cubicBezTo>
                  <a:pt x="17343" y="8844"/>
                  <a:pt x="17329" y="8824"/>
                  <a:pt x="17315" y="8804"/>
                </a:cubicBezTo>
                <a:cubicBezTo>
                  <a:pt x="17311" y="8798"/>
                  <a:pt x="17307" y="8798"/>
                  <a:pt x="17304" y="8798"/>
                </a:cubicBezTo>
                <a:cubicBezTo>
                  <a:pt x="17291" y="8791"/>
                  <a:pt x="17279" y="8784"/>
                  <a:pt x="17268" y="8778"/>
                </a:cubicBezTo>
                <a:cubicBezTo>
                  <a:pt x="17255" y="8778"/>
                  <a:pt x="17243" y="8784"/>
                  <a:pt x="17230" y="8791"/>
                </a:cubicBezTo>
                <a:cubicBezTo>
                  <a:pt x="17226" y="8791"/>
                  <a:pt x="17221" y="8798"/>
                  <a:pt x="17218" y="8804"/>
                </a:cubicBezTo>
                <a:cubicBezTo>
                  <a:pt x="17192" y="8838"/>
                  <a:pt x="17174" y="8871"/>
                  <a:pt x="17155" y="8944"/>
                </a:cubicBezTo>
                <a:cubicBezTo>
                  <a:pt x="17149" y="8971"/>
                  <a:pt x="17144" y="8997"/>
                  <a:pt x="17138" y="9017"/>
                </a:cubicBezTo>
                <a:cubicBezTo>
                  <a:pt x="17131" y="9057"/>
                  <a:pt x="17128" y="9103"/>
                  <a:pt x="17126" y="9157"/>
                </a:cubicBezTo>
                <a:cubicBezTo>
                  <a:pt x="17124" y="9190"/>
                  <a:pt x="17124" y="9223"/>
                  <a:pt x="17126" y="9256"/>
                </a:cubicBezTo>
                <a:cubicBezTo>
                  <a:pt x="17126" y="9316"/>
                  <a:pt x="17131" y="9363"/>
                  <a:pt x="17138" y="9403"/>
                </a:cubicBezTo>
                <a:close/>
                <a:moveTo>
                  <a:pt x="16550" y="9761"/>
                </a:moveTo>
                <a:cubicBezTo>
                  <a:pt x="16554" y="9768"/>
                  <a:pt x="16559" y="9775"/>
                  <a:pt x="16563" y="9788"/>
                </a:cubicBezTo>
                <a:cubicBezTo>
                  <a:pt x="16567" y="9815"/>
                  <a:pt x="16572" y="9841"/>
                  <a:pt x="16577" y="9861"/>
                </a:cubicBezTo>
                <a:cubicBezTo>
                  <a:pt x="16595" y="9921"/>
                  <a:pt x="16622" y="9981"/>
                  <a:pt x="16649" y="9968"/>
                </a:cubicBezTo>
                <a:cubicBezTo>
                  <a:pt x="16669" y="9961"/>
                  <a:pt x="16687" y="9948"/>
                  <a:pt x="16707" y="9941"/>
                </a:cubicBezTo>
                <a:cubicBezTo>
                  <a:pt x="16721" y="9941"/>
                  <a:pt x="16734" y="9934"/>
                  <a:pt x="16746" y="9908"/>
                </a:cubicBezTo>
                <a:cubicBezTo>
                  <a:pt x="16759" y="9894"/>
                  <a:pt x="16770" y="9868"/>
                  <a:pt x="16779" y="9828"/>
                </a:cubicBezTo>
                <a:cubicBezTo>
                  <a:pt x="16797" y="9762"/>
                  <a:pt x="16809" y="9655"/>
                  <a:pt x="16808" y="9562"/>
                </a:cubicBezTo>
                <a:cubicBezTo>
                  <a:pt x="16808" y="9555"/>
                  <a:pt x="16808" y="9555"/>
                  <a:pt x="16808" y="9549"/>
                </a:cubicBezTo>
                <a:cubicBezTo>
                  <a:pt x="16811" y="9522"/>
                  <a:pt x="16813" y="9496"/>
                  <a:pt x="16815" y="9476"/>
                </a:cubicBezTo>
                <a:cubicBezTo>
                  <a:pt x="16818" y="9429"/>
                  <a:pt x="16820" y="9376"/>
                  <a:pt x="16820" y="9323"/>
                </a:cubicBezTo>
                <a:cubicBezTo>
                  <a:pt x="16820" y="9276"/>
                  <a:pt x="16818" y="9217"/>
                  <a:pt x="16813" y="9170"/>
                </a:cubicBezTo>
                <a:cubicBezTo>
                  <a:pt x="16804" y="9077"/>
                  <a:pt x="16790" y="8984"/>
                  <a:pt x="16770" y="8917"/>
                </a:cubicBezTo>
                <a:cubicBezTo>
                  <a:pt x="16750" y="8851"/>
                  <a:pt x="16732" y="8811"/>
                  <a:pt x="16709" y="8778"/>
                </a:cubicBezTo>
                <a:cubicBezTo>
                  <a:pt x="16673" y="8725"/>
                  <a:pt x="16635" y="8691"/>
                  <a:pt x="16597" y="8691"/>
                </a:cubicBezTo>
                <a:cubicBezTo>
                  <a:pt x="16543" y="8691"/>
                  <a:pt x="16491" y="8758"/>
                  <a:pt x="16452" y="8897"/>
                </a:cubicBezTo>
                <a:cubicBezTo>
                  <a:pt x="16446" y="8924"/>
                  <a:pt x="16441" y="8951"/>
                  <a:pt x="16435" y="8971"/>
                </a:cubicBezTo>
                <a:cubicBezTo>
                  <a:pt x="16428" y="9010"/>
                  <a:pt x="16425" y="9057"/>
                  <a:pt x="16423" y="9110"/>
                </a:cubicBezTo>
                <a:cubicBezTo>
                  <a:pt x="16419" y="9190"/>
                  <a:pt x="16423" y="9283"/>
                  <a:pt x="16435" y="9349"/>
                </a:cubicBezTo>
                <a:cubicBezTo>
                  <a:pt x="16464" y="9516"/>
                  <a:pt x="16502" y="9655"/>
                  <a:pt x="16550" y="9761"/>
                </a:cubicBezTo>
                <a:close/>
                <a:moveTo>
                  <a:pt x="15767" y="9635"/>
                </a:moveTo>
                <a:cubicBezTo>
                  <a:pt x="15774" y="9682"/>
                  <a:pt x="15783" y="9728"/>
                  <a:pt x="15792" y="9768"/>
                </a:cubicBezTo>
                <a:cubicBezTo>
                  <a:pt x="15801" y="9808"/>
                  <a:pt x="15813" y="9841"/>
                  <a:pt x="15826" y="9868"/>
                </a:cubicBezTo>
                <a:cubicBezTo>
                  <a:pt x="15839" y="9894"/>
                  <a:pt x="15853" y="9921"/>
                  <a:pt x="15865" y="9928"/>
                </a:cubicBezTo>
                <a:cubicBezTo>
                  <a:pt x="15878" y="9941"/>
                  <a:pt x="15892" y="9948"/>
                  <a:pt x="15905" y="9934"/>
                </a:cubicBezTo>
                <a:cubicBezTo>
                  <a:pt x="15918" y="9934"/>
                  <a:pt x="15930" y="9914"/>
                  <a:pt x="15943" y="9888"/>
                </a:cubicBezTo>
                <a:cubicBezTo>
                  <a:pt x="15950" y="9874"/>
                  <a:pt x="15955" y="9855"/>
                  <a:pt x="15961" y="9835"/>
                </a:cubicBezTo>
                <a:cubicBezTo>
                  <a:pt x="15966" y="9828"/>
                  <a:pt x="15972" y="9821"/>
                  <a:pt x="15977" y="9808"/>
                </a:cubicBezTo>
                <a:cubicBezTo>
                  <a:pt x="15988" y="9788"/>
                  <a:pt x="15999" y="9755"/>
                  <a:pt x="16008" y="9722"/>
                </a:cubicBezTo>
                <a:cubicBezTo>
                  <a:pt x="16017" y="9688"/>
                  <a:pt x="16026" y="9648"/>
                  <a:pt x="16031" y="9602"/>
                </a:cubicBezTo>
                <a:cubicBezTo>
                  <a:pt x="16036" y="9562"/>
                  <a:pt x="16043" y="9516"/>
                  <a:pt x="16045" y="9469"/>
                </a:cubicBezTo>
                <a:cubicBezTo>
                  <a:pt x="16047" y="9423"/>
                  <a:pt x="16051" y="9369"/>
                  <a:pt x="16051" y="9316"/>
                </a:cubicBezTo>
                <a:cubicBezTo>
                  <a:pt x="16049" y="9216"/>
                  <a:pt x="16043" y="9123"/>
                  <a:pt x="16029" y="9037"/>
                </a:cubicBezTo>
                <a:cubicBezTo>
                  <a:pt x="16022" y="8997"/>
                  <a:pt x="16015" y="8957"/>
                  <a:pt x="16006" y="8924"/>
                </a:cubicBezTo>
                <a:cubicBezTo>
                  <a:pt x="15984" y="8858"/>
                  <a:pt x="15975" y="8838"/>
                  <a:pt x="15950" y="8804"/>
                </a:cubicBezTo>
                <a:cubicBezTo>
                  <a:pt x="15937" y="8784"/>
                  <a:pt x="15923" y="8784"/>
                  <a:pt x="15910" y="8778"/>
                </a:cubicBezTo>
                <a:cubicBezTo>
                  <a:pt x="15896" y="8771"/>
                  <a:pt x="15882" y="8785"/>
                  <a:pt x="15869" y="8791"/>
                </a:cubicBezTo>
                <a:cubicBezTo>
                  <a:pt x="15864" y="8791"/>
                  <a:pt x="15860" y="8798"/>
                  <a:pt x="15857" y="8804"/>
                </a:cubicBezTo>
                <a:cubicBezTo>
                  <a:pt x="15844" y="8824"/>
                  <a:pt x="15830" y="8838"/>
                  <a:pt x="15819" y="8871"/>
                </a:cubicBezTo>
                <a:cubicBezTo>
                  <a:pt x="15808" y="8897"/>
                  <a:pt x="15797" y="8931"/>
                  <a:pt x="15788" y="8964"/>
                </a:cubicBezTo>
                <a:cubicBezTo>
                  <a:pt x="15781" y="8991"/>
                  <a:pt x="15774" y="9024"/>
                  <a:pt x="15768" y="9057"/>
                </a:cubicBezTo>
                <a:cubicBezTo>
                  <a:pt x="15763" y="9090"/>
                  <a:pt x="15758" y="9143"/>
                  <a:pt x="15754" y="9170"/>
                </a:cubicBezTo>
                <a:cubicBezTo>
                  <a:pt x="15749" y="9216"/>
                  <a:pt x="15749" y="9276"/>
                  <a:pt x="15747" y="9323"/>
                </a:cubicBezTo>
                <a:cubicBezTo>
                  <a:pt x="15745" y="9376"/>
                  <a:pt x="15749" y="9429"/>
                  <a:pt x="15750" y="9476"/>
                </a:cubicBezTo>
                <a:cubicBezTo>
                  <a:pt x="15754" y="9536"/>
                  <a:pt x="15761" y="9589"/>
                  <a:pt x="15767" y="9635"/>
                </a:cubicBezTo>
                <a:close/>
                <a:moveTo>
                  <a:pt x="15198" y="9722"/>
                </a:moveTo>
                <a:cubicBezTo>
                  <a:pt x="15207" y="9755"/>
                  <a:pt x="15216" y="9781"/>
                  <a:pt x="15227" y="9801"/>
                </a:cubicBezTo>
                <a:cubicBezTo>
                  <a:pt x="15233" y="9815"/>
                  <a:pt x="15240" y="9821"/>
                  <a:pt x="15245" y="9828"/>
                </a:cubicBezTo>
                <a:cubicBezTo>
                  <a:pt x="15251" y="9835"/>
                  <a:pt x="15258" y="9848"/>
                  <a:pt x="15263" y="9855"/>
                </a:cubicBezTo>
                <a:cubicBezTo>
                  <a:pt x="15288" y="9881"/>
                  <a:pt x="15317" y="9868"/>
                  <a:pt x="15340" y="9815"/>
                </a:cubicBezTo>
                <a:cubicBezTo>
                  <a:pt x="15348" y="9801"/>
                  <a:pt x="15353" y="9781"/>
                  <a:pt x="15358" y="9768"/>
                </a:cubicBezTo>
                <a:cubicBezTo>
                  <a:pt x="15362" y="9768"/>
                  <a:pt x="15366" y="9768"/>
                  <a:pt x="15367" y="9761"/>
                </a:cubicBezTo>
                <a:cubicBezTo>
                  <a:pt x="15375" y="9748"/>
                  <a:pt x="15384" y="9735"/>
                  <a:pt x="15391" y="9722"/>
                </a:cubicBezTo>
                <a:cubicBezTo>
                  <a:pt x="15405" y="9688"/>
                  <a:pt x="15418" y="9642"/>
                  <a:pt x="15427" y="9589"/>
                </a:cubicBezTo>
                <a:cubicBezTo>
                  <a:pt x="15447" y="9489"/>
                  <a:pt x="15468" y="9389"/>
                  <a:pt x="15488" y="9290"/>
                </a:cubicBezTo>
                <a:cubicBezTo>
                  <a:pt x="15495" y="9250"/>
                  <a:pt x="15499" y="9203"/>
                  <a:pt x="15501" y="9150"/>
                </a:cubicBezTo>
                <a:cubicBezTo>
                  <a:pt x="15504" y="9103"/>
                  <a:pt x="15502" y="9050"/>
                  <a:pt x="15499" y="9004"/>
                </a:cubicBezTo>
                <a:cubicBezTo>
                  <a:pt x="15492" y="8911"/>
                  <a:pt x="15475" y="8831"/>
                  <a:pt x="15452" y="8784"/>
                </a:cubicBezTo>
                <a:cubicBezTo>
                  <a:pt x="15418" y="8711"/>
                  <a:pt x="15380" y="8671"/>
                  <a:pt x="15341" y="8665"/>
                </a:cubicBezTo>
                <a:cubicBezTo>
                  <a:pt x="15321" y="8658"/>
                  <a:pt x="15301" y="8671"/>
                  <a:pt x="15283" y="8685"/>
                </a:cubicBezTo>
                <a:cubicBezTo>
                  <a:pt x="15278" y="8691"/>
                  <a:pt x="15272" y="8691"/>
                  <a:pt x="15269" y="8705"/>
                </a:cubicBezTo>
                <a:cubicBezTo>
                  <a:pt x="15256" y="8725"/>
                  <a:pt x="15243" y="8738"/>
                  <a:pt x="15231" y="8765"/>
                </a:cubicBezTo>
                <a:cubicBezTo>
                  <a:pt x="15207" y="8818"/>
                  <a:pt x="15193" y="8871"/>
                  <a:pt x="15177" y="8957"/>
                </a:cubicBezTo>
                <a:cubicBezTo>
                  <a:pt x="15168" y="9004"/>
                  <a:pt x="15161" y="9064"/>
                  <a:pt x="15157" y="9123"/>
                </a:cubicBezTo>
                <a:cubicBezTo>
                  <a:pt x="15154" y="9170"/>
                  <a:pt x="15154" y="9210"/>
                  <a:pt x="15152" y="9256"/>
                </a:cubicBezTo>
                <a:cubicBezTo>
                  <a:pt x="15152" y="9270"/>
                  <a:pt x="15152" y="9290"/>
                  <a:pt x="15152" y="9303"/>
                </a:cubicBezTo>
                <a:cubicBezTo>
                  <a:pt x="15152" y="9363"/>
                  <a:pt x="15154" y="9429"/>
                  <a:pt x="15159" y="9482"/>
                </a:cubicBezTo>
                <a:cubicBezTo>
                  <a:pt x="15170" y="9575"/>
                  <a:pt x="15179" y="9655"/>
                  <a:pt x="15198" y="9722"/>
                </a:cubicBezTo>
                <a:close/>
                <a:moveTo>
                  <a:pt x="14625" y="9569"/>
                </a:moveTo>
                <a:cubicBezTo>
                  <a:pt x="14632" y="9609"/>
                  <a:pt x="14641" y="9642"/>
                  <a:pt x="14654" y="9662"/>
                </a:cubicBezTo>
                <a:cubicBezTo>
                  <a:pt x="14663" y="9675"/>
                  <a:pt x="14670" y="9688"/>
                  <a:pt x="14681" y="9702"/>
                </a:cubicBezTo>
                <a:cubicBezTo>
                  <a:pt x="14684" y="9728"/>
                  <a:pt x="14690" y="9748"/>
                  <a:pt x="14695" y="9768"/>
                </a:cubicBezTo>
                <a:cubicBezTo>
                  <a:pt x="14715" y="9835"/>
                  <a:pt x="14740" y="9881"/>
                  <a:pt x="14767" y="9874"/>
                </a:cubicBezTo>
                <a:cubicBezTo>
                  <a:pt x="14792" y="9868"/>
                  <a:pt x="14821" y="9841"/>
                  <a:pt x="14839" y="9768"/>
                </a:cubicBezTo>
                <a:cubicBezTo>
                  <a:pt x="14857" y="9695"/>
                  <a:pt x="14873" y="9629"/>
                  <a:pt x="14891" y="9555"/>
                </a:cubicBezTo>
                <a:cubicBezTo>
                  <a:pt x="14900" y="9522"/>
                  <a:pt x="14907" y="9482"/>
                  <a:pt x="14913" y="9436"/>
                </a:cubicBezTo>
                <a:cubicBezTo>
                  <a:pt x="14920" y="9389"/>
                  <a:pt x="14922" y="9343"/>
                  <a:pt x="14922" y="9290"/>
                </a:cubicBezTo>
                <a:cubicBezTo>
                  <a:pt x="14920" y="9256"/>
                  <a:pt x="14920" y="9223"/>
                  <a:pt x="14918" y="9190"/>
                </a:cubicBezTo>
                <a:cubicBezTo>
                  <a:pt x="14913" y="9130"/>
                  <a:pt x="14905" y="9070"/>
                  <a:pt x="14893" y="9024"/>
                </a:cubicBezTo>
                <a:cubicBezTo>
                  <a:pt x="14891" y="9017"/>
                  <a:pt x="14889" y="9004"/>
                  <a:pt x="14887" y="8997"/>
                </a:cubicBezTo>
                <a:cubicBezTo>
                  <a:pt x="14878" y="8971"/>
                  <a:pt x="14869" y="8944"/>
                  <a:pt x="14860" y="8924"/>
                </a:cubicBezTo>
                <a:cubicBezTo>
                  <a:pt x="14850" y="8897"/>
                  <a:pt x="14835" y="8878"/>
                  <a:pt x="14821" y="8858"/>
                </a:cubicBezTo>
                <a:cubicBezTo>
                  <a:pt x="14808" y="8838"/>
                  <a:pt x="14792" y="8838"/>
                  <a:pt x="14780" y="8831"/>
                </a:cubicBezTo>
                <a:cubicBezTo>
                  <a:pt x="14774" y="8831"/>
                  <a:pt x="14767" y="8831"/>
                  <a:pt x="14762" y="8831"/>
                </a:cubicBezTo>
                <a:cubicBezTo>
                  <a:pt x="14733" y="8844"/>
                  <a:pt x="14706" y="8864"/>
                  <a:pt x="14681" y="8917"/>
                </a:cubicBezTo>
                <a:cubicBezTo>
                  <a:pt x="14657" y="8971"/>
                  <a:pt x="14634" y="9050"/>
                  <a:pt x="14623" y="9143"/>
                </a:cubicBezTo>
                <a:cubicBezTo>
                  <a:pt x="14616" y="9183"/>
                  <a:pt x="14612" y="9230"/>
                  <a:pt x="14611" y="9283"/>
                </a:cubicBezTo>
                <a:cubicBezTo>
                  <a:pt x="14607" y="9329"/>
                  <a:pt x="14609" y="9383"/>
                  <a:pt x="14612" y="9429"/>
                </a:cubicBezTo>
                <a:cubicBezTo>
                  <a:pt x="14611" y="9489"/>
                  <a:pt x="14616" y="9529"/>
                  <a:pt x="14625" y="9569"/>
                </a:cubicBezTo>
                <a:close/>
                <a:moveTo>
                  <a:pt x="13906" y="9722"/>
                </a:moveTo>
                <a:cubicBezTo>
                  <a:pt x="13915" y="9775"/>
                  <a:pt x="13927" y="9821"/>
                  <a:pt x="13942" y="9855"/>
                </a:cubicBezTo>
                <a:cubicBezTo>
                  <a:pt x="13951" y="9874"/>
                  <a:pt x="13958" y="9888"/>
                  <a:pt x="13967" y="9908"/>
                </a:cubicBezTo>
                <a:cubicBezTo>
                  <a:pt x="13983" y="9934"/>
                  <a:pt x="13999" y="9961"/>
                  <a:pt x="14015" y="9974"/>
                </a:cubicBezTo>
                <a:cubicBezTo>
                  <a:pt x="14057" y="10007"/>
                  <a:pt x="14098" y="10001"/>
                  <a:pt x="14134" y="9914"/>
                </a:cubicBezTo>
                <a:cubicBezTo>
                  <a:pt x="14156" y="9861"/>
                  <a:pt x="14168" y="9815"/>
                  <a:pt x="14184" y="9735"/>
                </a:cubicBezTo>
                <a:cubicBezTo>
                  <a:pt x="14186" y="9722"/>
                  <a:pt x="14188" y="9715"/>
                  <a:pt x="14190" y="9702"/>
                </a:cubicBezTo>
                <a:cubicBezTo>
                  <a:pt x="14195" y="9668"/>
                  <a:pt x="14199" y="9629"/>
                  <a:pt x="14202" y="9589"/>
                </a:cubicBezTo>
                <a:cubicBezTo>
                  <a:pt x="14204" y="9575"/>
                  <a:pt x="14204" y="9562"/>
                  <a:pt x="14204" y="9549"/>
                </a:cubicBezTo>
                <a:cubicBezTo>
                  <a:pt x="14204" y="9549"/>
                  <a:pt x="14206" y="9549"/>
                  <a:pt x="14206" y="9542"/>
                </a:cubicBezTo>
                <a:cubicBezTo>
                  <a:pt x="14228" y="9496"/>
                  <a:pt x="14247" y="9409"/>
                  <a:pt x="14253" y="9323"/>
                </a:cubicBezTo>
                <a:cubicBezTo>
                  <a:pt x="14258" y="9230"/>
                  <a:pt x="14258" y="9123"/>
                  <a:pt x="14242" y="9037"/>
                </a:cubicBezTo>
                <a:cubicBezTo>
                  <a:pt x="14228" y="8951"/>
                  <a:pt x="14208" y="8897"/>
                  <a:pt x="14183" y="8864"/>
                </a:cubicBezTo>
                <a:cubicBezTo>
                  <a:pt x="14181" y="8864"/>
                  <a:pt x="14177" y="8858"/>
                  <a:pt x="14174" y="8858"/>
                </a:cubicBezTo>
                <a:cubicBezTo>
                  <a:pt x="14123" y="8691"/>
                  <a:pt x="14044" y="8665"/>
                  <a:pt x="13987" y="8798"/>
                </a:cubicBezTo>
                <a:cubicBezTo>
                  <a:pt x="13952" y="8871"/>
                  <a:pt x="13929" y="8991"/>
                  <a:pt x="13918" y="9123"/>
                </a:cubicBezTo>
                <a:cubicBezTo>
                  <a:pt x="13913" y="9190"/>
                  <a:pt x="13911" y="9256"/>
                  <a:pt x="13911" y="9323"/>
                </a:cubicBezTo>
                <a:cubicBezTo>
                  <a:pt x="13904" y="9356"/>
                  <a:pt x="13899" y="9396"/>
                  <a:pt x="13897" y="9436"/>
                </a:cubicBezTo>
                <a:cubicBezTo>
                  <a:pt x="13893" y="9482"/>
                  <a:pt x="13891" y="9535"/>
                  <a:pt x="13895" y="9582"/>
                </a:cubicBezTo>
                <a:cubicBezTo>
                  <a:pt x="13895" y="9629"/>
                  <a:pt x="13899" y="9675"/>
                  <a:pt x="13906" y="9722"/>
                </a:cubicBezTo>
                <a:close/>
                <a:moveTo>
                  <a:pt x="13151" y="9649"/>
                </a:moveTo>
                <a:cubicBezTo>
                  <a:pt x="13152" y="9649"/>
                  <a:pt x="13154" y="9655"/>
                  <a:pt x="13156" y="9655"/>
                </a:cubicBezTo>
                <a:cubicBezTo>
                  <a:pt x="13158" y="9655"/>
                  <a:pt x="13160" y="9655"/>
                  <a:pt x="13161" y="9655"/>
                </a:cubicBezTo>
                <a:cubicBezTo>
                  <a:pt x="13170" y="9762"/>
                  <a:pt x="13192" y="9861"/>
                  <a:pt x="13219" y="9914"/>
                </a:cubicBezTo>
                <a:cubicBezTo>
                  <a:pt x="13228" y="9934"/>
                  <a:pt x="13239" y="9948"/>
                  <a:pt x="13248" y="9961"/>
                </a:cubicBezTo>
                <a:cubicBezTo>
                  <a:pt x="13250" y="9961"/>
                  <a:pt x="13251" y="9968"/>
                  <a:pt x="13255" y="9968"/>
                </a:cubicBezTo>
                <a:cubicBezTo>
                  <a:pt x="13278" y="9987"/>
                  <a:pt x="13294" y="9987"/>
                  <a:pt x="13318" y="9968"/>
                </a:cubicBezTo>
                <a:cubicBezTo>
                  <a:pt x="13327" y="9961"/>
                  <a:pt x="13338" y="9941"/>
                  <a:pt x="13347" y="9921"/>
                </a:cubicBezTo>
                <a:cubicBezTo>
                  <a:pt x="13352" y="9908"/>
                  <a:pt x="13363" y="9874"/>
                  <a:pt x="13368" y="9861"/>
                </a:cubicBezTo>
                <a:cubicBezTo>
                  <a:pt x="13375" y="9841"/>
                  <a:pt x="13381" y="9808"/>
                  <a:pt x="13384" y="9781"/>
                </a:cubicBezTo>
                <a:cubicBezTo>
                  <a:pt x="13390" y="9748"/>
                  <a:pt x="13393" y="9708"/>
                  <a:pt x="13395" y="9675"/>
                </a:cubicBezTo>
                <a:cubicBezTo>
                  <a:pt x="13397" y="9642"/>
                  <a:pt x="13399" y="9602"/>
                  <a:pt x="13399" y="9569"/>
                </a:cubicBezTo>
                <a:cubicBezTo>
                  <a:pt x="13399" y="9536"/>
                  <a:pt x="13397" y="9496"/>
                  <a:pt x="13395" y="9462"/>
                </a:cubicBezTo>
                <a:cubicBezTo>
                  <a:pt x="13393" y="9442"/>
                  <a:pt x="13392" y="9429"/>
                  <a:pt x="13390" y="9416"/>
                </a:cubicBezTo>
                <a:cubicBezTo>
                  <a:pt x="13401" y="9329"/>
                  <a:pt x="13404" y="9243"/>
                  <a:pt x="13397" y="9150"/>
                </a:cubicBezTo>
                <a:cubicBezTo>
                  <a:pt x="13386" y="8997"/>
                  <a:pt x="13359" y="8878"/>
                  <a:pt x="13323" y="8798"/>
                </a:cubicBezTo>
                <a:cubicBezTo>
                  <a:pt x="13312" y="8771"/>
                  <a:pt x="13302" y="8758"/>
                  <a:pt x="13289" y="8745"/>
                </a:cubicBezTo>
                <a:cubicBezTo>
                  <a:pt x="13285" y="8738"/>
                  <a:pt x="13280" y="8731"/>
                  <a:pt x="13276" y="8731"/>
                </a:cubicBezTo>
                <a:cubicBezTo>
                  <a:pt x="13260" y="8718"/>
                  <a:pt x="13242" y="8705"/>
                  <a:pt x="13226" y="8711"/>
                </a:cubicBezTo>
                <a:cubicBezTo>
                  <a:pt x="13214" y="8711"/>
                  <a:pt x="13201" y="8718"/>
                  <a:pt x="13188" y="8731"/>
                </a:cubicBezTo>
                <a:cubicBezTo>
                  <a:pt x="13185" y="8731"/>
                  <a:pt x="13179" y="8738"/>
                  <a:pt x="13176" y="8745"/>
                </a:cubicBezTo>
                <a:cubicBezTo>
                  <a:pt x="13149" y="8778"/>
                  <a:pt x="13133" y="8811"/>
                  <a:pt x="13111" y="8884"/>
                </a:cubicBezTo>
                <a:cubicBezTo>
                  <a:pt x="13107" y="8891"/>
                  <a:pt x="13106" y="8904"/>
                  <a:pt x="13102" y="8917"/>
                </a:cubicBezTo>
                <a:cubicBezTo>
                  <a:pt x="13093" y="8951"/>
                  <a:pt x="13086" y="8991"/>
                  <a:pt x="13079" y="9037"/>
                </a:cubicBezTo>
                <a:cubicBezTo>
                  <a:pt x="13070" y="9110"/>
                  <a:pt x="13061" y="9183"/>
                  <a:pt x="13063" y="9270"/>
                </a:cubicBezTo>
                <a:cubicBezTo>
                  <a:pt x="13064" y="9376"/>
                  <a:pt x="13073" y="9482"/>
                  <a:pt x="13095" y="9562"/>
                </a:cubicBezTo>
                <a:cubicBezTo>
                  <a:pt x="13113" y="9589"/>
                  <a:pt x="13131" y="9629"/>
                  <a:pt x="13151" y="9649"/>
                </a:cubicBezTo>
                <a:close/>
                <a:moveTo>
                  <a:pt x="12298" y="9363"/>
                </a:moveTo>
                <a:cubicBezTo>
                  <a:pt x="12298" y="9429"/>
                  <a:pt x="12304" y="9496"/>
                  <a:pt x="12313" y="9549"/>
                </a:cubicBezTo>
                <a:cubicBezTo>
                  <a:pt x="12315" y="9562"/>
                  <a:pt x="12316" y="9569"/>
                  <a:pt x="12318" y="9582"/>
                </a:cubicBezTo>
                <a:cubicBezTo>
                  <a:pt x="12320" y="9615"/>
                  <a:pt x="12324" y="9649"/>
                  <a:pt x="12329" y="9682"/>
                </a:cubicBezTo>
                <a:cubicBezTo>
                  <a:pt x="12343" y="9761"/>
                  <a:pt x="12363" y="9835"/>
                  <a:pt x="12388" y="9855"/>
                </a:cubicBezTo>
                <a:cubicBezTo>
                  <a:pt x="12428" y="9881"/>
                  <a:pt x="12467" y="9888"/>
                  <a:pt x="12505" y="9848"/>
                </a:cubicBezTo>
                <a:cubicBezTo>
                  <a:pt x="12536" y="9815"/>
                  <a:pt x="12563" y="9761"/>
                  <a:pt x="12586" y="9695"/>
                </a:cubicBezTo>
                <a:cubicBezTo>
                  <a:pt x="12597" y="9675"/>
                  <a:pt x="12608" y="9655"/>
                  <a:pt x="12617" y="9622"/>
                </a:cubicBezTo>
                <a:cubicBezTo>
                  <a:pt x="12622" y="9595"/>
                  <a:pt x="12627" y="9569"/>
                  <a:pt x="12633" y="9549"/>
                </a:cubicBezTo>
                <a:cubicBezTo>
                  <a:pt x="12642" y="9489"/>
                  <a:pt x="12647" y="9429"/>
                  <a:pt x="12647" y="9363"/>
                </a:cubicBezTo>
                <a:cubicBezTo>
                  <a:pt x="12647" y="9349"/>
                  <a:pt x="12647" y="9329"/>
                  <a:pt x="12647" y="9316"/>
                </a:cubicBezTo>
                <a:cubicBezTo>
                  <a:pt x="12645" y="9270"/>
                  <a:pt x="12645" y="9216"/>
                  <a:pt x="12642" y="9170"/>
                </a:cubicBezTo>
                <a:cubicBezTo>
                  <a:pt x="12638" y="9130"/>
                  <a:pt x="12633" y="9084"/>
                  <a:pt x="12627" y="9044"/>
                </a:cubicBezTo>
                <a:cubicBezTo>
                  <a:pt x="12626" y="9030"/>
                  <a:pt x="12624" y="9017"/>
                  <a:pt x="12620" y="8997"/>
                </a:cubicBezTo>
                <a:cubicBezTo>
                  <a:pt x="12611" y="8951"/>
                  <a:pt x="12600" y="8891"/>
                  <a:pt x="12588" y="8851"/>
                </a:cubicBezTo>
                <a:cubicBezTo>
                  <a:pt x="12579" y="8824"/>
                  <a:pt x="12570" y="8791"/>
                  <a:pt x="12559" y="8771"/>
                </a:cubicBezTo>
                <a:cubicBezTo>
                  <a:pt x="12548" y="8745"/>
                  <a:pt x="12536" y="8731"/>
                  <a:pt x="12525" y="8711"/>
                </a:cubicBezTo>
                <a:cubicBezTo>
                  <a:pt x="12521" y="8705"/>
                  <a:pt x="12518" y="8698"/>
                  <a:pt x="12512" y="8698"/>
                </a:cubicBezTo>
                <a:cubicBezTo>
                  <a:pt x="12500" y="8685"/>
                  <a:pt x="12487" y="8678"/>
                  <a:pt x="12475" y="8678"/>
                </a:cubicBezTo>
                <a:cubicBezTo>
                  <a:pt x="12466" y="8678"/>
                  <a:pt x="12457" y="8685"/>
                  <a:pt x="12449" y="8685"/>
                </a:cubicBezTo>
                <a:cubicBezTo>
                  <a:pt x="12440" y="8691"/>
                  <a:pt x="12431" y="8691"/>
                  <a:pt x="12424" y="8705"/>
                </a:cubicBezTo>
                <a:cubicBezTo>
                  <a:pt x="12408" y="8725"/>
                  <a:pt x="12392" y="8751"/>
                  <a:pt x="12379" y="8785"/>
                </a:cubicBezTo>
                <a:cubicBezTo>
                  <a:pt x="12370" y="8811"/>
                  <a:pt x="12360" y="8838"/>
                  <a:pt x="12351" y="8871"/>
                </a:cubicBezTo>
                <a:cubicBezTo>
                  <a:pt x="12342" y="8904"/>
                  <a:pt x="12334" y="8944"/>
                  <a:pt x="12327" y="8977"/>
                </a:cubicBezTo>
                <a:cubicBezTo>
                  <a:pt x="12324" y="8991"/>
                  <a:pt x="12322" y="9011"/>
                  <a:pt x="12318" y="9024"/>
                </a:cubicBezTo>
                <a:cubicBezTo>
                  <a:pt x="12313" y="9064"/>
                  <a:pt x="12307" y="9110"/>
                  <a:pt x="12304" y="9157"/>
                </a:cubicBezTo>
                <a:cubicBezTo>
                  <a:pt x="12300" y="9203"/>
                  <a:pt x="12298" y="9256"/>
                  <a:pt x="12297" y="9303"/>
                </a:cubicBezTo>
                <a:cubicBezTo>
                  <a:pt x="12298" y="9323"/>
                  <a:pt x="12298" y="9343"/>
                  <a:pt x="12298" y="9363"/>
                </a:cubicBezTo>
                <a:close/>
                <a:moveTo>
                  <a:pt x="12737" y="11682"/>
                </a:moveTo>
                <a:cubicBezTo>
                  <a:pt x="12714" y="11616"/>
                  <a:pt x="12678" y="11569"/>
                  <a:pt x="12649" y="11616"/>
                </a:cubicBezTo>
                <a:cubicBezTo>
                  <a:pt x="12624" y="11656"/>
                  <a:pt x="12599" y="11696"/>
                  <a:pt x="12574" y="11729"/>
                </a:cubicBezTo>
                <a:cubicBezTo>
                  <a:pt x="12547" y="11669"/>
                  <a:pt x="12516" y="11629"/>
                  <a:pt x="12484" y="11636"/>
                </a:cubicBezTo>
                <a:cubicBezTo>
                  <a:pt x="12439" y="11649"/>
                  <a:pt x="12401" y="11709"/>
                  <a:pt x="12365" y="11815"/>
                </a:cubicBezTo>
                <a:cubicBezTo>
                  <a:pt x="12336" y="11902"/>
                  <a:pt x="12318" y="12021"/>
                  <a:pt x="12306" y="12147"/>
                </a:cubicBezTo>
                <a:cubicBezTo>
                  <a:pt x="12291" y="12307"/>
                  <a:pt x="12298" y="12473"/>
                  <a:pt x="12316" y="12626"/>
                </a:cubicBezTo>
                <a:cubicBezTo>
                  <a:pt x="12342" y="12839"/>
                  <a:pt x="12406" y="12998"/>
                  <a:pt x="12467" y="13031"/>
                </a:cubicBezTo>
                <a:cubicBezTo>
                  <a:pt x="12505" y="13051"/>
                  <a:pt x="12543" y="13058"/>
                  <a:pt x="12581" y="13018"/>
                </a:cubicBezTo>
                <a:cubicBezTo>
                  <a:pt x="12618" y="12972"/>
                  <a:pt x="12653" y="12898"/>
                  <a:pt x="12681" y="12792"/>
                </a:cubicBezTo>
                <a:cubicBezTo>
                  <a:pt x="12743" y="12573"/>
                  <a:pt x="12768" y="12274"/>
                  <a:pt x="12775" y="11968"/>
                </a:cubicBezTo>
                <a:cubicBezTo>
                  <a:pt x="12778" y="11862"/>
                  <a:pt x="12760" y="11749"/>
                  <a:pt x="12737" y="11682"/>
                </a:cubicBezTo>
                <a:close/>
                <a:moveTo>
                  <a:pt x="13485" y="11948"/>
                </a:moveTo>
                <a:cubicBezTo>
                  <a:pt x="13481" y="11908"/>
                  <a:pt x="13476" y="11862"/>
                  <a:pt x="13471" y="11828"/>
                </a:cubicBezTo>
                <a:cubicBezTo>
                  <a:pt x="13465" y="11789"/>
                  <a:pt x="13456" y="11755"/>
                  <a:pt x="13449" y="11722"/>
                </a:cubicBezTo>
                <a:cubicBezTo>
                  <a:pt x="13447" y="11715"/>
                  <a:pt x="13447" y="11715"/>
                  <a:pt x="13446" y="11709"/>
                </a:cubicBezTo>
                <a:cubicBezTo>
                  <a:pt x="13438" y="11682"/>
                  <a:pt x="13429" y="11662"/>
                  <a:pt x="13422" y="11642"/>
                </a:cubicBezTo>
                <a:cubicBezTo>
                  <a:pt x="13420" y="11636"/>
                  <a:pt x="13419" y="11636"/>
                  <a:pt x="13417" y="11629"/>
                </a:cubicBezTo>
                <a:cubicBezTo>
                  <a:pt x="13408" y="11609"/>
                  <a:pt x="13397" y="11596"/>
                  <a:pt x="13388" y="11583"/>
                </a:cubicBezTo>
                <a:cubicBezTo>
                  <a:pt x="13386" y="11583"/>
                  <a:pt x="13384" y="11576"/>
                  <a:pt x="13383" y="11576"/>
                </a:cubicBezTo>
                <a:cubicBezTo>
                  <a:pt x="13372" y="11569"/>
                  <a:pt x="13361" y="11563"/>
                  <a:pt x="13350" y="11563"/>
                </a:cubicBezTo>
                <a:cubicBezTo>
                  <a:pt x="13341" y="11569"/>
                  <a:pt x="13332" y="11569"/>
                  <a:pt x="13323" y="11576"/>
                </a:cubicBezTo>
                <a:cubicBezTo>
                  <a:pt x="13311" y="11589"/>
                  <a:pt x="13298" y="11609"/>
                  <a:pt x="13289" y="11642"/>
                </a:cubicBezTo>
                <a:cubicBezTo>
                  <a:pt x="13282" y="11656"/>
                  <a:pt x="13275" y="11682"/>
                  <a:pt x="13271" y="11709"/>
                </a:cubicBezTo>
                <a:cubicBezTo>
                  <a:pt x="13262" y="11742"/>
                  <a:pt x="13257" y="11789"/>
                  <a:pt x="13253" y="11835"/>
                </a:cubicBezTo>
                <a:cubicBezTo>
                  <a:pt x="13251" y="11855"/>
                  <a:pt x="13251" y="11882"/>
                  <a:pt x="13250" y="11902"/>
                </a:cubicBezTo>
                <a:cubicBezTo>
                  <a:pt x="13232" y="11955"/>
                  <a:pt x="13215" y="12021"/>
                  <a:pt x="13201" y="12088"/>
                </a:cubicBezTo>
                <a:cubicBezTo>
                  <a:pt x="13196" y="12114"/>
                  <a:pt x="13192" y="12134"/>
                  <a:pt x="13188" y="12167"/>
                </a:cubicBezTo>
                <a:cubicBezTo>
                  <a:pt x="13181" y="12221"/>
                  <a:pt x="13174" y="12274"/>
                  <a:pt x="13172" y="12334"/>
                </a:cubicBezTo>
                <a:cubicBezTo>
                  <a:pt x="13167" y="12400"/>
                  <a:pt x="13167" y="12466"/>
                  <a:pt x="13172" y="12533"/>
                </a:cubicBezTo>
                <a:cubicBezTo>
                  <a:pt x="13178" y="12593"/>
                  <a:pt x="13185" y="12653"/>
                  <a:pt x="13197" y="12699"/>
                </a:cubicBezTo>
                <a:cubicBezTo>
                  <a:pt x="13210" y="12746"/>
                  <a:pt x="13224" y="12779"/>
                  <a:pt x="13242" y="12792"/>
                </a:cubicBezTo>
                <a:cubicBezTo>
                  <a:pt x="13260" y="12812"/>
                  <a:pt x="13278" y="12812"/>
                  <a:pt x="13296" y="12792"/>
                </a:cubicBezTo>
                <a:cubicBezTo>
                  <a:pt x="13350" y="12766"/>
                  <a:pt x="13406" y="12699"/>
                  <a:pt x="13446" y="12553"/>
                </a:cubicBezTo>
                <a:cubicBezTo>
                  <a:pt x="13454" y="12520"/>
                  <a:pt x="13462" y="12486"/>
                  <a:pt x="13467" y="12446"/>
                </a:cubicBezTo>
                <a:cubicBezTo>
                  <a:pt x="13474" y="12413"/>
                  <a:pt x="13478" y="12367"/>
                  <a:pt x="13481" y="12327"/>
                </a:cubicBezTo>
                <a:cubicBezTo>
                  <a:pt x="13487" y="12274"/>
                  <a:pt x="13489" y="12214"/>
                  <a:pt x="13490" y="12154"/>
                </a:cubicBezTo>
                <a:cubicBezTo>
                  <a:pt x="13492" y="12094"/>
                  <a:pt x="13489" y="12034"/>
                  <a:pt x="13485" y="11981"/>
                </a:cubicBezTo>
                <a:cubicBezTo>
                  <a:pt x="13487" y="11975"/>
                  <a:pt x="13487" y="11961"/>
                  <a:pt x="13485" y="11948"/>
                </a:cubicBezTo>
                <a:close/>
                <a:moveTo>
                  <a:pt x="14159" y="11709"/>
                </a:moveTo>
                <a:cubicBezTo>
                  <a:pt x="14132" y="11636"/>
                  <a:pt x="14104" y="11589"/>
                  <a:pt x="14073" y="11549"/>
                </a:cubicBezTo>
                <a:cubicBezTo>
                  <a:pt x="14050" y="11516"/>
                  <a:pt x="14015" y="11543"/>
                  <a:pt x="13996" y="11589"/>
                </a:cubicBezTo>
                <a:cubicBezTo>
                  <a:pt x="13978" y="11629"/>
                  <a:pt x="13960" y="11702"/>
                  <a:pt x="13953" y="11782"/>
                </a:cubicBezTo>
                <a:cubicBezTo>
                  <a:pt x="13945" y="11789"/>
                  <a:pt x="13938" y="11789"/>
                  <a:pt x="13929" y="11795"/>
                </a:cubicBezTo>
                <a:cubicBezTo>
                  <a:pt x="13913" y="11815"/>
                  <a:pt x="13897" y="11842"/>
                  <a:pt x="13884" y="11888"/>
                </a:cubicBezTo>
                <a:cubicBezTo>
                  <a:pt x="13861" y="11961"/>
                  <a:pt x="13843" y="12088"/>
                  <a:pt x="13837" y="12194"/>
                </a:cubicBezTo>
                <a:cubicBezTo>
                  <a:pt x="13832" y="12300"/>
                  <a:pt x="13832" y="12360"/>
                  <a:pt x="13837" y="12466"/>
                </a:cubicBezTo>
                <a:cubicBezTo>
                  <a:pt x="13839" y="12526"/>
                  <a:pt x="13846" y="12586"/>
                  <a:pt x="13854" y="12639"/>
                </a:cubicBezTo>
                <a:cubicBezTo>
                  <a:pt x="13868" y="12752"/>
                  <a:pt x="13895" y="12845"/>
                  <a:pt x="13924" y="12912"/>
                </a:cubicBezTo>
                <a:cubicBezTo>
                  <a:pt x="13956" y="12985"/>
                  <a:pt x="13990" y="13011"/>
                  <a:pt x="14026" y="13025"/>
                </a:cubicBezTo>
                <a:cubicBezTo>
                  <a:pt x="14055" y="13038"/>
                  <a:pt x="14084" y="13025"/>
                  <a:pt x="14113" y="13005"/>
                </a:cubicBezTo>
                <a:cubicBezTo>
                  <a:pt x="14147" y="12978"/>
                  <a:pt x="14181" y="12912"/>
                  <a:pt x="14206" y="12819"/>
                </a:cubicBezTo>
                <a:cubicBezTo>
                  <a:pt x="14217" y="12779"/>
                  <a:pt x="14229" y="12726"/>
                  <a:pt x="14237" y="12673"/>
                </a:cubicBezTo>
                <a:cubicBezTo>
                  <a:pt x="14249" y="12573"/>
                  <a:pt x="14253" y="12506"/>
                  <a:pt x="14256" y="12400"/>
                </a:cubicBezTo>
                <a:cubicBezTo>
                  <a:pt x="14260" y="12267"/>
                  <a:pt x="14249" y="12134"/>
                  <a:pt x="14235" y="12015"/>
                </a:cubicBezTo>
                <a:cubicBezTo>
                  <a:pt x="14219" y="11888"/>
                  <a:pt x="14190" y="11795"/>
                  <a:pt x="14159" y="11709"/>
                </a:cubicBezTo>
                <a:close/>
                <a:moveTo>
                  <a:pt x="14778" y="11789"/>
                </a:moveTo>
                <a:cubicBezTo>
                  <a:pt x="14763" y="11775"/>
                  <a:pt x="14751" y="11769"/>
                  <a:pt x="14736" y="11769"/>
                </a:cubicBezTo>
                <a:cubicBezTo>
                  <a:pt x="14722" y="11769"/>
                  <a:pt x="14708" y="11775"/>
                  <a:pt x="14693" y="11789"/>
                </a:cubicBezTo>
                <a:cubicBezTo>
                  <a:pt x="14688" y="11795"/>
                  <a:pt x="14682" y="11795"/>
                  <a:pt x="14677" y="11809"/>
                </a:cubicBezTo>
                <a:cubicBezTo>
                  <a:pt x="14664" y="11828"/>
                  <a:pt x="14650" y="11842"/>
                  <a:pt x="14639" y="11875"/>
                </a:cubicBezTo>
                <a:cubicBezTo>
                  <a:pt x="14618" y="11935"/>
                  <a:pt x="14596" y="12001"/>
                  <a:pt x="14585" y="12094"/>
                </a:cubicBezTo>
                <a:cubicBezTo>
                  <a:pt x="14573" y="12187"/>
                  <a:pt x="14571" y="12221"/>
                  <a:pt x="14567" y="12327"/>
                </a:cubicBezTo>
                <a:cubicBezTo>
                  <a:pt x="14566" y="12380"/>
                  <a:pt x="14569" y="12433"/>
                  <a:pt x="14571" y="12480"/>
                </a:cubicBezTo>
                <a:cubicBezTo>
                  <a:pt x="14573" y="12526"/>
                  <a:pt x="14580" y="12573"/>
                  <a:pt x="14585" y="12619"/>
                </a:cubicBezTo>
                <a:cubicBezTo>
                  <a:pt x="14591" y="12666"/>
                  <a:pt x="14600" y="12706"/>
                  <a:pt x="14609" y="12739"/>
                </a:cubicBezTo>
                <a:cubicBezTo>
                  <a:pt x="14625" y="12812"/>
                  <a:pt x="14650" y="12865"/>
                  <a:pt x="14675" y="12892"/>
                </a:cubicBezTo>
                <a:cubicBezTo>
                  <a:pt x="14688" y="12905"/>
                  <a:pt x="14702" y="12912"/>
                  <a:pt x="14715" y="12912"/>
                </a:cubicBezTo>
                <a:cubicBezTo>
                  <a:pt x="14740" y="12905"/>
                  <a:pt x="14754" y="12892"/>
                  <a:pt x="14776" y="12845"/>
                </a:cubicBezTo>
                <a:cubicBezTo>
                  <a:pt x="14798" y="12805"/>
                  <a:pt x="14817" y="12726"/>
                  <a:pt x="14828" y="12653"/>
                </a:cubicBezTo>
                <a:cubicBezTo>
                  <a:pt x="14841" y="12566"/>
                  <a:pt x="14850" y="12467"/>
                  <a:pt x="14848" y="12367"/>
                </a:cubicBezTo>
                <a:cubicBezTo>
                  <a:pt x="14848" y="12340"/>
                  <a:pt x="14846" y="12314"/>
                  <a:pt x="14846" y="12294"/>
                </a:cubicBezTo>
                <a:cubicBezTo>
                  <a:pt x="14848" y="12280"/>
                  <a:pt x="14850" y="12274"/>
                  <a:pt x="14850" y="12260"/>
                </a:cubicBezTo>
                <a:cubicBezTo>
                  <a:pt x="14851" y="12227"/>
                  <a:pt x="14851" y="12194"/>
                  <a:pt x="14853" y="12161"/>
                </a:cubicBezTo>
                <a:cubicBezTo>
                  <a:pt x="14853" y="12094"/>
                  <a:pt x="14848" y="12028"/>
                  <a:pt x="14839" y="11975"/>
                </a:cubicBezTo>
                <a:cubicBezTo>
                  <a:pt x="14823" y="11882"/>
                  <a:pt x="14803" y="11815"/>
                  <a:pt x="14778" y="11789"/>
                </a:cubicBezTo>
                <a:close/>
                <a:moveTo>
                  <a:pt x="15493" y="12174"/>
                </a:moveTo>
                <a:cubicBezTo>
                  <a:pt x="15490" y="12128"/>
                  <a:pt x="15484" y="12081"/>
                  <a:pt x="15477" y="12041"/>
                </a:cubicBezTo>
                <a:cubicBezTo>
                  <a:pt x="15468" y="11975"/>
                  <a:pt x="15456" y="11921"/>
                  <a:pt x="15445" y="11868"/>
                </a:cubicBezTo>
                <a:cubicBezTo>
                  <a:pt x="15438" y="11835"/>
                  <a:pt x="15430" y="11802"/>
                  <a:pt x="15421" y="11775"/>
                </a:cubicBezTo>
                <a:cubicBezTo>
                  <a:pt x="15403" y="11709"/>
                  <a:pt x="15376" y="11669"/>
                  <a:pt x="15349" y="11669"/>
                </a:cubicBezTo>
                <a:cubicBezTo>
                  <a:pt x="15339" y="11669"/>
                  <a:pt x="15330" y="11676"/>
                  <a:pt x="15321" y="11689"/>
                </a:cubicBezTo>
                <a:cubicBezTo>
                  <a:pt x="15319" y="11689"/>
                  <a:pt x="15317" y="11689"/>
                  <a:pt x="15314" y="11689"/>
                </a:cubicBezTo>
                <a:cubicBezTo>
                  <a:pt x="15296" y="11689"/>
                  <a:pt x="15278" y="11709"/>
                  <a:pt x="15263" y="11742"/>
                </a:cubicBezTo>
                <a:cubicBezTo>
                  <a:pt x="15249" y="11762"/>
                  <a:pt x="15238" y="11802"/>
                  <a:pt x="15225" y="11835"/>
                </a:cubicBezTo>
                <a:cubicBezTo>
                  <a:pt x="15220" y="11855"/>
                  <a:pt x="15215" y="11868"/>
                  <a:pt x="15211" y="11888"/>
                </a:cubicBezTo>
                <a:cubicBezTo>
                  <a:pt x="15202" y="11935"/>
                  <a:pt x="15191" y="11975"/>
                  <a:pt x="15186" y="12028"/>
                </a:cubicBezTo>
                <a:cubicBezTo>
                  <a:pt x="15179" y="12074"/>
                  <a:pt x="15173" y="12134"/>
                  <a:pt x="15170" y="12187"/>
                </a:cubicBezTo>
                <a:cubicBezTo>
                  <a:pt x="15168" y="12214"/>
                  <a:pt x="15168" y="12241"/>
                  <a:pt x="15166" y="12274"/>
                </a:cubicBezTo>
                <a:cubicBezTo>
                  <a:pt x="15164" y="12300"/>
                  <a:pt x="15164" y="12334"/>
                  <a:pt x="15164" y="12360"/>
                </a:cubicBezTo>
                <a:cubicBezTo>
                  <a:pt x="15164" y="12373"/>
                  <a:pt x="15164" y="12387"/>
                  <a:pt x="15164" y="12400"/>
                </a:cubicBezTo>
                <a:cubicBezTo>
                  <a:pt x="15166" y="12447"/>
                  <a:pt x="15166" y="12486"/>
                  <a:pt x="15170" y="12533"/>
                </a:cubicBezTo>
                <a:cubicBezTo>
                  <a:pt x="15170" y="12546"/>
                  <a:pt x="15171" y="12560"/>
                  <a:pt x="15173" y="12566"/>
                </a:cubicBezTo>
                <a:cubicBezTo>
                  <a:pt x="15177" y="12606"/>
                  <a:pt x="15182" y="12646"/>
                  <a:pt x="15188" y="12686"/>
                </a:cubicBezTo>
                <a:cubicBezTo>
                  <a:pt x="15193" y="12719"/>
                  <a:pt x="15200" y="12752"/>
                  <a:pt x="15207" y="12786"/>
                </a:cubicBezTo>
                <a:cubicBezTo>
                  <a:pt x="15209" y="12792"/>
                  <a:pt x="15211" y="12805"/>
                  <a:pt x="15215" y="12812"/>
                </a:cubicBezTo>
                <a:cubicBezTo>
                  <a:pt x="15236" y="12885"/>
                  <a:pt x="15261" y="12945"/>
                  <a:pt x="15290" y="12965"/>
                </a:cubicBezTo>
                <a:cubicBezTo>
                  <a:pt x="15321" y="12992"/>
                  <a:pt x="15348" y="12992"/>
                  <a:pt x="15378" y="12965"/>
                </a:cubicBezTo>
                <a:cubicBezTo>
                  <a:pt x="15393" y="12952"/>
                  <a:pt x="15405" y="12932"/>
                  <a:pt x="15418" y="12905"/>
                </a:cubicBezTo>
                <a:cubicBezTo>
                  <a:pt x="15430" y="12885"/>
                  <a:pt x="15441" y="12845"/>
                  <a:pt x="15452" y="12812"/>
                </a:cubicBezTo>
                <a:cubicBezTo>
                  <a:pt x="15463" y="12779"/>
                  <a:pt x="15472" y="12732"/>
                  <a:pt x="15479" y="12692"/>
                </a:cubicBezTo>
                <a:cubicBezTo>
                  <a:pt x="15481" y="12686"/>
                  <a:pt x="15483" y="12673"/>
                  <a:pt x="15483" y="12666"/>
                </a:cubicBezTo>
                <a:cubicBezTo>
                  <a:pt x="15488" y="12626"/>
                  <a:pt x="15493" y="12586"/>
                  <a:pt x="15495" y="12540"/>
                </a:cubicBezTo>
                <a:cubicBezTo>
                  <a:pt x="15502" y="12433"/>
                  <a:pt x="15501" y="12354"/>
                  <a:pt x="15495" y="12247"/>
                </a:cubicBezTo>
                <a:cubicBezTo>
                  <a:pt x="15497" y="12214"/>
                  <a:pt x="15495" y="12194"/>
                  <a:pt x="15493" y="12174"/>
                </a:cubicBezTo>
                <a:close/>
                <a:moveTo>
                  <a:pt x="16130" y="11842"/>
                </a:moveTo>
                <a:cubicBezTo>
                  <a:pt x="16135" y="11775"/>
                  <a:pt x="16137" y="11709"/>
                  <a:pt x="16132" y="11636"/>
                </a:cubicBezTo>
                <a:cubicBezTo>
                  <a:pt x="16124" y="11549"/>
                  <a:pt x="16106" y="11456"/>
                  <a:pt x="16085" y="11416"/>
                </a:cubicBezTo>
                <a:cubicBezTo>
                  <a:pt x="16061" y="11370"/>
                  <a:pt x="16033" y="11350"/>
                  <a:pt x="16008" y="11376"/>
                </a:cubicBezTo>
                <a:cubicBezTo>
                  <a:pt x="15984" y="11403"/>
                  <a:pt x="15959" y="11463"/>
                  <a:pt x="15948" y="11549"/>
                </a:cubicBezTo>
                <a:cubicBezTo>
                  <a:pt x="15925" y="11715"/>
                  <a:pt x="15901" y="11882"/>
                  <a:pt x="15880" y="12048"/>
                </a:cubicBezTo>
                <a:cubicBezTo>
                  <a:pt x="15865" y="12154"/>
                  <a:pt x="15849" y="12260"/>
                  <a:pt x="15839" y="12367"/>
                </a:cubicBezTo>
                <a:cubicBezTo>
                  <a:pt x="15819" y="12560"/>
                  <a:pt x="15840" y="12805"/>
                  <a:pt x="15892" y="12905"/>
                </a:cubicBezTo>
                <a:cubicBezTo>
                  <a:pt x="15930" y="12978"/>
                  <a:pt x="15972" y="12978"/>
                  <a:pt x="16013" y="12945"/>
                </a:cubicBezTo>
                <a:cubicBezTo>
                  <a:pt x="16038" y="12925"/>
                  <a:pt x="16063" y="12885"/>
                  <a:pt x="16083" y="12839"/>
                </a:cubicBezTo>
                <a:cubicBezTo>
                  <a:pt x="16137" y="12712"/>
                  <a:pt x="16177" y="12493"/>
                  <a:pt x="16175" y="12247"/>
                </a:cubicBezTo>
                <a:cubicBezTo>
                  <a:pt x="16173" y="12128"/>
                  <a:pt x="16166" y="12001"/>
                  <a:pt x="16148" y="11908"/>
                </a:cubicBezTo>
                <a:cubicBezTo>
                  <a:pt x="16139" y="11882"/>
                  <a:pt x="16133" y="11862"/>
                  <a:pt x="16130" y="11842"/>
                </a:cubicBezTo>
                <a:close/>
                <a:moveTo>
                  <a:pt x="16754" y="12174"/>
                </a:moveTo>
                <a:cubicBezTo>
                  <a:pt x="16745" y="12121"/>
                  <a:pt x="16736" y="12074"/>
                  <a:pt x="16725" y="12028"/>
                </a:cubicBezTo>
                <a:cubicBezTo>
                  <a:pt x="16719" y="12008"/>
                  <a:pt x="16714" y="11981"/>
                  <a:pt x="16709" y="11968"/>
                </a:cubicBezTo>
                <a:cubicBezTo>
                  <a:pt x="16705" y="11955"/>
                  <a:pt x="16702" y="11948"/>
                  <a:pt x="16700" y="11941"/>
                </a:cubicBezTo>
                <a:cubicBezTo>
                  <a:pt x="16698" y="11895"/>
                  <a:pt x="16694" y="11855"/>
                  <a:pt x="16689" y="11815"/>
                </a:cubicBezTo>
                <a:cubicBezTo>
                  <a:pt x="16684" y="11789"/>
                  <a:pt x="16678" y="11762"/>
                  <a:pt x="16673" y="11742"/>
                </a:cubicBezTo>
                <a:cubicBezTo>
                  <a:pt x="16660" y="11696"/>
                  <a:pt x="16646" y="11662"/>
                  <a:pt x="16628" y="11649"/>
                </a:cubicBezTo>
                <a:cubicBezTo>
                  <a:pt x="16619" y="11642"/>
                  <a:pt x="16610" y="11642"/>
                  <a:pt x="16601" y="11636"/>
                </a:cubicBezTo>
                <a:cubicBezTo>
                  <a:pt x="16583" y="11636"/>
                  <a:pt x="16565" y="11656"/>
                  <a:pt x="16550" y="11689"/>
                </a:cubicBezTo>
                <a:cubicBezTo>
                  <a:pt x="16547" y="11696"/>
                  <a:pt x="16543" y="11702"/>
                  <a:pt x="16541" y="11709"/>
                </a:cubicBezTo>
                <a:cubicBezTo>
                  <a:pt x="16533" y="11729"/>
                  <a:pt x="16522" y="11762"/>
                  <a:pt x="16515" y="11789"/>
                </a:cubicBezTo>
                <a:cubicBezTo>
                  <a:pt x="16507" y="11822"/>
                  <a:pt x="16500" y="11855"/>
                  <a:pt x="16493" y="11888"/>
                </a:cubicBezTo>
                <a:cubicBezTo>
                  <a:pt x="16491" y="11902"/>
                  <a:pt x="16489" y="11915"/>
                  <a:pt x="16488" y="11928"/>
                </a:cubicBezTo>
                <a:cubicBezTo>
                  <a:pt x="16480" y="11981"/>
                  <a:pt x="16473" y="12035"/>
                  <a:pt x="16471" y="12088"/>
                </a:cubicBezTo>
                <a:cubicBezTo>
                  <a:pt x="16470" y="12128"/>
                  <a:pt x="16468" y="12181"/>
                  <a:pt x="16468" y="12221"/>
                </a:cubicBezTo>
                <a:cubicBezTo>
                  <a:pt x="16468" y="12227"/>
                  <a:pt x="16468" y="12234"/>
                  <a:pt x="16468" y="12241"/>
                </a:cubicBezTo>
                <a:cubicBezTo>
                  <a:pt x="16470" y="12280"/>
                  <a:pt x="16470" y="12320"/>
                  <a:pt x="16471" y="12354"/>
                </a:cubicBezTo>
                <a:cubicBezTo>
                  <a:pt x="16475" y="12407"/>
                  <a:pt x="16480" y="12467"/>
                  <a:pt x="16488" y="12513"/>
                </a:cubicBezTo>
                <a:cubicBezTo>
                  <a:pt x="16493" y="12553"/>
                  <a:pt x="16502" y="12586"/>
                  <a:pt x="16509" y="12619"/>
                </a:cubicBezTo>
                <a:cubicBezTo>
                  <a:pt x="16516" y="12653"/>
                  <a:pt x="16529" y="12679"/>
                  <a:pt x="16536" y="12699"/>
                </a:cubicBezTo>
                <a:cubicBezTo>
                  <a:pt x="16549" y="12732"/>
                  <a:pt x="16563" y="12752"/>
                  <a:pt x="16577" y="12772"/>
                </a:cubicBezTo>
                <a:cubicBezTo>
                  <a:pt x="16581" y="12779"/>
                  <a:pt x="16585" y="12779"/>
                  <a:pt x="16588" y="12779"/>
                </a:cubicBezTo>
                <a:cubicBezTo>
                  <a:pt x="16601" y="12786"/>
                  <a:pt x="16613" y="12792"/>
                  <a:pt x="16624" y="12799"/>
                </a:cubicBezTo>
                <a:cubicBezTo>
                  <a:pt x="16637" y="12799"/>
                  <a:pt x="16649" y="12792"/>
                  <a:pt x="16662" y="12786"/>
                </a:cubicBezTo>
                <a:cubicBezTo>
                  <a:pt x="16666" y="12786"/>
                  <a:pt x="16671" y="12779"/>
                  <a:pt x="16675" y="12772"/>
                </a:cubicBezTo>
                <a:cubicBezTo>
                  <a:pt x="16700" y="12739"/>
                  <a:pt x="16718" y="12706"/>
                  <a:pt x="16737" y="12633"/>
                </a:cubicBezTo>
                <a:cubicBezTo>
                  <a:pt x="16743" y="12606"/>
                  <a:pt x="16748" y="12580"/>
                  <a:pt x="16754" y="12560"/>
                </a:cubicBezTo>
                <a:cubicBezTo>
                  <a:pt x="16761" y="12520"/>
                  <a:pt x="16764" y="12473"/>
                  <a:pt x="16766" y="12420"/>
                </a:cubicBezTo>
                <a:cubicBezTo>
                  <a:pt x="16768" y="12387"/>
                  <a:pt x="16768" y="12354"/>
                  <a:pt x="16766" y="12320"/>
                </a:cubicBezTo>
                <a:cubicBezTo>
                  <a:pt x="16764" y="12260"/>
                  <a:pt x="16761" y="12214"/>
                  <a:pt x="16754" y="12174"/>
                </a:cubicBezTo>
                <a:close/>
                <a:moveTo>
                  <a:pt x="17340" y="11815"/>
                </a:moveTo>
                <a:cubicBezTo>
                  <a:pt x="17336" y="11808"/>
                  <a:pt x="17331" y="11802"/>
                  <a:pt x="17327" y="11789"/>
                </a:cubicBezTo>
                <a:cubicBezTo>
                  <a:pt x="17324" y="11762"/>
                  <a:pt x="17318" y="11735"/>
                  <a:pt x="17313" y="11715"/>
                </a:cubicBezTo>
                <a:cubicBezTo>
                  <a:pt x="17295" y="11656"/>
                  <a:pt x="17268" y="11596"/>
                  <a:pt x="17241" y="11609"/>
                </a:cubicBezTo>
                <a:cubicBezTo>
                  <a:pt x="17221" y="11616"/>
                  <a:pt x="17203" y="11629"/>
                  <a:pt x="17183" y="11636"/>
                </a:cubicBezTo>
                <a:cubicBezTo>
                  <a:pt x="17169" y="11636"/>
                  <a:pt x="17156" y="11642"/>
                  <a:pt x="17144" y="11669"/>
                </a:cubicBezTo>
                <a:cubicBezTo>
                  <a:pt x="17131" y="11682"/>
                  <a:pt x="17120" y="11709"/>
                  <a:pt x="17111" y="11749"/>
                </a:cubicBezTo>
                <a:cubicBezTo>
                  <a:pt x="17093" y="11815"/>
                  <a:pt x="17081" y="11921"/>
                  <a:pt x="17083" y="12015"/>
                </a:cubicBezTo>
                <a:cubicBezTo>
                  <a:pt x="17083" y="12021"/>
                  <a:pt x="17083" y="12021"/>
                  <a:pt x="17083" y="12028"/>
                </a:cubicBezTo>
                <a:cubicBezTo>
                  <a:pt x="17079" y="12054"/>
                  <a:pt x="17077" y="12081"/>
                  <a:pt x="17075" y="12101"/>
                </a:cubicBezTo>
                <a:cubicBezTo>
                  <a:pt x="17072" y="12147"/>
                  <a:pt x="17070" y="12201"/>
                  <a:pt x="17070" y="12254"/>
                </a:cubicBezTo>
                <a:cubicBezTo>
                  <a:pt x="17070" y="12300"/>
                  <a:pt x="17072" y="12360"/>
                  <a:pt x="17077" y="12407"/>
                </a:cubicBezTo>
                <a:cubicBezTo>
                  <a:pt x="17086" y="12500"/>
                  <a:pt x="17101" y="12593"/>
                  <a:pt x="17120" y="12659"/>
                </a:cubicBezTo>
                <a:cubicBezTo>
                  <a:pt x="17140" y="12726"/>
                  <a:pt x="17158" y="12766"/>
                  <a:pt x="17182" y="12799"/>
                </a:cubicBezTo>
                <a:cubicBezTo>
                  <a:pt x="17218" y="12852"/>
                  <a:pt x="17255" y="12885"/>
                  <a:pt x="17293" y="12885"/>
                </a:cubicBezTo>
                <a:cubicBezTo>
                  <a:pt x="17347" y="12885"/>
                  <a:pt x="17399" y="12819"/>
                  <a:pt x="17439" y="12679"/>
                </a:cubicBezTo>
                <a:cubicBezTo>
                  <a:pt x="17444" y="12653"/>
                  <a:pt x="17449" y="12626"/>
                  <a:pt x="17455" y="12606"/>
                </a:cubicBezTo>
                <a:cubicBezTo>
                  <a:pt x="17462" y="12566"/>
                  <a:pt x="17466" y="12520"/>
                  <a:pt x="17467" y="12466"/>
                </a:cubicBezTo>
                <a:cubicBezTo>
                  <a:pt x="17471" y="12387"/>
                  <a:pt x="17467" y="12294"/>
                  <a:pt x="17455" y="12227"/>
                </a:cubicBezTo>
                <a:cubicBezTo>
                  <a:pt x="17426" y="12061"/>
                  <a:pt x="17388" y="11921"/>
                  <a:pt x="17340" y="11815"/>
                </a:cubicBezTo>
                <a:close/>
                <a:moveTo>
                  <a:pt x="18124" y="11941"/>
                </a:moveTo>
                <a:cubicBezTo>
                  <a:pt x="18116" y="11895"/>
                  <a:pt x="18107" y="11848"/>
                  <a:pt x="18098" y="11809"/>
                </a:cubicBezTo>
                <a:cubicBezTo>
                  <a:pt x="18089" y="11769"/>
                  <a:pt x="18077" y="11735"/>
                  <a:pt x="18064" y="11709"/>
                </a:cubicBezTo>
                <a:cubicBezTo>
                  <a:pt x="18052" y="11682"/>
                  <a:pt x="18037" y="11656"/>
                  <a:pt x="18025" y="11649"/>
                </a:cubicBezTo>
                <a:cubicBezTo>
                  <a:pt x="18012" y="11636"/>
                  <a:pt x="17998" y="11629"/>
                  <a:pt x="17985" y="11642"/>
                </a:cubicBezTo>
                <a:cubicBezTo>
                  <a:pt x="17973" y="11642"/>
                  <a:pt x="17960" y="11662"/>
                  <a:pt x="17947" y="11689"/>
                </a:cubicBezTo>
                <a:cubicBezTo>
                  <a:pt x="17940" y="11702"/>
                  <a:pt x="17935" y="11722"/>
                  <a:pt x="17929" y="11742"/>
                </a:cubicBezTo>
                <a:cubicBezTo>
                  <a:pt x="17924" y="11749"/>
                  <a:pt x="17919" y="11755"/>
                  <a:pt x="17913" y="11769"/>
                </a:cubicBezTo>
                <a:cubicBezTo>
                  <a:pt x="17902" y="11789"/>
                  <a:pt x="17892" y="11822"/>
                  <a:pt x="17883" y="11855"/>
                </a:cubicBezTo>
                <a:cubicBezTo>
                  <a:pt x="17874" y="11888"/>
                  <a:pt x="17865" y="11928"/>
                  <a:pt x="17859" y="11975"/>
                </a:cubicBezTo>
                <a:cubicBezTo>
                  <a:pt x="17854" y="12015"/>
                  <a:pt x="17847" y="12061"/>
                  <a:pt x="17845" y="12108"/>
                </a:cubicBezTo>
                <a:cubicBezTo>
                  <a:pt x="17843" y="12154"/>
                  <a:pt x="17840" y="12207"/>
                  <a:pt x="17840" y="12260"/>
                </a:cubicBezTo>
                <a:cubicBezTo>
                  <a:pt x="17841" y="12360"/>
                  <a:pt x="17847" y="12453"/>
                  <a:pt x="17861" y="12540"/>
                </a:cubicBezTo>
                <a:cubicBezTo>
                  <a:pt x="17868" y="12579"/>
                  <a:pt x="17876" y="12619"/>
                  <a:pt x="17885" y="12653"/>
                </a:cubicBezTo>
                <a:cubicBezTo>
                  <a:pt x="17906" y="12719"/>
                  <a:pt x="17915" y="12739"/>
                  <a:pt x="17940" y="12772"/>
                </a:cubicBezTo>
                <a:cubicBezTo>
                  <a:pt x="17953" y="12792"/>
                  <a:pt x="17967" y="12792"/>
                  <a:pt x="17980" y="12799"/>
                </a:cubicBezTo>
                <a:cubicBezTo>
                  <a:pt x="17994" y="12805"/>
                  <a:pt x="18009" y="12792"/>
                  <a:pt x="18021" y="12785"/>
                </a:cubicBezTo>
                <a:cubicBezTo>
                  <a:pt x="18027" y="12785"/>
                  <a:pt x="18030" y="12779"/>
                  <a:pt x="18034" y="12772"/>
                </a:cubicBezTo>
                <a:cubicBezTo>
                  <a:pt x="18046" y="12752"/>
                  <a:pt x="18061" y="12739"/>
                  <a:pt x="18071" y="12706"/>
                </a:cubicBezTo>
                <a:cubicBezTo>
                  <a:pt x="18082" y="12679"/>
                  <a:pt x="18093" y="12646"/>
                  <a:pt x="18102" y="12613"/>
                </a:cubicBezTo>
                <a:cubicBezTo>
                  <a:pt x="18109" y="12586"/>
                  <a:pt x="18116" y="12553"/>
                  <a:pt x="18122" y="12520"/>
                </a:cubicBezTo>
                <a:cubicBezTo>
                  <a:pt x="18127" y="12486"/>
                  <a:pt x="18133" y="12433"/>
                  <a:pt x="18136" y="12407"/>
                </a:cubicBezTo>
                <a:cubicBezTo>
                  <a:pt x="18142" y="12360"/>
                  <a:pt x="18142" y="12300"/>
                  <a:pt x="18143" y="12254"/>
                </a:cubicBezTo>
                <a:cubicBezTo>
                  <a:pt x="18145" y="12201"/>
                  <a:pt x="18142" y="12147"/>
                  <a:pt x="18140" y="12101"/>
                </a:cubicBezTo>
                <a:cubicBezTo>
                  <a:pt x="18136" y="12041"/>
                  <a:pt x="18129" y="11988"/>
                  <a:pt x="18124" y="11941"/>
                </a:cubicBezTo>
                <a:close/>
                <a:moveTo>
                  <a:pt x="18692" y="11855"/>
                </a:moveTo>
                <a:cubicBezTo>
                  <a:pt x="18683" y="11822"/>
                  <a:pt x="18674" y="11795"/>
                  <a:pt x="18663" y="11775"/>
                </a:cubicBezTo>
                <a:cubicBezTo>
                  <a:pt x="18658" y="11762"/>
                  <a:pt x="18650" y="11755"/>
                  <a:pt x="18645" y="11749"/>
                </a:cubicBezTo>
                <a:cubicBezTo>
                  <a:pt x="18640" y="11742"/>
                  <a:pt x="18632" y="11729"/>
                  <a:pt x="18627" y="11722"/>
                </a:cubicBezTo>
                <a:cubicBezTo>
                  <a:pt x="18602" y="11696"/>
                  <a:pt x="18573" y="11709"/>
                  <a:pt x="18550" y="11762"/>
                </a:cubicBezTo>
                <a:cubicBezTo>
                  <a:pt x="18543" y="11775"/>
                  <a:pt x="18537" y="11795"/>
                  <a:pt x="18532" y="11809"/>
                </a:cubicBezTo>
                <a:cubicBezTo>
                  <a:pt x="18528" y="11809"/>
                  <a:pt x="18525" y="11809"/>
                  <a:pt x="18523" y="11815"/>
                </a:cubicBezTo>
                <a:cubicBezTo>
                  <a:pt x="18516" y="11828"/>
                  <a:pt x="18507" y="11842"/>
                  <a:pt x="18499" y="11855"/>
                </a:cubicBezTo>
                <a:cubicBezTo>
                  <a:pt x="18485" y="11888"/>
                  <a:pt x="18472" y="11935"/>
                  <a:pt x="18463" y="11988"/>
                </a:cubicBezTo>
                <a:cubicBezTo>
                  <a:pt x="18444" y="12088"/>
                  <a:pt x="18422" y="12187"/>
                  <a:pt x="18402" y="12287"/>
                </a:cubicBezTo>
                <a:cubicBezTo>
                  <a:pt x="18395" y="12327"/>
                  <a:pt x="18392" y="12373"/>
                  <a:pt x="18390" y="12427"/>
                </a:cubicBezTo>
                <a:cubicBezTo>
                  <a:pt x="18386" y="12473"/>
                  <a:pt x="18388" y="12526"/>
                  <a:pt x="18392" y="12573"/>
                </a:cubicBezTo>
                <a:cubicBezTo>
                  <a:pt x="18399" y="12666"/>
                  <a:pt x="18415" y="12746"/>
                  <a:pt x="18438" y="12792"/>
                </a:cubicBezTo>
                <a:cubicBezTo>
                  <a:pt x="18472" y="12865"/>
                  <a:pt x="18510" y="12905"/>
                  <a:pt x="18550" y="12912"/>
                </a:cubicBezTo>
                <a:cubicBezTo>
                  <a:pt x="18570" y="12918"/>
                  <a:pt x="18589" y="12905"/>
                  <a:pt x="18607" y="12892"/>
                </a:cubicBezTo>
                <a:cubicBezTo>
                  <a:pt x="18613" y="12885"/>
                  <a:pt x="18618" y="12885"/>
                  <a:pt x="18622" y="12872"/>
                </a:cubicBezTo>
                <a:cubicBezTo>
                  <a:pt x="18634" y="12852"/>
                  <a:pt x="18647" y="12839"/>
                  <a:pt x="18659" y="12812"/>
                </a:cubicBezTo>
                <a:cubicBezTo>
                  <a:pt x="18683" y="12759"/>
                  <a:pt x="18697" y="12706"/>
                  <a:pt x="18713" y="12619"/>
                </a:cubicBezTo>
                <a:cubicBezTo>
                  <a:pt x="18722" y="12573"/>
                  <a:pt x="18730" y="12513"/>
                  <a:pt x="18733" y="12453"/>
                </a:cubicBezTo>
                <a:cubicBezTo>
                  <a:pt x="18737" y="12407"/>
                  <a:pt x="18737" y="12367"/>
                  <a:pt x="18739" y="12320"/>
                </a:cubicBezTo>
                <a:cubicBezTo>
                  <a:pt x="18739" y="12307"/>
                  <a:pt x="18739" y="12287"/>
                  <a:pt x="18739" y="12274"/>
                </a:cubicBezTo>
                <a:cubicBezTo>
                  <a:pt x="18739" y="12214"/>
                  <a:pt x="18737" y="12148"/>
                  <a:pt x="18731" y="12094"/>
                </a:cubicBezTo>
                <a:cubicBezTo>
                  <a:pt x="18721" y="12001"/>
                  <a:pt x="18712" y="11921"/>
                  <a:pt x="18692" y="11855"/>
                </a:cubicBezTo>
                <a:close/>
                <a:moveTo>
                  <a:pt x="19265" y="12008"/>
                </a:moveTo>
                <a:cubicBezTo>
                  <a:pt x="19258" y="11968"/>
                  <a:pt x="19249" y="11935"/>
                  <a:pt x="19237" y="11915"/>
                </a:cubicBezTo>
                <a:cubicBezTo>
                  <a:pt x="19228" y="11902"/>
                  <a:pt x="19220" y="11888"/>
                  <a:pt x="19210" y="11875"/>
                </a:cubicBezTo>
                <a:cubicBezTo>
                  <a:pt x="19206" y="11848"/>
                  <a:pt x="19201" y="11828"/>
                  <a:pt x="19195" y="11809"/>
                </a:cubicBezTo>
                <a:cubicBezTo>
                  <a:pt x="19175" y="11742"/>
                  <a:pt x="19150" y="11696"/>
                  <a:pt x="19123" y="11702"/>
                </a:cubicBezTo>
                <a:cubicBezTo>
                  <a:pt x="19098" y="11709"/>
                  <a:pt x="19069" y="11735"/>
                  <a:pt x="19051" y="11809"/>
                </a:cubicBezTo>
                <a:cubicBezTo>
                  <a:pt x="19033" y="11882"/>
                  <a:pt x="19017" y="11948"/>
                  <a:pt x="18999" y="12021"/>
                </a:cubicBezTo>
                <a:cubicBezTo>
                  <a:pt x="18990" y="12054"/>
                  <a:pt x="18983" y="12094"/>
                  <a:pt x="18978" y="12141"/>
                </a:cubicBezTo>
                <a:cubicBezTo>
                  <a:pt x="18970" y="12187"/>
                  <a:pt x="18969" y="12234"/>
                  <a:pt x="18969" y="12287"/>
                </a:cubicBezTo>
                <a:cubicBezTo>
                  <a:pt x="18970" y="12320"/>
                  <a:pt x="18970" y="12353"/>
                  <a:pt x="18972" y="12387"/>
                </a:cubicBezTo>
                <a:cubicBezTo>
                  <a:pt x="18978" y="12447"/>
                  <a:pt x="18985" y="12506"/>
                  <a:pt x="18997" y="12553"/>
                </a:cubicBezTo>
                <a:cubicBezTo>
                  <a:pt x="18999" y="12560"/>
                  <a:pt x="19001" y="12573"/>
                  <a:pt x="19003" y="12579"/>
                </a:cubicBezTo>
                <a:cubicBezTo>
                  <a:pt x="19012" y="12606"/>
                  <a:pt x="19021" y="12633"/>
                  <a:pt x="19030" y="12653"/>
                </a:cubicBezTo>
                <a:cubicBezTo>
                  <a:pt x="19041" y="12679"/>
                  <a:pt x="19055" y="12699"/>
                  <a:pt x="19069" y="12719"/>
                </a:cubicBezTo>
                <a:cubicBezTo>
                  <a:pt x="19082" y="12739"/>
                  <a:pt x="19098" y="12739"/>
                  <a:pt x="19111" y="12746"/>
                </a:cubicBezTo>
                <a:cubicBezTo>
                  <a:pt x="19116" y="12746"/>
                  <a:pt x="19123" y="12746"/>
                  <a:pt x="19129" y="12746"/>
                </a:cubicBezTo>
                <a:cubicBezTo>
                  <a:pt x="19157" y="12732"/>
                  <a:pt x="19184" y="12712"/>
                  <a:pt x="19210" y="12659"/>
                </a:cubicBezTo>
                <a:cubicBezTo>
                  <a:pt x="19233" y="12606"/>
                  <a:pt x="19256" y="12526"/>
                  <a:pt x="19267" y="12433"/>
                </a:cubicBezTo>
                <a:cubicBezTo>
                  <a:pt x="19274" y="12393"/>
                  <a:pt x="19278" y="12347"/>
                  <a:pt x="19280" y="12294"/>
                </a:cubicBezTo>
                <a:cubicBezTo>
                  <a:pt x="19283" y="12247"/>
                  <a:pt x="19282" y="12194"/>
                  <a:pt x="19278" y="12147"/>
                </a:cubicBezTo>
                <a:cubicBezTo>
                  <a:pt x="19280" y="12088"/>
                  <a:pt x="19274" y="12041"/>
                  <a:pt x="19265" y="12008"/>
                </a:cubicBezTo>
                <a:close/>
                <a:moveTo>
                  <a:pt x="19984" y="11855"/>
                </a:moveTo>
                <a:cubicBezTo>
                  <a:pt x="19975" y="11802"/>
                  <a:pt x="19963" y="11755"/>
                  <a:pt x="19949" y="11722"/>
                </a:cubicBezTo>
                <a:cubicBezTo>
                  <a:pt x="19940" y="11702"/>
                  <a:pt x="19932" y="11689"/>
                  <a:pt x="19923" y="11669"/>
                </a:cubicBezTo>
                <a:cubicBezTo>
                  <a:pt x="19907" y="11642"/>
                  <a:pt x="19891" y="11616"/>
                  <a:pt x="19875" y="11602"/>
                </a:cubicBezTo>
                <a:cubicBezTo>
                  <a:pt x="19833" y="11569"/>
                  <a:pt x="19792" y="11576"/>
                  <a:pt x="19756" y="11662"/>
                </a:cubicBezTo>
                <a:cubicBezTo>
                  <a:pt x="19735" y="11715"/>
                  <a:pt x="19722" y="11762"/>
                  <a:pt x="19706" y="11842"/>
                </a:cubicBezTo>
                <a:cubicBezTo>
                  <a:pt x="19704" y="11855"/>
                  <a:pt x="19702" y="11862"/>
                  <a:pt x="19700" y="11875"/>
                </a:cubicBezTo>
                <a:cubicBezTo>
                  <a:pt x="19695" y="11908"/>
                  <a:pt x="19691" y="11948"/>
                  <a:pt x="19688" y="11988"/>
                </a:cubicBezTo>
                <a:cubicBezTo>
                  <a:pt x="19686" y="12001"/>
                  <a:pt x="19686" y="12015"/>
                  <a:pt x="19686" y="12028"/>
                </a:cubicBezTo>
                <a:cubicBezTo>
                  <a:pt x="19686" y="12028"/>
                  <a:pt x="19684" y="12028"/>
                  <a:pt x="19684" y="12034"/>
                </a:cubicBezTo>
                <a:cubicBezTo>
                  <a:pt x="19663" y="12081"/>
                  <a:pt x="19643" y="12167"/>
                  <a:pt x="19638" y="12254"/>
                </a:cubicBezTo>
                <a:cubicBezTo>
                  <a:pt x="19632" y="12347"/>
                  <a:pt x="19632" y="12453"/>
                  <a:pt x="19648" y="12540"/>
                </a:cubicBezTo>
                <a:cubicBezTo>
                  <a:pt x="19663" y="12626"/>
                  <a:pt x="19682" y="12679"/>
                  <a:pt x="19708" y="12712"/>
                </a:cubicBezTo>
                <a:cubicBezTo>
                  <a:pt x="19711" y="12712"/>
                  <a:pt x="19713" y="12719"/>
                  <a:pt x="19717" y="12719"/>
                </a:cubicBezTo>
                <a:cubicBezTo>
                  <a:pt x="19767" y="12885"/>
                  <a:pt x="19846" y="12912"/>
                  <a:pt x="19904" y="12779"/>
                </a:cubicBezTo>
                <a:cubicBezTo>
                  <a:pt x="19938" y="12706"/>
                  <a:pt x="19961" y="12586"/>
                  <a:pt x="19972" y="12453"/>
                </a:cubicBezTo>
                <a:cubicBezTo>
                  <a:pt x="19977" y="12387"/>
                  <a:pt x="19979" y="12320"/>
                  <a:pt x="19979" y="12254"/>
                </a:cubicBezTo>
                <a:cubicBezTo>
                  <a:pt x="19986" y="12221"/>
                  <a:pt x="19992" y="12181"/>
                  <a:pt x="19993" y="12141"/>
                </a:cubicBezTo>
                <a:cubicBezTo>
                  <a:pt x="19997" y="12094"/>
                  <a:pt x="19999" y="12041"/>
                  <a:pt x="19995" y="11995"/>
                </a:cubicBezTo>
                <a:cubicBezTo>
                  <a:pt x="19995" y="11948"/>
                  <a:pt x="19992" y="11902"/>
                  <a:pt x="19984" y="11855"/>
                </a:cubicBezTo>
                <a:close/>
                <a:moveTo>
                  <a:pt x="20741" y="11928"/>
                </a:moveTo>
                <a:cubicBezTo>
                  <a:pt x="20740" y="11928"/>
                  <a:pt x="20738" y="11921"/>
                  <a:pt x="20736" y="11921"/>
                </a:cubicBezTo>
                <a:cubicBezTo>
                  <a:pt x="20734" y="11921"/>
                  <a:pt x="20732" y="11921"/>
                  <a:pt x="20731" y="11921"/>
                </a:cubicBezTo>
                <a:cubicBezTo>
                  <a:pt x="20722" y="11815"/>
                  <a:pt x="20700" y="11715"/>
                  <a:pt x="20673" y="11662"/>
                </a:cubicBezTo>
                <a:cubicBezTo>
                  <a:pt x="20664" y="11642"/>
                  <a:pt x="20653" y="11629"/>
                  <a:pt x="20644" y="11616"/>
                </a:cubicBezTo>
                <a:cubicBezTo>
                  <a:pt x="20643" y="11616"/>
                  <a:pt x="20641" y="11609"/>
                  <a:pt x="20637" y="11609"/>
                </a:cubicBezTo>
                <a:cubicBezTo>
                  <a:pt x="20614" y="11589"/>
                  <a:pt x="20598" y="11589"/>
                  <a:pt x="20574" y="11609"/>
                </a:cubicBezTo>
                <a:cubicBezTo>
                  <a:pt x="20565" y="11616"/>
                  <a:pt x="20554" y="11636"/>
                  <a:pt x="20545" y="11656"/>
                </a:cubicBezTo>
                <a:cubicBezTo>
                  <a:pt x="20540" y="11669"/>
                  <a:pt x="20529" y="11702"/>
                  <a:pt x="20524" y="11715"/>
                </a:cubicBezTo>
                <a:cubicBezTo>
                  <a:pt x="20517" y="11735"/>
                  <a:pt x="20511" y="11769"/>
                  <a:pt x="20508" y="11795"/>
                </a:cubicBezTo>
                <a:cubicBezTo>
                  <a:pt x="20502" y="11828"/>
                  <a:pt x="20499" y="11868"/>
                  <a:pt x="20497" y="11902"/>
                </a:cubicBezTo>
                <a:cubicBezTo>
                  <a:pt x="20495" y="11935"/>
                  <a:pt x="20493" y="11975"/>
                  <a:pt x="20493" y="12008"/>
                </a:cubicBezTo>
                <a:cubicBezTo>
                  <a:pt x="20493" y="12041"/>
                  <a:pt x="20495" y="12081"/>
                  <a:pt x="20497" y="12114"/>
                </a:cubicBezTo>
                <a:cubicBezTo>
                  <a:pt x="20499" y="12134"/>
                  <a:pt x="20500" y="12147"/>
                  <a:pt x="20502" y="12161"/>
                </a:cubicBezTo>
                <a:cubicBezTo>
                  <a:pt x="20491" y="12247"/>
                  <a:pt x="20488" y="12334"/>
                  <a:pt x="20495" y="12427"/>
                </a:cubicBezTo>
                <a:cubicBezTo>
                  <a:pt x="20506" y="12579"/>
                  <a:pt x="20533" y="12699"/>
                  <a:pt x="20569" y="12779"/>
                </a:cubicBezTo>
                <a:cubicBezTo>
                  <a:pt x="20580" y="12805"/>
                  <a:pt x="20590" y="12819"/>
                  <a:pt x="20603" y="12832"/>
                </a:cubicBezTo>
                <a:cubicBezTo>
                  <a:pt x="20607" y="12839"/>
                  <a:pt x="20612" y="12845"/>
                  <a:pt x="20616" y="12845"/>
                </a:cubicBezTo>
                <a:cubicBezTo>
                  <a:pt x="20632" y="12859"/>
                  <a:pt x="20650" y="12872"/>
                  <a:pt x="20666" y="12865"/>
                </a:cubicBezTo>
                <a:cubicBezTo>
                  <a:pt x="20678" y="12865"/>
                  <a:pt x="20691" y="12859"/>
                  <a:pt x="20704" y="12845"/>
                </a:cubicBezTo>
                <a:cubicBezTo>
                  <a:pt x="20707" y="12845"/>
                  <a:pt x="20713" y="12839"/>
                  <a:pt x="20716" y="12832"/>
                </a:cubicBezTo>
                <a:cubicBezTo>
                  <a:pt x="20743" y="12799"/>
                  <a:pt x="20759" y="12766"/>
                  <a:pt x="20781" y="12692"/>
                </a:cubicBezTo>
                <a:cubicBezTo>
                  <a:pt x="20785" y="12686"/>
                  <a:pt x="20786" y="12672"/>
                  <a:pt x="20790" y="12659"/>
                </a:cubicBezTo>
                <a:cubicBezTo>
                  <a:pt x="20797" y="12626"/>
                  <a:pt x="20806" y="12586"/>
                  <a:pt x="20813" y="12540"/>
                </a:cubicBezTo>
                <a:cubicBezTo>
                  <a:pt x="20822" y="12466"/>
                  <a:pt x="20831" y="12393"/>
                  <a:pt x="20829" y="12307"/>
                </a:cubicBezTo>
                <a:cubicBezTo>
                  <a:pt x="20828" y="12201"/>
                  <a:pt x="20819" y="12094"/>
                  <a:pt x="20797" y="12015"/>
                </a:cubicBezTo>
                <a:cubicBezTo>
                  <a:pt x="20777" y="11988"/>
                  <a:pt x="20761" y="11948"/>
                  <a:pt x="20741" y="11928"/>
                </a:cubicBezTo>
                <a:close/>
                <a:moveTo>
                  <a:pt x="21592" y="12214"/>
                </a:moveTo>
                <a:cubicBezTo>
                  <a:pt x="21592" y="12147"/>
                  <a:pt x="21586" y="12081"/>
                  <a:pt x="21577" y="12028"/>
                </a:cubicBezTo>
                <a:cubicBezTo>
                  <a:pt x="21576" y="12015"/>
                  <a:pt x="21574" y="12008"/>
                  <a:pt x="21572" y="11995"/>
                </a:cubicBezTo>
                <a:cubicBezTo>
                  <a:pt x="21570" y="11961"/>
                  <a:pt x="21567" y="11928"/>
                  <a:pt x="21561" y="11895"/>
                </a:cubicBezTo>
                <a:cubicBezTo>
                  <a:pt x="21547" y="11815"/>
                  <a:pt x="21527" y="11742"/>
                  <a:pt x="21502" y="11722"/>
                </a:cubicBezTo>
                <a:cubicBezTo>
                  <a:pt x="21462" y="11696"/>
                  <a:pt x="21423" y="11689"/>
                  <a:pt x="21385" y="11729"/>
                </a:cubicBezTo>
                <a:cubicBezTo>
                  <a:pt x="21354" y="11762"/>
                  <a:pt x="21328" y="11815"/>
                  <a:pt x="21304" y="11882"/>
                </a:cubicBezTo>
                <a:cubicBezTo>
                  <a:pt x="21293" y="11902"/>
                  <a:pt x="21283" y="11921"/>
                  <a:pt x="21274" y="11955"/>
                </a:cubicBezTo>
                <a:cubicBezTo>
                  <a:pt x="21268" y="11981"/>
                  <a:pt x="21263" y="12008"/>
                  <a:pt x="21257" y="12028"/>
                </a:cubicBezTo>
                <a:cubicBezTo>
                  <a:pt x="21248" y="12088"/>
                  <a:pt x="21243" y="12147"/>
                  <a:pt x="21243" y="12214"/>
                </a:cubicBezTo>
                <a:cubicBezTo>
                  <a:pt x="21243" y="12227"/>
                  <a:pt x="21243" y="12247"/>
                  <a:pt x="21243" y="12260"/>
                </a:cubicBezTo>
                <a:cubicBezTo>
                  <a:pt x="21245" y="12307"/>
                  <a:pt x="21245" y="12360"/>
                  <a:pt x="21248" y="12407"/>
                </a:cubicBezTo>
                <a:cubicBezTo>
                  <a:pt x="21252" y="12447"/>
                  <a:pt x="21257" y="12493"/>
                  <a:pt x="21263" y="12533"/>
                </a:cubicBezTo>
                <a:cubicBezTo>
                  <a:pt x="21265" y="12546"/>
                  <a:pt x="21266" y="12560"/>
                  <a:pt x="21270" y="12579"/>
                </a:cubicBezTo>
                <a:cubicBezTo>
                  <a:pt x="21279" y="12626"/>
                  <a:pt x="21290" y="12686"/>
                  <a:pt x="21302" y="12726"/>
                </a:cubicBezTo>
                <a:cubicBezTo>
                  <a:pt x="21311" y="12752"/>
                  <a:pt x="21320" y="12785"/>
                  <a:pt x="21331" y="12805"/>
                </a:cubicBezTo>
                <a:cubicBezTo>
                  <a:pt x="21342" y="12832"/>
                  <a:pt x="21354" y="12845"/>
                  <a:pt x="21365" y="12865"/>
                </a:cubicBezTo>
                <a:cubicBezTo>
                  <a:pt x="21369" y="12872"/>
                  <a:pt x="21372" y="12879"/>
                  <a:pt x="21378" y="12879"/>
                </a:cubicBezTo>
                <a:cubicBezTo>
                  <a:pt x="21390" y="12892"/>
                  <a:pt x="21403" y="12898"/>
                  <a:pt x="21416" y="12898"/>
                </a:cubicBezTo>
                <a:cubicBezTo>
                  <a:pt x="21425" y="12898"/>
                  <a:pt x="21434" y="12892"/>
                  <a:pt x="21441" y="12892"/>
                </a:cubicBezTo>
                <a:cubicBezTo>
                  <a:pt x="21450" y="12885"/>
                  <a:pt x="21459" y="12885"/>
                  <a:pt x="21466" y="12872"/>
                </a:cubicBezTo>
                <a:cubicBezTo>
                  <a:pt x="21482" y="12852"/>
                  <a:pt x="21498" y="12825"/>
                  <a:pt x="21511" y="12792"/>
                </a:cubicBezTo>
                <a:cubicBezTo>
                  <a:pt x="21520" y="12766"/>
                  <a:pt x="21531" y="12739"/>
                  <a:pt x="21540" y="12706"/>
                </a:cubicBezTo>
                <a:cubicBezTo>
                  <a:pt x="21549" y="12672"/>
                  <a:pt x="21556" y="12633"/>
                  <a:pt x="21563" y="12599"/>
                </a:cubicBezTo>
                <a:cubicBezTo>
                  <a:pt x="21567" y="12586"/>
                  <a:pt x="21568" y="12566"/>
                  <a:pt x="21572" y="12553"/>
                </a:cubicBezTo>
                <a:cubicBezTo>
                  <a:pt x="21577" y="12513"/>
                  <a:pt x="21583" y="12466"/>
                  <a:pt x="21586" y="12420"/>
                </a:cubicBezTo>
                <a:cubicBezTo>
                  <a:pt x="21590" y="12373"/>
                  <a:pt x="21592" y="12320"/>
                  <a:pt x="21594" y="12274"/>
                </a:cubicBezTo>
                <a:cubicBezTo>
                  <a:pt x="21592" y="12254"/>
                  <a:pt x="21592" y="12234"/>
                  <a:pt x="21592" y="12214"/>
                </a:cubicBezTo>
                <a:close/>
                <a:moveTo>
                  <a:pt x="21153" y="15577"/>
                </a:moveTo>
                <a:cubicBezTo>
                  <a:pt x="21176" y="15643"/>
                  <a:pt x="21212" y="15690"/>
                  <a:pt x="21241" y="15643"/>
                </a:cubicBezTo>
                <a:cubicBezTo>
                  <a:pt x="21266" y="15603"/>
                  <a:pt x="21292" y="15564"/>
                  <a:pt x="21317" y="15530"/>
                </a:cubicBezTo>
                <a:cubicBezTo>
                  <a:pt x="21344" y="15590"/>
                  <a:pt x="21374" y="15630"/>
                  <a:pt x="21407" y="15623"/>
                </a:cubicBezTo>
                <a:cubicBezTo>
                  <a:pt x="21452" y="15610"/>
                  <a:pt x="21489" y="15550"/>
                  <a:pt x="21525" y="15444"/>
                </a:cubicBezTo>
                <a:cubicBezTo>
                  <a:pt x="21554" y="15358"/>
                  <a:pt x="21572" y="15238"/>
                  <a:pt x="21585" y="15112"/>
                </a:cubicBezTo>
                <a:cubicBezTo>
                  <a:pt x="21599" y="14952"/>
                  <a:pt x="21592" y="14786"/>
                  <a:pt x="21572" y="14633"/>
                </a:cubicBezTo>
                <a:cubicBezTo>
                  <a:pt x="21547" y="14420"/>
                  <a:pt x="21482" y="14261"/>
                  <a:pt x="21421" y="14228"/>
                </a:cubicBezTo>
                <a:cubicBezTo>
                  <a:pt x="21383" y="14208"/>
                  <a:pt x="21345" y="14201"/>
                  <a:pt x="21308" y="14241"/>
                </a:cubicBezTo>
                <a:cubicBezTo>
                  <a:pt x="21270" y="14288"/>
                  <a:pt x="21236" y="14361"/>
                  <a:pt x="21207" y="14467"/>
                </a:cubicBezTo>
                <a:cubicBezTo>
                  <a:pt x="21146" y="14686"/>
                  <a:pt x="21121" y="14985"/>
                  <a:pt x="21114" y="15291"/>
                </a:cubicBezTo>
                <a:cubicBezTo>
                  <a:pt x="21112" y="15397"/>
                  <a:pt x="21132" y="15510"/>
                  <a:pt x="21153" y="15577"/>
                </a:cubicBezTo>
                <a:close/>
                <a:moveTo>
                  <a:pt x="20405" y="15304"/>
                </a:moveTo>
                <a:cubicBezTo>
                  <a:pt x="20409" y="15344"/>
                  <a:pt x="20414" y="15391"/>
                  <a:pt x="20420" y="15424"/>
                </a:cubicBezTo>
                <a:cubicBezTo>
                  <a:pt x="20425" y="15464"/>
                  <a:pt x="20434" y="15497"/>
                  <a:pt x="20441" y="15530"/>
                </a:cubicBezTo>
                <a:cubicBezTo>
                  <a:pt x="20443" y="15537"/>
                  <a:pt x="20443" y="15537"/>
                  <a:pt x="20445" y="15544"/>
                </a:cubicBezTo>
                <a:cubicBezTo>
                  <a:pt x="20452" y="15570"/>
                  <a:pt x="20461" y="15590"/>
                  <a:pt x="20468" y="15610"/>
                </a:cubicBezTo>
                <a:cubicBezTo>
                  <a:pt x="20470" y="15617"/>
                  <a:pt x="20472" y="15617"/>
                  <a:pt x="20474" y="15623"/>
                </a:cubicBezTo>
                <a:cubicBezTo>
                  <a:pt x="20482" y="15643"/>
                  <a:pt x="20493" y="15657"/>
                  <a:pt x="20502" y="15670"/>
                </a:cubicBezTo>
                <a:cubicBezTo>
                  <a:pt x="20504" y="15670"/>
                  <a:pt x="20506" y="15677"/>
                  <a:pt x="20508" y="15677"/>
                </a:cubicBezTo>
                <a:cubicBezTo>
                  <a:pt x="20518" y="15683"/>
                  <a:pt x="20529" y="15690"/>
                  <a:pt x="20540" y="15690"/>
                </a:cubicBezTo>
                <a:cubicBezTo>
                  <a:pt x="20549" y="15683"/>
                  <a:pt x="20558" y="15683"/>
                  <a:pt x="20567" y="15677"/>
                </a:cubicBezTo>
                <a:cubicBezTo>
                  <a:pt x="20580" y="15663"/>
                  <a:pt x="20592" y="15643"/>
                  <a:pt x="20601" y="15610"/>
                </a:cubicBezTo>
                <a:cubicBezTo>
                  <a:pt x="20608" y="15597"/>
                  <a:pt x="20616" y="15570"/>
                  <a:pt x="20619" y="15544"/>
                </a:cubicBezTo>
                <a:cubicBezTo>
                  <a:pt x="20628" y="15510"/>
                  <a:pt x="20634" y="15464"/>
                  <a:pt x="20637" y="15417"/>
                </a:cubicBezTo>
                <a:cubicBezTo>
                  <a:pt x="20639" y="15397"/>
                  <a:pt x="20639" y="15371"/>
                  <a:pt x="20641" y="15351"/>
                </a:cubicBezTo>
                <a:cubicBezTo>
                  <a:pt x="20659" y="15298"/>
                  <a:pt x="20675" y="15231"/>
                  <a:pt x="20689" y="15165"/>
                </a:cubicBezTo>
                <a:cubicBezTo>
                  <a:pt x="20695" y="15138"/>
                  <a:pt x="20698" y="15118"/>
                  <a:pt x="20702" y="15085"/>
                </a:cubicBezTo>
                <a:cubicBezTo>
                  <a:pt x="20709" y="15032"/>
                  <a:pt x="20714" y="14979"/>
                  <a:pt x="20718" y="14919"/>
                </a:cubicBezTo>
                <a:cubicBezTo>
                  <a:pt x="20723" y="14852"/>
                  <a:pt x="20723" y="14786"/>
                  <a:pt x="20718" y="14720"/>
                </a:cubicBezTo>
                <a:cubicBezTo>
                  <a:pt x="20713" y="14660"/>
                  <a:pt x="20705" y="14600"/>
                  <a:pt x="20693" y="14553"/>
                </a:cubicBezTo>
                <a:cubicBezTo>
                  <a:pt x="20680" y="14507"/>
                  <a:pt x="20666" y="14474"/>
                  <a:pt x="20648" y="14460"/>
                </a:cubicBezTo>
                <a:cubicBezTo>
                  <a:pt x="20630" y="14440"/>
                  <a:pt x="20612" y="14440"/>
                  <a:pt x="20594" y="14460"/>
                </a:cubicBezTo>
                <a:cubicBezTo>
                  <a:pt x="20540" y="14487"/>
                  <a:pt x="20484" y="14553"/>
                  <a:pt x="20445" y="14700"/>
                </a:cubicBezTo>
                <a:cubicBezTo>
                  <a:pt x="20436" y="14733"/>
                  <a:pt x="20429" y="14766"/>
                  <a:pt x="20423" y="14806"/>
                </a:cubicBezTo>
                <a:cubicBezTo>
                  <a:pt x="20416" y="14839"/>
                  <a:pt x="20412" y="14886"/>
                  <a:pt x="20409" y="14926"/>
                </a:cubicBezTo>
                <a:cubicBezTo>
                  <a:pt x="20403" y="14979"/>
                  <a:pt x="20402" y="15039"/>
                  <a:pt x="20400" y="15098"/>
                </a:cubicBezTo>
                <a:cubicBezTo>
                  <a:pt x="20398" y="15158"/>
                  <a:pt x="20402" y="15218"/>
                  <a:pt x="20405" y="15271"/>
                </a:cubicBezTo>
                <a:cubicBezTo>
                  <a:pt x="20403" y="15284"/>
                  <a:pt x="20405" y="15291"/>
                  <a:pt x="20405" y="15304"/>
                </a:cubicBezTo>
                <a:close/>
                <a:moveTo>
                  <a:pt x="19731" y="15544"/>
                </a:moveTo>
                <a:cubicBezTo>
                  <a:pt x="19758" y="15617"/>
                  <a:pt x="19787" y="15663"/>
                  <a:pt x="19817" y="15703"/>
                </a:cubicBezTo>
                <a:cubicBezTo>
                  <a:pt x="19841" y="15736"/>
                  <a:pt x="19875" y="15710"/>
                  <a:pt x="19895" y="15663"/>
                </a:cubicBezTo>
                <a:cubicBezTo>
                  <a:pt x="19913" y="15623"/>
                  <a:pt x="19931" y="15550"/>
                  <a:pt x="19938" y="15471"/>
                </a:cubicBezTo>
                <a:cubicBezTo>
                  <a:pt x="19945" y="15464"/>
                  <a:pt x="19952" y="15464"/>
                  <a:pt x="19961" y="15457"/>
                </a:cubicBezTo>
                <a:cubicBezTo>
                  <a:pt x="19977" y="15437"/>
                  <a:pt x="19993" y="15411"/>
                  <a:pt x="20006" y="15364"/>
                </a:cubicBezTo>
                <a:cubicBezTo>
                  <a:pt x="20029" y="15291"/>
                  <a:pt x="20047" y="15165"/>
                  <a:pt x="20053" y="15058"/>
                </a:cubicBezTo>
                <a:cubicBezTo>
                  <a:pt x="20058" y="14952"/>
                  <a:pt x="20058" y="14892"/>
                  <a:pt x="20053" y="14786"/>
                </a:cubicBezTo>
                <a:cubicBezTo>
                  <a:pt x="20051" y="14726"/>
                  <a:pt x="20044" y="14666"/>
                  <a:pt x="20037" y="14613"/>
                </a:cubicBezTo>
                <a:cubicBezTo>
                  <a:pt x="20022" y="14500"/>
                  <a:pt x="19995" y="14407"/>
                  <a:pt x="19966" y="14341"/>
                </a:cubicBezTo>
                <a:cubicBezTo>
                  <a:pt x="19934" y="14268"/>
                  <a:pt x="19900" y="14241"/>
                  <a:pt x="19864" y="14228"/>
                </a:cubicBezTo>
                <a:cubicBezTo>
                  <a:pt x="19835" y="14214"/>
                  <a:pt x="19806" y="14228"/>
                  <a:pt x="19778" y="14248"/>
                </a:cubicBezTo>
                <a:cubicBezTo>
                  <a:pt x="19744" y="14274"/>
                  <a:pt x="19709" y="14341"/>
                  <a:pt x="19684" y="14434"/>
                </a:cubicBezTo>
                <a:cubicBezTo>
                  <a:pt x="19673" y="14474"/>
                  <a:pt x="19661" y="14527"/>
                  <a:pt x="19654" y="14580"/>
                </a:cubicBezTo>
                <a:cubicBezTo>
                  <a:pt x="19641" y="14680"/>
                  <a:pt x="19637" y="14746"/>
                  <a:pt x="19634" y="14852"/>
                </a:cubicBezTo>
                <a:cubicBezTo>
                  <a:pt x="19630" y="14985"/>
                  <a:pt x="19641" y="15118"/>
                  <a:pt x="19655" y="15238"/>
                </a:cubicBezTo>
                <a:cubicBezTo>
                  <a:pt x="19672" y="15364"/>
                  <a:pt x="19700" y="15464"/>
                  <a:pt x="19731" y="15544"/>
                </a:cubicBezTo>
                <a:close/>
                <a:moveTo>
                  <a:pt x="15767" y="15318"/>
                </a:moveTo>
                <a:cubicBezTo>
                  <a:pt x="15774" y="15364"/>
                  <a:pt x="15783" y="15411"/>
                  <a:pt x="15792" y="15451"/>
                </a:cubicBezTo>
                <a:cubicBezTo>
                  <a:pt x="15801" y="15490"/>
                  <a:pt x="15813" y="15524"/>
                  <a:pt x="15826" y="15550"/>
                </a:cubicBezTo>
                <a:cubicBezTo>
                  <a:pt x="15839" y="15577"/>
                  <a:pt x="15853" y="15603"/>
                  <a:pt x="15865" y="15610"/>
                </a:cubicBezTo>
                <a:cubicBezTo>
                  <a:pt x="15878" y="15623"/>
                  <a:pt x="15892" y="15630"/>
                  <a:pt x="15905" y="15617"/>
                </a:cubicBezTo>
                <a:cubicBezTo>
                  <a:pt x="15918" y="15617"/>
                  <a:pt x="15930" y="15597"/>
                  <a:pt x="15943" y="15570"/>
                </a:cubicBezTo>
                <a:cubicBezTo>
                  <a:pt x="15950" y="15557"/>
                  <a:pt x="15955" y="15537"/>
                  <a:pt x="15961" y="15517"/>
                </a:cubicBezTo>
                <a:cubicBezTo>
                  <a:pt x="15966" y="15510"/>
                  <a:pt x="15972" y="15504"/>
                  <a:pt x="15977" y="15490"/>
                </a:cubicBezTo>
                <a:cubicBezTo>
                  <a:pt x="15988" y="15471"/>
                  <a:pt x="15999" y="15437"/>
                  <a:pt x="16008" y="15404"/>
                </a:cubicBezTo>
                <a:cubicBezTo>
                  <a:pt x="16017" y="15371"/>
                  <a:pt x="16026" y="15331"/>
                  <a:pt x="16031" y="15284"/>
                </a:cubicBezTo>
                <a:cubicBezTo>
                  <a:pt x="16036" y="15245"/>
                  <a:pt x="16043" y="15198"/>
                  <a:pt x="16045" y="15152"/>
                </a:cubicBezTo>
                <a:cubicBezTo>
                  <a:pt x="16047" y="15105"/>
                  <a:pt x="16051" y="15052"/>
                  <a:pt x="16051" y="14999"/>
                </a:cubicBezTo>
                <a:cubicBezTo>
                  <a:pt x="16049" y="14899"/>
                  <a:pt x="16043" y="14806"/>
                  <a:pt x="16029" y="14720"/>
                </a:cubicBezTo>
                <a:cubicBezTo>
                  <a:pt x="16022" y="14680"/>
                  <a:pt x="16015" y="14640"/>
                  <a:pt x="16006" y="14607"/>
                </a:cubicBezTo>
                <a:cubicBezTo>
                  <a:pt x="15984" y="14540"/>
                  <a:pt x="15975" y="14520"/>
                  <a:pt x="15950" y="14487"/>
                </a:cubicBezTo>
                <a:cubicBezTo>
                  <a:pt x="15937" y="14467"/>
                  <a:pt x="15923" y="14467"/>
                  <a:pt x="15910" y="14460"/>
                </a:cubicBezTo>
                <a:cubicBezTo>
                  <a:pt x="15896" y="14454"/>
                  <a:pt x="15882" y="14467"/>
                  <a:pt x="15869" y="14474"/>
                </a:cubicBezTo>
                <a:cubicBezTo>
                  <a:pt x="15864" y="14474"/>
                  <a:pt x="15860" y="14480"/>
                  <a:pt x="15857" y="14487"/>
                </a:cubicBezTo>
                <a:cubicBezTo>
                  <a:pt x="15844" y="14507"/>
                  <a:pt x="15830" y="14520"/>
                  <a:pt x="15819" y="14553"/>
                </a:cubicBezTo>
                <a:cubicBezTo>
                  <a:pt x="15808" y="14580"/>
                  <a:pt x="15797" y="14613"/>
                  <a:pt x="15788" y="14646"/>
                </a:cubicBezTo>
                <a:cubicBezTo>
                  <a:pt x="15781" y="14673"/>
                  <a:pt x="15774" y="14706"/>
                  <a:pt x="15768" y="14739"/>
                </a:cubicBezTo>
                <a:cubicBezTo>
                  <a:pt x="15763" y="14773"/>
                  <a:pt x="15758" y="14826"/>
                  <a:pt x="15754" y="14852"/>
                </a:cubicBezTo>
                <a:cubicBezTo>
                  <a:pt x="15749" y="14899"/>
                  <a:pt x="15749" y="14959"/>
                  <a:pt x="15747" y="15005"/>
                </a:cubicBezTo>
                <a:cubicBezTo>
                  <a:pt x="15745" y="15058"/>
                  <a:pt x="15749" y="15112"/>
                  <a:pt x="15750" y="15158"/>
                </a:cubicBezTo>
                <a:cubicBezTo>
                  <a:pt x="15754" y="15218"/>
                  <a:pt x="15761" y="15271"/>
                  <a:pt x="15767" y="15318"/>
                </a:cubicBezTo>
                <a:close/>
                <a:moveTo>
                  <a:pt x="15198" y="15404"/>
                </a:moveTo>
                <a:cubicBezTo>
                  <a:pt x="15207" y="15437"/>
                  <a:pt x="15216" y="15464"/>
                  <a:pt x="15227" y="15484"/>
                </a:cubicBezTo>
                <a:cubicBezTo>
                  <a:pt x="15233" y="15497"/>
                  <a:pt x="15240" y="15504"/>
                  <a:pt x="15245" y="15510"/>
                </a:cubicBezTo>
                <a:cubicBezTo>
                  <a:pt x="15251" y="15517"/>
                  <a:pt x="15258" y="15530"/>
                  <a:pt x="15263" y="15537"/>
                </a:cubicBezTo>
                <a:cubicBezTo>
                  <a:pt x="15288" y="15564"/>
                  <a:pt x="15317" y="15550"/>
                  <a:pt x="15340" y="15497"/>
                </a:cubicBezTo>
                <a:cubicBezTo>
                  <a:pt x="15348" y="15484"/>
                  <a:pt x="15353" y="15464"/>
                  <a:pt x="15358" y="15451"/>
                </a:cubicBezTo>
                <a:cubicBezTo>
                  <a:pt x="15362" y="15451"/>
                  <a:pt x="15366" y="15451"/>
                  <a:pt x="15367" y="15444"/>
                </a:cubicBezTo>
                <a:cubicBezTo>
                  <a:pt x="15375" y="15431"/>
                  <a:pt x="15384" y="15417"/>
                  <a:pt x="15391" y="15404"/>
                </a:cubicBezTo>
                <a:cubicBezTo>
                  <a:pt x="15405" y="15371"/>
                  <a:pt x="15418" y="15324"/>
                  <a:pt x="15427" y="15271"/>
                </a:cubicBezTo>
                <a:cubicBezTo>
                  <a:pt x="15447" y="15171"/>
                  <a:pt x="15468" y="15072"/>
                  <a:pt x="15488" y="14972"/>
                </a:cubicBezTo>
                <a:cubicBezTo>
                  <a:pt x="15495" y="14932"/>
                  <a:pt x="15499" y="14886"/>
                  <a:pt x="15501" y="14832"/>
                </a:cubicBezTo>
                <a:cubicBezTo>
                  <a:pt x="15504" y="14786"/>
                  <a:pt x="15502" y="14733"/>
                  <a:pt x="15499" y="14686"/>
                </a:cubicBezTo>
                <a:cubicBezTo>
                  <a:pt x="15492" y="14593"/>
                  <a:pt x="15475" y="14513"/>
                  <a:pt x="15452" y="14467"/>
                </a:cubicBezTo>
                <a:cubicBezTo>
                  <a:pt x="15418" y="14394"/>
                  <a:pt x="15380" y="14354"/>
                  <a:pt x="15341" y="14347"/>
                </a:cubicBezTo>
                <a:cubicBezTo>
                  <a:pt x="15321" y="14341"/>
                  <a:pt x="15301" y="14354"/>
                  <a:pt x="15283" y="14367"/>
                </a:cubicBezTo>
                <a:cubicBezTo>
                  <a:pt x="15278" y="14374"/>
                  <a:pt x="15272" y="14374"/>
                  <a:pt x="15269" y="14387"/>
                </a:cubicBezTo>
                <a:cubicBezTo>
                  <a:pt x="15256" y="14407"/>
                  <a:pt x="15243" y="14420"/>
                  <a:pt x="15231" y="14447"/>
                </a:cubicBezTo>
                <a:cubicBezTo>
                  <a:pt x="15207" y="14500"/>
                  <a:pt x="15193" y="14553"/>
                  <a:pt x="15177" y="14640"/>
                </a:cubicBezTo>
                <a:cubicBezTo>
                  <a:pt x="15168" y="14686"/>
                  <a:pt x="15161" y="14746"/>
                  <a:pt x="15157" y="14806"/>
                </a:cubicBezTo>
                <a:cubicBezTo>
                  <a:pt x="15154" y="14852"/>
                  <a:pt x="15154" y="14892"/>
                  <a:pt x="15152" y="14939"/>
                </a:cubicBezTo>
                <a:cubicBezTo>
                  <a:pt x="15152" y="14952"/>
                  <a:pt x="15152" y="14972"/>
                  <a:pt x="15152" y="14985"/>
                </a:cubicBezTo>
                <a:cubicBezTo>
                  <a:pt x="15152" y="15045"/>
                  <a:pt x="15154" y="15112"/>
                  <a:pt x="15159" y="15165"/>
                </a:cubicBezTo>
                <a:cubicBezTo>
                  <a:pt x="15170" y="15258"/>
                  <a:pt x="15179" y="15331"/>
                  <a:pt x="15198" y="15404"/>
                </a:cubicBezTo>
                <a:close/>
                <a:moveTo>
                  <a:pt x="14625" y="15251"/>
                </a:moveTo>
                <a:cubicBezTo>
                  <a:pt x="14632" y="15291"/>
                  <a:pt x="14641" y="15324"/>
                  <a:pt x="14654" y="15344"/>
                </a:cubicBezTo>
                <a:cubicBezTo>
                  <a:pt x="14663" y="15358"/>
                  <a:pt x="14670" y="15371"/>
                  <a:pt x="14681" y="15384"/>
                </a:cubicBezTo>
                <a:cubicBezTo>
                  <a:pt x="14684" y="15411"/>
                  <a:pt x="14690" y="15431"/>
                  <a:pt x="14695" y="15451"/>
                </a:cubicBezTo>
                <a:cubicBezTo>
                  <a:pt x="14715" y="15517"/>
                  <a:pt x="14740" y="15564"/>
                  <a:pt x="14767" y="15557"/>
                </a:cubicBezTo>
                <a:cubicBezTo>
                  <a:pt x="14792" y="15550"/>
                  <a:pt x="14821" y="15524"/>
                  <a:pt x="14839" y="15451"/>
                </a:cubicBezTo>
                <a:cubicBezTo>
                  <a:pt x="14857" y="15377"/>
                  <a:pt x="14873" y="15311"/>
                  <a:pt x="14891" y="15238"/>
                </a:cubicBezTo>
                <a:cubicBezTo>
                  <a:pt x="14900" y="15205"/>
                  <a:pt x="14907" y="15165"/>
                  <a:pt x="14913" y="15118"/>
                </a:cubicBezTo>
                <a:cubicBezTo>
                  <a:pt x="14920" y="15072"/>
                  <a:pt x="14922" y="15025"/>
                  <a:pt x="14922" y="14972"/>
                </a:cubicBezTo>
                <a:cubicBezTo>
                  <a:pt x="14920" y="14939"/>
                  <a:pt x="14920" y="14906"/>
                  <a:pt x="14918" y="14872"/>
                </a:cubicBezTo>
                <a:cubicBezTo>
                  <a:pt x="14913" y="14813"/>
                  <a:pt x="14905" y="14753"/>
                  <a:pt x="14893" y="14706"/>
                </a:cubicBezTo>
                <a:cubicBezTo>
                  <a:pt x="14891" y="14700"/>
                  <a:pt x="14889" y="14686"/>
                  <a:pt x="14887" y="14680"/>
                </a:cubicBezTo>
                <a:cubicBezTo>
                  <a:pt x="14878" y="14653"/>
                  <a:pt x="14869" y="14626"/>
                  <a:pt x="14860" y="14607"/>
                </a:cubicBezTo>
                <a:cubicBezTo>
                  <a:pt x="14850" y="14580"/>
                  <a:pt x="14835" y="14560"/>
                  <a:pt x="14821" y="14540"/>
                </a:cubicBezTo>
                <a:cubicBezTo>
                  <a:pt x="14808" y="14520"/>
                  <a:pt x="14792" y="14520"/>
                  <a:pt x="14780" y="14513"/>
                </a:cubicBezTo>
                <a:cubicBezTo>
                  <a:pt x="14774" y="14513"/>
                  <a:pt x="14767" y="14513"/>
                  <a:pt x="14762" y="14513"/>
                </a:cubicBezTo>
                <a:cubicBezTo>
                  <a:pt x="14733" y="14527"/>
                  <a:pt x="14706" y="14547"/>
                  <a:pt x="14681" y="14600"/>
                </a:cubicBezTo>
                <a:cubicBezTo>
                  <a:pt x="14657" y="14653"/>
                  <a:pt x="14634" y="14733"/>
                  <a:pt x="14623" y="14826"/>
                </a:cubicBezTo>
                <a:cubicBezTo>
                  <a:pt x="14616" y="14866"/>
                  <a:pt x="14612" y="14912"/>
                  <a:pt x="14611" y="14965"/>
                </a:cubicBezTo>
                <a:cubicBezTo>
                  <a:pt x="14607" y="15012"/>
                  <a:pt x="14609" y="15065"/>
                  <a:pt x="14612" y="15112"/>
                </a:cubicBezTo>
                <a:cubicBezTo>
                  <a:pt x="14611" y="15171"/>
                  <a:pt x="14616" y="15211"/>
                  <a:pt x="14625" y="15251"/>
                </a:cubicBezTo>
                <a:close/>
                <a:moveTo>
                  <a:pt x="13906" y="15397"/>
                </a:moveTo>
                <a:cubicBezTo>
                  <a:pt x="13915" y="15451"/>
                  <a:pt x="13927" y="15497"/>
                  <a:pt x="13942" y="15530"/>
                </a:cubicBezTo>
                <a:cubicBezTo>
                  <a:pt x="13951" y="15550"/>
                  <a:pt x="13958" y="15564"/>
                  <a:pt x="13967" y="15584"/>
                </a:cubicBezTo>
                <a:cubicBezTo>
                  <a:pt x="13983" y="15610"/>
                  <a:pt x="13999" y="15637"/>
                  <a:pt x="14015" y="15650"/>
                </a:cubicBezTo>
                <a:cubicBezTo>
                  <a:pt x="14057" y="15683"/>
                  <a:pt x="14098" y="15677"/>
                  <a:pt x="14134" y="15590"/>
                </a:cubicBezTo>
                <a:cubicBezTo>
                  <a:pt x="14156" y="15537"/>
                  <a:pt x="14168" y="15490"/>
                  <a:pt x="14184" y="15411"/>
                </a:cubicBezTo>
                <a:cubicBezTo>
                  <a:pt x="14186" y="15397"/>
                  <a:pt x="14188" y="15391"/>
                  <a:pt x="14190" y="15378"/>
                </a:cubicBezTo>
                <a:cubicBezTo>
                  <a:pt x="14195" y="15344"/>
                  <a:pt x="14199" y="15304"/>
                  <a:pt x="14202" y="15265"/>
                </a:cubicBezTo>
                <a:cubicBezTo>
                  <a:pt x="14204" y="15251"/>
                  <a:pt x="14204" y="15238"/>
                  <a:pt x="14204" y="15225"/>
                </a:cubicBezTo>
                <a:cubicBezTo>
                  <a:pt x="14204" y="15225"/>
                  <a:pt x="14206" y="15225"/>
                  <a:pt x="14206" y="15218"/>
                </a:cubicBezTo>
                <a:cubicBezTo>
                  <a:pt x="14228" y="15171"/>
                  <a:pt x="14247" y="15085"/>
                  <a:pt x="14253" y="14999"/>
                </a:cubicBezTo>
                <a:cubicBezTo>
                  <a:pt x="14258" y="14906"/>
                  <a:pt x="14258" y="14799"/>
                  <a:pt x="14242" y="14713"/>
                </a:cubicBezTo>
                <a:cubicBezTo>
                  <a:pt x="14228" y="14626"/>
                  <a:pt x="14208" y="14573"/>
                  <a:pt x="14183" y="14540"/>
                </a:cubicBezTo>
                <a:cubicBezTo>
                  <a:pt x="14181" y="14540"/>
                  <a:pt x="14177" y="14533"/>
                  <a:pt x="14174" y="14533"/>
                </a:cubicBezTo>
                <a:cubicBezTo>
                  <a:pt x="14123" y="14367"/>
                  <a:pt x="14044" y="14341"/>
                  <a:pt x="13987" y="14474"/>
                </a:cubicBezTo>
                <a:cubicBezTo>
                  <a:pt x="13952" y="14547"/>
                  <a:pt x="13929" y="14666"/>
                  <a:pt x="13918" y="14799"/>
                </a:cubicBezTo>
                <a:cubicBezTo>
                  <a:pt x="13913" y="14866"/>
                  <a:pt x="13911" y="14932"/>
                  <a:pt x="13911" y="14999"/>
                </a:cubicBezTo>
                <a:cubicBezTo>
                  <a:pt x="13904" y="15032"/>
                  <a:pt x="13899" y="15072"/>
                  <a:pt x="13897" y="15112"/>
                </a:cubicBezTo>
                <a:cubicBezTo>
                  <a:pt x="13893" y="15158"/>
                  <a:pt x="13891" y="15211"/>
                  <a:pt x="13895" y="15258"/>
                </a:cubicBezTo>
                <a:cubicBezTo>
                  <a:pt x="13895" y="15311"/>
                  <a:pt x="13899" y="15358"/>
                  <a:pt x="13906" y="15397"/>
                </a:cubicBezTo>
                <a:close/>
                <a:moveTo>
                  <a:pt x="13151" y="15331"/>
                </a:moveTo>
                <a:cubicBezTo>
                  <a:pt x="13152" y="15331"/>
                  <a:pt x="13154" y="15338"/>
                  <a:pt x="13156" y="15338"/>
                </a:cubicBezTo>
                <a:cubicBezTo>
                  <a:pt x="13158" y="15338"/>
                  <a:pt x="13160" y="15338"/>
                  <a:pt x="13161" y="15338"/>
                </a:cubicBezTo>
                <a:cubicBezTo>
                  <a:pt x="13170" y="15444"/>
                  <a:pt x="13192" y="15544"/>
                  <a:pt x="13219" y="15597"/>
                </a:cubicBezTo>
                <a:cubicBezTo>
                  <a:pt x="13228" y="15617"/>
                  <a:pt x="13239" y="15630"/>
                  <a:pt x="13248" y="15643"/>
                </a:cubicBezTo>
                <a:cubicBezTo>
                  <a:pt x="13250" y="15643"/>
                  <a:pt x="13251" y="15650"/>
                  <a:pt x="13255" y="15650"/>
                </a:cubicBezTo>
                <a:cubicBezTo>
                  <a:pt x="13278" y="15670"/>
                  <a:pt x="13294" y="15670"/>
                  <a:pt x="13318" y="15650"/>
                </a:cubicBezTo>
                <a:cubicBezTo>
                  <a:pt x="13327" y="15643"/>
                  <a:pt x="13338" y="15623"/>
                  <a:pt x="13347" y="15603"/>
                </a:cubicBezTo>
                <a:cubicBezTo>
                  <a:pt x="13352" y="15590"/>
                  <a:pt x="13363" y="15557"/>
                  <a:pt x="13368" y="15544"/>
                </a:cubicBezTo>
                <a:cubicBezTo>
                  <a:pt x="13375" y="15524"/>
                  <a:pt x="13381" y="15490"/>
                  <a:pt x="13384" y="15464"/>
                </a:cubicBezTo>
                <a:cubicBezTo>
                  <a:pt x="13390" y="15431"/>
                  <a:pt x="13393" y="15391"/>
                  <a:pt x="13395" y="15358"/>
                </a:cubicBezTo>
                <a:cubicBezTo>
                  <a:pt x="13397" y="15324"/>
                  <a:pt x="13399" y="15284"/>
                  <a:pt x="13399" y="15251"/>
                </a:cubicBezTo>
                <a:cubicBezTo>
                  <a:pt x="13399" y="15218"/>
                  <a:pt x="13397" y="15178"/>
                  <a:pt x="13395" y="15145"/>
                </a:cubicBezTo>
                <a:cubicBezTo>
                  <a:pt x="13393" y="15125"/>
                  <a:pt x="13392" y="15112"/>
                  <a:pt x="13390" y="15098"/>
                </a:cubicBezTo>
                <a:cubicBezTo>
                  <a:pt x="13401" y="15012"/>
                  <a:pt x="13404" y="14926"/>
                  <a:pt x="13397" y="14833"/>
                </a:cubicBezTo>
                <a:cubicBezTo>
                  <a:pt x="13386" y="14680"/>
                  <a:pt x="13359" y="14560"/>
                  <a:pt x="13323" y="14480"/>
                </a:cubicBezTo>
                <a:cubicBezTo>
                  <a:pt x="13312" y="14454"/>
                  <a:pt x="13302" y="14440"/>
                  <a:pt x="13289" y="14427"/>
                </a:cubicBezTo>
                <a:cubicBezTo>
                  <a:pt x="13285" y="14420"/>
                  <a:pt x="13280" y="14414"/>
                  <a:pt x="13276" y="14414"/>
                </a:cubicBezTo>
                <a:cubicBezTo>
                  <a:pt x="13260" y="14401"/>
                  <a:pt x="13242" y="14387"/>
                  <a:pt x="13226" y="14394"/>
                </a:cubicBezTo>
                <a:cubicBezTo>
                  <a:pt x="13214" y="14394"/>
                  <a:pt x="13201" y="14401"/>
                  <a:pt x="13188" y="14414"/>
                </a:cubicBezTo>
                <a:cubicBezTo>
                  <a:pt x="13185" y="14414"/>
                  <a:pt x="13179" y="14420"/>
                  <a:pt x="13176" y="14427"/>
                </a:cubicBezTo>
                <a:cubicBezTo>
                  <a:pt x="13149" y="14460"/>
                  <a:pt x="13133" y="14494"/>
                  <a:pt x="13111" y="14567"/>
                </a:cubicBezTo>
                <a:cubicBezTo>
                  <a:pt x="13107" y="14573"/>
                  <a:pt x="13106" y="14587"/>
                  <a:pt x="13102" y="14600"/>
                </a:cubicBezTo>
                <a:cubicBezTo>
                  <a:pt x="13093" y="14633"/>
                  <a:pt x="13086" y="14673"/>
                  <a:pt x="13079" y="14720"/>
                </a:cubicBezTo>
                <a:cubicBezTo>
                  <a:pt x="13070" y="14793"/>
                  <a:pt x="13061" y="14866"/>
                  <a:pt x="13063" y="14952"/>
                </a:cubicBezTo>
                <a:cubicBezTo>
                  <a:pt x="13064" y="15058"/>
                  <a:pt x="13073" y="15165"/>
                  <a:pt x="13095" y="15245"/>
                </a:cubicBezTo>
                <a:cubicBezTo>
                  <a:pt x="13113" y="15271"/>
                  <a:pt x="13131" y="15304"/>
                  <a:pt x="13151" y="15331"/>
                </a:cubicBezTo>
                <a:close/>
                <a:moveTo>
                  <a:pt x="12298" y="15039"/>
                </a:moveTo>
                <a:cubicBezTo>
                  <a:pt x="12298" y="15105"/>
                  <a:pt x="12304" y="15171"/>
                  <a:pt x="12313" y="15225"/>
                </a:cubicBezTo>
                <a:cubicBezTo>
                  <a:pt x="12315" y="15238"/>
                  <a:pt x="12316" y="15245"/>
                  <a:pt x="12318" y="15258"/>
                </a:cubicBezTo>
                <a:cubicBezTo>
                  <a:pt x="12320" y="15291"/>
                  <a:pt x="12324" y="15324"/>
                  <a:pt x="12329" y="15358"/>
                </a:cubicBezTo>
                <a:cubicBezTo>
                  <a:pt x="12343" y="15437"/>
                  <a:pt x="12363" y="15510"/>
                  <a:pt x="12388" y="15530"/>
                </a:cubicBezTo>
                <a:cubicBezTo>
                  <a:pt x="12428" y="15557"/>
                  <a:pt x="12467" y="15564"/>
                  <a:pt x="12505" y="15524"/>
                </a:cubicBezTo>
                <a:cubicBezTo>
                  <a:pt x="12536" y="15490"/>
                  <a:pt x="12563" y="15437"/>
                  <a:pt x="12586" y="15371"/>
                </a:cubicBezTo>
                <a:cubicBezTo>
                  <a:pt x="12597" y="15351"/>
                  <a:pt x="12608" y="15331"/>
                  <a:pt x="12617" y="15298"/>
                </a:cubicBezTo>
                <a:cubicBezTo>
                  <a:pt x="12622" y="15271"/>
                  <a:pt x="12627" y="15245"/>
                  <a:pt x="12633" y="15225"/>
                </a:cubicBezTo>
                <a:cubicBezTo>
                  <a:pt x="12642" y="15165"/>
                  <a:pt x="12647" y="15105"/>
                  <a:pt x="12647" y="15039"/>
                </a:cubicBezTo>
                <a:cubicBezTo>
                  <a:pt x="12647" y="15025"/>
                  <a:pt x="12647" y="15005"/>
                  <a:pt x="12647" y="14992"/>
                </a:cubicBezTo>
                <a:cubicBezTo>
                  <a:pt x="12645" y="14945"/>
                  <a:pt x="12645" y="14892"/>
                  <a:pt x="12642" y="14846"/>
                </a:cubicBezTo>
                <a:cubicBezTo>
                  <a:pt x="12638" y="14806"/>
                  <a:pt x="12633" y="14759"/>
                  <a:pt x="12627" y="14720"/>
                </a:cubicBezTo>
                <a:cubicBezTo>
                  <a:pt x="12626" y="14706"/>
                  <a:pt x="12624" y="14693"/>
                  <a:pt x="12620" y="14673"/>
                </a:cubicBezTo>
                <a:cubicBezTo>
                  <a:pt x="12611" y="14626"/>
                  <a:pt x="12600" y="14567"/>
                  <a:pt x="12588" y="14527"/>
                </a:cubicBezTo>
                <a:cubicBezTo>
                  <a:pt x="12579" y="14500"/>
                  <a:pt x="12570" y="14467"/>
                  <a:pt x="12559" y="14447"/>
                </a:cubicBezTo>
                <a:cubicBezTo>
                  <a:pt x="12548" y="14420"/>
                  <a:pt x="12536" y="14407"/>
                  <a:pt x="12525" y="14387"/>
                </a:cubicBezTo>
                <a:cubicBezTo>
                  <a:pt x="12521" y="14381"/>
                  <a:pt x="12518" y="14374"/>
                  <a:pt x="12512" y="14374"/>
                </a:cubicBezTo>
                <a:cubicBezTo>
                  <a:pt x="12500" y="14361"/>
                  <a:pt x="12487" y="14354"/>
                  <a:pt x="12475" y="14354"/>
                </a:cubicBezTo>
                <a:cubicBezTo>
                  <a:pt x="12466" y="14354"/>
                  <a:pt x="12457" y="14361"/>
                  <a:pt x="12449" y="14361"/>
                </a:cubicBezTo>
                <a:cubicBezTo>
                  <a:pt x="12440" y="14367"/>
                  <a:pt x="12431" y="14367"/>
                  <a:pt x="12424" y="14381"/>
                </a:cubicBezTo>
                <a:cubicBezTo>
                  <a:pt x="12408" y="14401"/>
                  <a:pt x="12392" y="14427"/>
                  <a:pt x="12379" y="14460"/>
                </a:cubicBezTo>
                <a:cubicBezTo>
                  <a:pt x="12370" y="14487"/>
                  <a:pt x="12360" y="14514"/>
                  <a:pt x="12351" y="14547"/>
                </a:cubicBezTo>
                <a:cubicBezTo>
                  <a:pt x="12342" y="14580"/>
                  <a:pt x="12334" y="14620"/>
                  <a:pt x="12327" y="14653"/>
                </a:cubicBezTo>
                <a:cubicBezTo>
                  <a:pt x="12324" y="14666"/>
                  <a:pt x="12322" y="14686"/>
                  <a:pt x="12318" y="14700"/>
                </a:cubicBezTo>
                <a:cubicBezTo>
                  <a:pt x="12313" y="14739"/>
                  <a:pt x="12307" y="14786"/>
                  <a:pt x="12304" y="14833"/>
                </a:cubicBezTo>
                <a:cubicBezTo>
                  <a:pt x="12300" y="14879"/>
                  <a:pt x="12298" y="14932"/>
                  <a:pt x="12297" y="14979"/>
                </a:cubicBezTo>
                <a:cubicBezTo>
                  <a:pt x="12298" y="15005"/>
                  <a:pt x="12298" y="15025"/>
                  <a:pt x="12298" y="15039"/>
                </a:cubicBezTo>
                <a:close/>
                <a:moveTo>
                  <a:pt x="12737" y="17358"/>
                </a:moveTo>
                <a:cubicBezTo>
                  <a:pt x="12714" y="17292"/>
                  <a:pt x="12678" y="17245"/>
                  <a:pt x="12649" y="17292"/>
                </a:cubicBezTo>
                <a:cubicBezTo>
                  <a:pt x="12624" y="17331"/>
                  <a:pt x="12599" y="17371"/>
                  <a:pt x="12574" y="17405"/>
                </a:cubicBezTo>
                <a:cubicBezTo>
                  <a:pt x="12547" y="17345"/>
                  <a:pt x="12516" y="17305"/>
                  <a:pt x="12484" y="17312"/>
                </a:cubicBezTo>
                <a:cubicBezTo>
                  <a:pt x="12439" y="17325"/>
                  <a:pt x="12401" y="17385"/>
                  <a:pt x="12365" y="17491"/>
                </a:cubicBezTo>
                <a:cubicBezTo>
                  <a:pt x="12336" y="17577"/>
                  <a:pt x="12318" y="17697"/>
                  <a:pt x="12306" y="17823"/>
                </a:cubicBezTo>
                <a:cubicBezTo>
                  <a:pt x="12291" y="17983"/>
                  <a:pt x="12298" y="18149"/>
                  <a:pt x="12316" y="18302"/>
                </a:cubicBezTo>
                <a:cubicBezTo>
                  <a:pt x="12342" y="18514"/>
                  <a:pt x="12406" y="18674"/>
                  <a:pt x="12467" y="18707"/>
                </a:cubicBezTo>
                <a:cubicBezTo>
                  <a:pt x="12505" y="18727"/>
                  <a:pt x="12543" y="18734"/>
                  <a:pt x="12581" y="18694"/>
                </a:cubicBezTo>
                <a:cubicBezTo>
                  <a:pt x="12618" y="18647"/>
                  <a:pt x="12653" y="18574"/>
                  <a:pt x="12681" y="18468"/>
                </a:cubicBezTo>
                <a:cubicBezTo>
                  <a:pt x="12743" y="18249"/>
                  <a:pt x="12768" y="17950"/>
                  <a:pt x="12775" y="17644"/>
                </a:cubicBezTo>
                <a:cubicBezTo>
                  <a:pt x="12778" y="17537"/>
                  <a:pt x="12760" y="17425"/>
                  <a:pt x="12737" y="17358"/>
                </a:cubicBezTo>
                <a:close/>
                <a:moveTo>
                  <a:pt x="13485" y="17631"/>
                </a:moveTo>
                <a:cubicBezTo>
                  <a:pt x="13481" y="17591"/>
                  <a:pt x="13476" y="17544"/>
                  <a:pt x="13471" y="17511"/>
                </a:cubicBezTo>
                <a:cubicBezTo>
                  <a:pt x="13465" y="17471"/>
                  <a:pt x="13456" y="17438"/>
                  <a:pt x="13449" y="17405"/>
                </a:cubicBezTo>
                <a:cubicBezTo>
                  <a:pt x="13447" y="17398"/>
                  <a:pt x="13447" y="17398"/>
                  <a:pt x="13446" y="17391"/>
                </a:cubicBezTo>
                <a:cubicBezTo>
                  <a:pt x="13438" y="17365"/>
                  <a:pt x="13429" y="17345"/>
                  <a:pt x="13422" y="17325"/>
                </a:cubicBezTo>
                <a:cubicBezTo>
                  <a:pt x="13420" y="17318"/>
                  <a:pt x="13419" y="17318"/>
                  <a:pt x="13417" y="17312"/>
                </a:cubicBezTo>
                <a:cubicBezTo>
                  <a:pt x="13408" y="17292"/>
                  <a:pt x="13397" y="17278"/>
                  <a:pt x="13388" y="17265"/>
                </a:cubicBezTo>
                <a:cubicBezTo>
                  <a:pt x="13386" y="17265"/>
                  <a:pt x="13384" y="17258"/>
                  <a:pt x="13383" y="17258"/>
                </a:cubicBezTo>
                <a:cubicBezTo>
                  <a:pt x="13372" y="17252"/>
                  <a:pt x="13361" y="17245"/>
                  <a:pt x="13350" y="17245"/>
                </a:cubicBezTo>
                <a:cubicBezTo>
                  <a:pt x="13341" y="17252"/>
                  <a:pt x="13332" y="17252"/>
                  <a:pt x="13323" y="17258"/>
                </a:cubicBezTo>
                <a:cubicBezTo>
                  <a:pt x="13311" y="17272"/>
                  <a:pt x="13298" y="17292"/>
                  <a:pt x="13289" y="17325"/>
                </a:cubicBezTo>
                <a:cubicBezTo>
                  <a:pt x="13282" y="17338"/>
                  <a:pt x="13275" y="17365"/>
                  <a:pt x="13271" y="17391"/>
                </a:cubicBezTo>
                <a:cubicBezTo>
                  <a:pt x="13262" y="17424"/>
                  <a:pt x="13257" y="17471"/>
                  <a:pt x="13253" y="17518"/>
                </a:cubicBezTo>
                <a:cubicBezTo>
                  <a:pt x="13251" y="17537"/>
                  <a:pt x="13251" y="17564"/>
                  <a:pt x="13250" y="17584"/>
                </a:cubicBezTo>
                <a:cubicBezTo>
                  <a:pt x="13232" y="17637"/>
                  <a:pt x="13215" y="17704"/>
                  <a:pt x="13201" y="17770"/>
                </a:cubicBezTo>
                <a:cubicBezTo>
                  <a:pt x="13196" y="17797"/>
                  <a:pt x="13192" y="17817"/>
                  <a:pt x="13188" y="17850"/>
                </a:cubicBezTo>
                <a:cubicBezTo>
                  <a:pt x="13181" y="17903"/>
                  <a:pt x="13174" y="17956"/>
                  <a:pt x="13172" y="18016"/>
                </a:cubicBezTo>
                <a:cubicBezTo>
                  <a:pt x="13167" y="18082"/>
                  <a:pt x="13167" y="18149"/>
                  <a:pt x="13172" y="18215"/>
                </a:cubicBezTo>
                <a:cubicBezTo>
                  <a:pt x="13178" y="18275"/>
                  <a:pt x="13185" y="18335"/>
                  <a:pt x="13197" y="18382"/>
                </a:cubicBezTo>
                <a:cubicBezTo>
                  <a:pt x="13210" y="18428"/>
                  <a:pt x="13224" y="18461"/>
                  <a:pt x="13242" y="18475"/>
                </a:cubicBezTo>
                <a:cubicBezTo>
                  <a:pt x="13260" y="18495"/>
                  <a:pt x="13278" y="18495"/>
                  <a:pt x="13296" y="18475"/>
                </a:cubicBezTo>
                <a:cubicBezTo>
                  <a:pt x="13350" y="18448"/>
                  <a:pt x="13406" y="18382"/>
                  <a:pt x="13446" y="18235"/>
                </a:cubicBezTo>
                <a:cubicBezTo>
                  <a:pt x="13454" y="18202"/>
                  <a:pt x="13462" y="18169"/>
                  <a:pt x="13467" y="18129"/>
                </a:cubicBezTo>
                <a:cubicBezTo>
                  <a:pt x="13474" y="18096"/>
                  <a:pt x="13478" y="18049"/>
                  <a:pt x="13481" y="18009"/>
                </a:cubicBezTo>
                <a:cubicBezTo>
                  <a:pt x="13487" y="17956"/>
                  <a:pt x="13489" y="17896"/>
                  <a:pt x="13490" y="17837"/>
                </a:cubicBezTo>
                <a:cubicBezTo>
                  <a:pt x="13492" y="17777"/>
                  <a:pt x="13489" y="17717"/>
                  <a:pt x="13485" y="17664"/>
                </a:cubicBezTo>
                <a:cubicBezTo>
                  <a:pt x="13487" y="17657"/>
                  <a:pt x="13487" y="17644"/>
                  <a:pt x="13485" y="17631"/>
                </a:cubicBezTo>
                <a:close/>
                <a:moveTo>
                  <a:pt x="14159" y="17391"/>
                </a:moveTo>
                <a:cubicBezTo>
                  <a:pt x="14132" y="17318"/>
                  <a:pt x="14104" y="17272"/>
                  <a:pt x="14073" y="17232"/>
                </a:cubicBezTo>
                <a:cubicBezTo>
                  <a:pt x="14050" y="17199"/>
                  <a:pt x="14015" y="17225"/>
                  <a:pt x="13996" y="17272"/>
                </a:cubicBezTo>
                <a:cubicBezTo>
                  <a:pt x="13978" y="17312"/>
                  <a:pt x="13960" y="17385"/>
                  <a:pt x="13953" y="17464"/>
                </a:cubicBezTo>
                <a:cubicBezTo>
                  <a:pt x="13945" y="17471"/>
                  <a:pt x="13938" y="17471"/>
                  <a:pt x="13929" y="17478"/>
                </a:cubicBezTo>
                <a:cubicBezTo>
                  <a:pt x="13913" y="17498"/>
                  <a:pt x="13897" y="17524"/>
                  <a:pt x="13884" y="17571"/>
                </a:cubicBezTo>
                <a:cubicBezTo>
                  <a:pt x="13861" y="17644"/>
                  <a:pt x="13843" y="17770"/>
                  <a:pt x="13837" y="17876"/>
                </a:cubicBezTo>
                <a:cubicBezTo>
                  <a:pt x="13832" y="17983"/>
                  <a:pt x="13832" y="18043"/>
                  <a:pt x="13837" y="18149"/>
                </a:cubicBezTo>
                <a:cubicBezTo>
                  <a:pt x="13839" y="18209"/>
                  <a:pt x="13846" y="18269"/>
                  <a:pt x="13854" y="18322"/>
                </a:cubicBezTo>
                <a:cubicBezTo>
                  <a:pt x="13868" y="18435"/>
                  <a:pt x="13895" y="18528"/>
                  <a:pt x="13924" y="18594"/>
                </a:cubicBezTo>
                <a:cubicBezTo>
                  <a:pt x="13956" y="18667"/>
                  <a:pt x="13990" y="18694"/>
                  <a:pt x="14026" y="18707"/>
                </a:cubicBezTo>
                <a:cubicBezTo>
                  <a:pt x="14055" y="18721"/>
                  <a:pt x="14084" y="18707"/>
                  <a:pt x="14113" y="18687"/>
                </a:cubicBezTo>
                <a:cubicBezTo>
                  <a:pt x="14147" y="18661"/>
                  <a:pt x="14181" y="18594"/>
                  <a:pt x="14206" y="18501"/>
                </a:cubicBezTo>
                <a:cubicBezTo>
                  <a:pt x="14217" y="18461"/>
                  <a:pt x="14229" y="18408"/>
                  <a:pt x="14237" y="18355"/>
                </a:cubicBezTo>
                <a:cubicBezTo>
                  <a:pt x="14249" y="18255"/>
                  <a:pt x="14253" y="18189"/>
                  <a:pt x="14256" y="18082"/>
                </a:cubicBezTo>
                <a:cubicBezTo>
                  <a:pt x="14260" y="17950"/>
                  <a:pt x="14249" y="17817"/>
                  <a:pt x="14235" y="17697"/>
                </a:cubicBezTo>
                <a:cubicBezTo>
                  <a:pt x="14219" y="17571"/>
                  <a:pt x="14190" y="17478"/>
                  <a:pt x="14159" y="17391"/>
                </a:cubicBezTo>
                <a:close/>
                <a:moveTo>
                  <a:pt x="14778" y="17471"/>
                </a:moveTo>
                <a:cubicBezTo>
                  <a:pt x="14763" y="17458"/>
                  <a:pt x="14751" y="17451"/>
                  <a:pt x="14736" y="17451"/>
                </a:cubicBezTo>
                <a:cubicBezTo>
                  <a:pt x="14722" y="17451"/>
                  <a:pt x="14708" y="17458"/>
                  <a:pt x="14693" y="17471"/>
                </a:cubicBezTo>
                <a:cubicBezTo>
                  <a:pt x="14688" y="17478"/>
                  <a:pt x="14682" y="17478"/>
                  <a:pt x="14677" y="17491"/>
                </a:cubicBezTo>
                <a:cubicBezTo>
                  <a:pt x="14664" y="17511"/>
                  <a:pt x="14650" y="17524"/>
                  <a:pt x="14639" y="17557"/>
                </a:cubicBezTo>
                <a:cubicBezTo>
                  <a:pt x="14618" y="17617"/>
                  <a:pt x="14596" y="17684"/>
                  <a:pt x="14585" y="17777"/>
                </a:cubicBezTo>
                <a:cubicBezTo>
                  <a:pt x="14573" y="17870"/>
                  <a:pt x="14571" y="17903"/>
                  <a:pt x="14567" y="18009"/>
                </a:cubicBezTo>
                <a:cubicBezTo>
                  <a:pt x="14566" y="18063"/>
                  <a:pt x="14569" y="18116"/>
                  <a:pt x="14571" y="18162"/>
                </a:cubicBezTo>
                <a:cubicBezTo>
                  <a:pt x="14573" y="18209"/>
                  <a:pt x="14580" y="18255"/>
                  <a:pt x="14585" y="18302"/>
                </a:cubicBezTo>
                <a:cubicBezTo>
                  <a:pt x="14591" y="18348"/>
                  <a:pt x="14600" y="18388"/>
                  <a:pt x="14609" y="18421"/>
                </a:cubicBezTo>
                <a:cubicBezTo>
                  <a:pt x="14625" y="18495"/>
                  <a:pt x="14650" y="18548"/>
                  <a:pt x="14675" y="18574"/>
                </a:cubicBezTo>
                <a:cubicBezTo>
                  <a:pt x="14688" y="18588"/>
                  <a:pt x="14702" y="18594"/>
                  <a:pt x="14715" y="18594"/>
                </a:cubicBezTo>
                <a:cubicBezTo>
                  <a:pt x="14740" y="18588"/>
                  <a:pt x="14754" y="18574"/>
                  <a:pt x="14776" y="18528"/>
                </a:cubicBezTo>
                <a:cubicBezTo>
                  <a:pt x="14798" y="18488"/>
                  <a:pt x="14817" y="18408"/>
                  <a:pt x="14828" y="18335"/>
                </a:cubicBezTo>
                <a:cubicBezTo>
                  <a:pt x="14841" y="18249"/>
                  <a:pt x="14850" y="18149"/>
                  <a:pt x="14848" y="18049"/>
                </a:cubicBezTo>
                <a:cubicBezTo>
                  <a:pt x="14848" y="18023"/>
                  <a:pt x="14846" y="17996"/>
                  <a:pt x="14846" y="17976"/>
                </a:cubicBezTo>
                <a:cubicBezTo>
                  <a:pt x="14848" y="17963"/>
                  <a:pt x="14850" y="17956"/>
                  <a:pt x="14850" y="17943"/>
                </a:cubicBezTo>
                <a:cubicBezTo>
                  <a:pt x="14851" y="17910"/>
                  <a:pt x="14851" y="17876"/>
                  <a:pt x="14853" y="17843"/>
                </a:cubicBezTo>
                <a:cubicBezTo>
                  <a:pt x="14853" y="17777"/>
                  <a:pt x="14848" y="17710"/>
                  <a:pt x="14839" y="17657"/>
                </a:cubicBezTo>
                <a:cubicBezTo>
                  <a:pt x="14823" y="17564"/>
                  <a:pt x="14803" y="17498"/>
                  <a:pt x="14778" y="17471"/>
                </a:cubicBezTo>
                <a:close/>
                <a:moveTo>
                  <a:pt x="15493" y="17857"/>
                </a:moveTo>
                <a:cubicBezTo>
                  <a:pt x="15490" y="17810"/>
                  <a:pt x="15484" y="17763"/>
                  <a:pt x="15477" y="17724"/>
                </a:cubicBezTo>
                <a:cubicBezTo>
                  <a:pt x="15468" y="17657"/>
                  <a:pt x="15456" y="17604"/>
                  <a:pt x="15445" y="17551"/>
                </a:cubicBezTo>
                <a:cubicBezTo>
                  <a:pt x="15438" y="17518"/>
                  <a:pt x="15430" y="17484"/>
                  <a:pt x="15421" y="17458"/>
                </a:cubicBezTo>
                <a:cubicBezTo>
                  <a:pt x="15403" y="17391"/>
                  <a:pt x="15376" y="17351"/>
                  <a:pt x="15349" y="17351"/>
                </a:cubicBezTo>
                <a:cubicBezTo>
                  <a:pt x="15339" y="17351"/>
                  <a:pt x="15330" y="17358"/>
                  <a:pt x="15321" y="17371"/>
                </a:cubicBezTo>
                <a:cubicBezTo>
                  <a:pt x="15319" y="17371"/>
                  <a:pt x="15317" y="17371"/>
                  <a:pt x="15314" y="17371"/>
                </a:cubicBezTo>
                <a:cubicBezTo>
                  <a:pt x="15296" y="17371"/>
                  <a:pt x="15278" y="17391"/>
                  <a:pt x="15263" y="17425"/>
                </a:cubicBezTo>
                <a:cubicBezTo>
                  <a:pt x="15249" y="17444"/>
                  <a:pt x="15238" y="17484"/>
                  <a:pt x="15225" y="17518"/>
                </a:cubicBezTo>
                <a:cubicBezTo>
                  <a:pt x="15220" y="17537"/>
                  <a:pt x="15215" y="17551"/>
                  <a:pt x="15211" y="17571"/>
                </a:cubicBezTo>
                <a:cubicBezTo>
                  <a:pt x="15202" y="17617"/>
                  <a:pt x="15191" y="17657"/>
                  <a:pt x="15186" y="17710"/>
                </a:cubicBezTo>
                <a:cubicBezTo>
                  <a:pt x="15179" y="17757"/>
                  <a:pt x="15173" y="17817"/>
                  <a:pt x="15170" y="17870"/>
                </a:cubicBezTo>
                <a:cubicBezTo>
                  <a:pt x="15168" y="17896"/>
                  <a:pt x="15168" y="17923"/>
                  <a:pt x="15166" y="17956"/>
                </a:cubicBezTo>
                <a:cubicBezTo>
                  <a:pt x="15164" y="17983"/>
                  <a:pt x="15164" y="18016"/>
                  <a:pt x="15164" y="18043"/>
                </a:cubicBezTo>
                <a:cubicBezTo>
                  <a:pt x="15164" y="18056"/>
                  <a:pt x="15164" y="18069"/>
                  <a:pt x="15164" y="18082"/>
                </a:cubicBezTo>
                <a:cubicBezTo>
                  <a:pt x="15166" y="18129"/>
                  <a:pt x="15166" y="18169"/>
                  <a:pt x="15170" y="18215"/>
                </a:cubicBezTo>
                <a:cubicBezTo>
                  <a:pt x="15170" y="18229"/>
                  <a:pt x="15171" y="18242"/>
                  <a:pt x="15173" y="18249"/>
                </a:cubicBezTo>
                <a:cubicBezTo>
                  <a:pt x="15177" y="18289"/>
                  <a:pt x="15182" y="18328"/>
                  <a:pt x="15188" y="18368"/>
                </a:cubicBezTo>
                <a:cubicBezTo>
                  <a:pt x="15193" y="18402"/>
                  <a:pt x="15200" y="18435"/>
                  <a:pt x="15207" y="18468"/>
                </a:cubicBezTo>
                <a:cubicBezTo>
                  <a:pt x="15209" y="18475"/>
                  <a:pt x="15211" y="18488"/>
                  <a:pt x="15215" y="18495"/>
                </a:cubicBezTo>
                <a:cubicBezTo>
                  <a:pt x="15236" y="18568"/>
                  <a:pt x="15261" y="18627"/>
                  <a:pt x="15290" y="18647"/>
                </a:cubicBezTo>
                <a:cubicBezTo>
                  <a:pt x="15321" y="18674"/>
                  <a:pt x="15348" y="18674"/>
                  <a:pt x="15378" y="18647"/>
                </a:cubicBezTo>
                <a:cubicBezTo>
                  <a:pt x="15393" y="18634"/>
                  <a:pt x="15405" y="18614"/>
                  <a:pt x="15418" y="18588"/>
                </a:cubicBezTo>
                <a:cubicBezTo>
                  <a:pt x="15430" y="18568"/>
                  <a:pt x="15441" y="18528"/>
                  <a:pt x="15452" y="18495"/>
                </a:cubicBezTo>
                <a:cubicBezTo>
                  <a:pt x="15463" y="18461"/>
                  <a:pt x="15472" y="18415"/>
                  <a:pt x="15479" y="18375"/>
                </a:cubicBezTo>
                <a:cubicBezTo>
                  <a:pt x="15481" y="18368"/>
                  <a:pt x="15483" y="18355"/>
                  <a:pt x="15483" y="18348"/>
                </a:cubicBezTo>
                <a:cubicBezTo>
                  <a:pt x="15488" y="18308"/>
                  <a:pt x="15493" y="18269"/>
                  <a:pt x="15495" y="18222"/>
                </a:cubicBezTo>
                <a:cubicBezTo>
                  <a:pt x="15502" y="18116"/>
                  <a:pt x="15501" y="18036"/>
                  <a:pt x="15495" y="17930"/>
                </a:cubicBezTo>
                <a:cubicBezTo>
                  <a:pt x="15497" y="17890"/>
                  <a:pt x="15495" y="17876"/>
                  <a:pt x="15493" y="17857"/>
                </a:cubicBezTo>
                <a:close/>
                <a:moveTo>
                  <a:pt x="20741" y="17611"/>
                </a:moveTo>
                <a:cubicBezTo>
                  <a:pt x="20740" y="17611"/>
                  <a:pt x="20738" y="17604"/>
                  <a:pt x="20736" y="17604"/>
                </a:cubicBezTo>
                <a:cubicBezTo>
                  <a:pt x="20734" y="17604"/>
                  <a:pt x="20732" y="17604"/>
                  <a:pt x="20731" y="17604"/>
                </a:cubicBezTo>
                <a:cubicBezTo>
                  <a:pt x="20722" y="17498"/>
                  <a:pt x="20700" y="17398"/>
                  <a:pt x="20673" y="17345"/>
                </a:cubicBezTo>
                <a:cubicBezTo>
                  <a:pt x="20664" y="17325"/>
                  <a:pt x="20653" y="17312"/>
                  <a:pt x="20644" y="17298"/>
                </a:cubicBezTo>
                <a:cubicBezTo>
                  <a:pt x="20643" y="17298"/>
                  <a:pt x="20641" y="17292"/>
                  <a:pt x="20637" y="17292"/>
                </a:cubicBezTo>
                <a:cubicBezTo>
                  <a:pt x="20614" y="17272"/>
                  <a:pt x="20598" y="17272"/>
                  <a:pt x="20574" y="17292"/>
                </a:cubicBezTo>
                <a:cubicBezTo>
                  <a:pt x="20565" y="17298"/>
                  <a:pt x="20554" y="17318"/>
                  <a:pt x="20545" y="17338"/>
                </a:cubicBezTo>
                <a:cubicBezTo>
                  <a:pt x="20540" y="17351"/>
                  <a:pt x="20529" y="17385"/>
                  <a:pt x="20524" y="17398"/>
                </a:cubicBezTo>
                <a:cubicBezTo>
                  <a:pt x="20517" y="17418"/>
                  <a:pt x="20511" y="17451"/>
                  <a:pt x="20508" y="17478"/>
                </a:cubicBezTo>
                <a:cubicBezTo>
                  <a:pt x="20502" y="17511"/>
                  <a:pt x="20499" y="17551"/>
                  <a:pt x="20497" y="17584"/>
                </a:cubicBezTo>
                <a:cubicBezTo>
                  <a:pt x="20495" y="17617"/>
                  <a:pt x="20493" y="17657"/>
                  <a:pt x="20493" y="17690"/>
                </a:cubicBezTo>
                <a:cubicBezTo>
                  <a:pt x="20493" y="17724"/>
                  <a:pt x="20495" y="17763"/>
                  <a:pt x="20497" y="17797"/>
                </a:cubicBezTo>
                <a:cubicBezTo>
                  <a:pt x="20499" y="17817"/>
                  <a:pt x="20500" y="17830"/>
                  <a:pt x="20502" y="17843"/>
                </a:cubicBezTo>
                <a:cubicBezTo>
                  <a:pt x="20491" y="17930"/>
                  <a:pt x="20488" y="18016"/>
                  <a:pt x="20495" y="18109"/>
                </a:cubicBezTo>
                <a:cubicBezTo>
                  <a:pt x="20506" y="18262"/>
                  <a:pt x="20533" y="18382"/>
                  <a:pt x="20569" y="18461"/>
                </a:cubicBezTo>
                <a:cubicBezTo>
                  <a:pt x="20580" y="18488"/>
                  <a:pt x="20590" y="18501"/>
                  <a:pt x="20603" y="18514"/>
                </a:cubicBezTo>
                <a:cubicBezTo>
                  <a:pt x="20607" y="18521"/>
                  <a:pt x="20612" y="18528"/>
                  <a:pt x="20616" y="18528"/>
                </a:cubicBezTo>
                <a:cubicBezTo>
                  <a:pt x="20632" y="18541"/>
                  <a:pt x="20650" y="18554"/>
                  <a:pt x="20666" y="18548"/>
                </a:cubicBezTo>
                <a:cubicBezTo>
                  <a:pt x="20678" y="18548"/>
                  <a:pt x="20691" y="18541"/>
                  <a:pt x="20704" y="18528"/>
                </a:cubicBezTo>
                <a:cubicBezTo>
                  <a:pt x="20707" y="18528"/>
                  <a:pt x="20713" y="18521"/>
                  <a:pt x="20716" y="18514"/>
                </a:cubicBezTo>
                <a:cubicBezTo>
                  <a:pt x="20743" y="18481"/>
                  <a:pt x="20759" y="18448"/>
                  <a:pt x="20781" y="18375"/>
                </a:cubicBezTo>
                <a:cubicBezTo>
                  <a:pt x="20785" y="18368"/>
                  <a:pt x="20786" y="18355"/>
                  <a:pt x="20790" y="18342"/>
                </a:cubicBezTo>
                <a:cubicBezTo>
                  <a:pt x="20797" y="18308"/>
                  <a:pt x="20806" y="18269"/>
                  <a:pt x="20813" y="18222"/>
                </a:cubicBezTo>
                <a:cubicBezTo>
                  <a:pt x="20822" y="18149"/>
                  <a:pt x="20831" y="18076"/>
                  <a:pt x="20829" y="17989"/>
                </a:cubicBezTo>
                <a:cubicBezTo>
                  <a:pt x="20828" y="17883"/>
                  <a:pt x="20819" y="17777"/>
                  <a:pt x="20797" y="17697"/>
                </a:cubicBezTo>
                <a:cubicBezTo>
                  <a:pt x="20777" y="17670"/>
                  <a:pt x="20761" y="17631"/>
                  <a:pt x="20741" y="17611"/>
                </a:cubicBezTo>
                <a:close/>
                <a:moveTo>
                  <a:pt x="21592" y="17896"/>
                </a:moveTo>
                <a:cubicBezTo>
                  <a:pt x="21592" y="17830"/>
                  <a:pt x="21586" y="17763"/>
                  <a:pt x="21577" y="17710"/>
                </a:cubicBezTo>
                <a:cubicBezTo>
                  <a:pt x="21576" y="17697"/>
                  <a:pt x="21574" y="17690"/>
                  <a:pt x="21572" y="17677"/>
                </a:cubicBezTo>
                <a:cubicBezTo>
                  <a:pt x="21570" y="17644"/>
                  <a:pt x="21567" y="17611"/>
                  <a:pt x="21561" y="17577"/>
                </a:cubicBezTo>
                <a:cubicBezTo>
                  <a:pt x="21547" y="17498"/>
                  <a:pt x="21527" y="17424"/>
                  <a:pt x="21502" y="17405"/>
                </a:cubicBezTo>
                <a:cubicBezTo>
                  <a:pt x="21462" y="17378"/>
                  <a:pt x="21423" y="17371"/>
                  <a:pt x="21385" y="17411"/>
                </a:cubicBezTo>
                <a:cubicBezTo>
                  <a:pt x="21354" y="17444"/>
                  <a:pt x="21328" y="17498"/>
                  <a:pt x="21304" y="17564"/>
                </a:cubicBezTo>
                <a:cubicBezTo>
                  <a:pt x="21293" y="17584"/>
                  <a:pt x="21283" y="17604"/>
                  <a:pt x="21274" y="17637"/>
                </a:cubicBezTo>
                <a:cubicBezTo>
                  <a:pt x="21268" y="17664"/>
                  <a:pt x="21263" y="17690"/>
                  <a:pt x="21257" y="17710"/>
                </a:cubicBezTo>
                <a:cubicBezTo>
                  <a:pt x="21248" y="17770"/>
                  <a:pt x="21243" y="17830"/>
                  <a:pt x="21243" y="17896"/>
                </a:cubicBezTo>
                <a:cubicBezTo>
                  <a:pt x="21243" y="17910"/>
                  <a:pt x="21243" y="17930"/>
                  <a:pt x="21243" y="17943"/>
                </a:cubicBezTo>
                <a:cubicBezTo>
                  <a:pt x="21245" y="17989"/>
                  <a:pt x="21245" y="18043"/>
                  <a:pt x="21248" y="18089"/>
                </a:cubicBezTo>
                <a:cubicBezTo>
                  <a:pt x="21252" y="18129"/>
                  <a:pt x="21257" y="18176"/>
                  <a:pt x="21263" y="18215"/>
                </a:cubicBezTo>
                <a:cubicBezTo>
                  <a:pt x="21265" y="18229"/>
                  <a:pt x="21266" y="18242"/>
                  <a:pt x="21270" y="18262"/>
                </a:cubicBezTo>
                <a:cubicBezTo>
                  <a:pt x="21279" y="18308"/>
                  <a:pt x="21290" y="18368"/>
                  <a:pt x="21302" y="18408"/>
                </a:cubicBezTo>
                <a:cubicBezTo>
                  <a:pt x="21311" y="18435"/>
                  <a:pt x="21320" y="18468"/>
                  <a:pt x="21331" y="18488"/>
                </a:cubicBezTo>
                <a:cubicBezTo>
                  <a:pt x="21342" y="18514"/>
                  <a:pt x="21354" y="18528"/>
                  <a:pt x="21365" y="18548"/>
                </a:cubicBezTo>
                <a:cubicBezTo>
                  <a:pt x="21369" y="18554"/>
                  <a:pt x="21372" y="18561"/>
                  <a:pt x="21378" y="18561"/>
                </a:cubicBezTo>
                <a:cubicBezTo>
                  <a:pt x="21390" y="18574"/>
                  <a:pt x="21403" y="18581"/>
                  <a:pt x="21416" y="18581"/>
                </a:cubicBezTo>
                <a:cubicBezTo>
                  <a:pt x="21425" y="18581"/>
                  <a:pt x="21434" y="18574"/>
                  <a:pt x="21441" y="18574"/>
                </a:cubicBezTo>
                <a:cubicBezTo>
                  <a:pt x="21450" y="18568"/>
                  <a:pt x="21459" y="18568"/>
                  <a:pt x="21466" y="18554"/>
                </a:cubicBezTo>
                <a:cubicBezTo>
                  <a:pt x="21482" y="18534"/>
                  <a:pt x="21498" y="18508"/>
                  <a:pt x="21511" y="18475"/>
                </a:cubicBezTo>
                <a:cubicBezTo>
                  <a:pt x="21520" y="18448"/>
                  <a:pt x="21531" y="18421"/>
                  <a:pt x="21540" y="18388"/>
                </a:cubicBezTo>
                <a:cubicBezTo>
                  <a:pt x="21549" y="18355"/>
                  <a:pt x="21556" y="18315"/>
                  <a:pt x="21563" y="18282"/>
                </a:cubicBezTo>
                <a:cubicBezTo>
                  <a:pt x="21567" y="18269"/>
                  <a:pt x="21568" y="18249"/>
                  <a:pt x="21572" y="18235"/>
                </a:cubicBezTo>
                <a:cubicBezTo>
                  <a:pt x="21577" y="18195"/>
                  <a:pt x="21583" y="18149"/>
                  <a:pt x="21586" y="18102"/>
                </a:cubicBezTo>
                <a:cubicBezTo>
                  <a:pt x="21590" y="18056"/>
                  <a:pt x="21592" y="18003"/>
                  <a:pt x="21594" y="17956"/>
                </a:cubicBezTo>
                <a:cubicBezTo>
                  <a:pt x="21592" y="17936"/>
                  <a:pt x="21592" y="17916"/>
                  <a:pt x="21592" y="17896"/>
                </a:cubicBezTo>
                <a:close/>
                <a:moveTo>
                  <a:pt x="21153" y="21259"/>
                </a:moveTo>
                <a:cubicBezTo>
                  <a:pt x="21176" y="21326"/>
                  <a:pt x="21212" y="21372"/>
                  <a:pt x="21241" y="21326"/>
                </a:cubicBezTo>
                <a:cubicBezTo>
                  <a:pt x="21266" y="21286"/>
                  <a:pt x="21292" y="21246"/>
                  <a:pt x="21317" y="21213"/>
                </a:cubicBezTo>
                <a:cubicBezTo>
                  <a:pt x="21344" y="21273"/>
                  <a:pt x="21374" y="21313"/>
                  <a:pt x="21407" y="21306"/>
                </a:cubicBezTo>
                <a:cubicBezTo>
                  <a:pt x="21452" y="21293"/>
                  <a:pt x="21489" y="21233"/>
                  <a:pt x="21525" y="21126"/>
                </a:cubicBezTo>
                <a:cubicBezTo>
                  <a:pt x="21554" y="21040"/>
                  <a:pt x="21572" y="20920"/>
                  <a:pt x="21585" y="20794"/>
                </a:cubicBezTo>
                <a:cubicBezTo>
                  <a:pt x="21599" y="20635"/>
                  <a:pt x="21592" y="20468"/>
                  <a:pt x="21572" y="20316"/>
                </a:cubicBezTo>
                <a:cubicBezTo>
                  <a:pt x="21547" y="20103"/>
                  <a:pt x="21482" y="19943"/>
                  <a:pt x="21421" y="19910"/>
                </a:cubicBezTo>
                <a:cubicBezTo>
                  <a:pt x="21383" y="19890"/>
                  <a:pt x="21345" y="19884"/>
                  <a:pt x="21308" y="19923"/>
                </a:cubicBezTo>
                <a:cubicBezTo>
                  <a:pt x="21270" y="19970"/>
                  <a:pt x="21236" y="20043"/>
                  <a:pt x="21207" y="20149"/>
                </a:cubicBezTo>
                <a:cubicBezTo>
                  <a:pt x="21146" y="20369"/>
                  <a:pt x="21121" y="20668"/>
                  <a:pt x="21114" y="20974"/>
                </a:cubicBezTo>
                <a:cubicBezTo>
                  <a:pt x="21112" y="21080"/>
                  <a:pt x="21132" y="21193"/>
                  <a:pt x="21153" y="21259"/>
                </a:cubicBezTo>
                <a:close/>
                <a:moveTo>
                  <a:pt x="14625" y="20927"/>
                </a:moveTo>
                <a:cubicBezTo>
                  <a:pt x="14632" y="20967"/>
                  <a:pt x="14641" y="21000"/>
                  <a:pt x="14654" y="21020"/>
                </a:cubicBezTo>
                <a:cubicBezTo>
                  <a:pt x="14663" y="21033"/>
                  <a:pt x="14670" y="21047"/>
                  <a:pt x="14681" y="21060"/>
                </a:cubicBezTo>
                <a:cubicBezTo>
                  <a:pt x="14684" y="21087"/>
                  <a:pt x="14690" y="21106"/>
                  <a:pt x="14695" y="21126"/>
                </a:cubicBezTo>
                <a:cubicBezTo>
                  <a:pt x="14715" y="21193"/>
                  <a:pt x="14740" y="21239"/>
                  <a:pt x="14767" y="21233"/>
                </a:cubicBezTo>
                <a:cubicBezTo>
                  <a:pt x="14792" y="21226"/>
                  <a:pt x="14821" y="21200"/>
                  <a:pt x="14839" y="21126"/>
                </a:cubicBezTo>
                <a:cubicBezTo>
                  <a:pt x="14857" y="21053"/>
                  <a:pt x="14873" y="20987"/>
                  <a:pt x="14891" y="20914"/>
                </a:cubicBezTo>
                <a:cubicBezTo>
                  <a:pt x="14900" y="20881"/>
                  <a:pt x="14907" y="20841"/>
                  <a:pt x="14913" y="20794"/>
                </a:cubicBezTo>
                <a:cubicBezTo>
                  <a:pt x="14920" y="20748"/>
                  <a:pt x="14922" y="20701"/>
                  <a:pt x="14922" y="20648"/>
                </a:cubicBezTo>
                <a:cubicBezTo>
                  <a:pt x="14920" y="20615"/>
                  <a:pt x="14920" y="20581"/>
                  <a:pt x="14918" y="20548"/>
                </a:cubicBezTo>
                <a:cubicBezTo>
                  <a:pt x="14913" y="20488"/>
                  <a:pt x="14905" y="20429"/>
                  <a:pt x="14893" y="20382"/>
                </a:cubicBezTo>
                <a:cubicBezTo>
                  <a:pt x="14891" y="20375"/>
                  <a:pt x="14889" y="20362"/>
                  <a:pt x="14887" y="20355"/>
                </a:cubicBezTo>
                <a:cubicBezTo>
                  <a:pt x="14878" y="20329"/>
                  <a:pt x="14869" y="20302"/>
                  <a:pt x="14860" y="20282"/>
                </a:cubicBezTo>
                <a:cubicBezTo>
                  <a:pt x="14850" y="20256"/>
                  <a:pt x="14835" y="20236"/>
                  <a:pt x="14821" y="20216"/>
                </a:cubicBezTo>
                <a:cubicBezTo>
                  <a:pt x="14808" y="20196"/>
                  <a:pt x="14792" y="20196"/>
                  <a:pt x="14780" y="20189"/>
                </a:cubicBezTo>
                <a:cubicBezTo>
                  <a:pt x="14774" y="20189"/>
                  <a:pt x="14767" y="20189"/>
                  <a:pt x="14762" y="20189"/>
                </a:cubicBezTo>
                <a:cubicBezTo>
                  <a:pt x="14733" y="20203"/>
                  <a:pt x="14706" y="20223"/>
                  <a:pt x="14681" y="20276"/>
                </a:cubicBezTo>
                <a:cubicBezTo>
                  <a:pt x="14657" y="20329"/>
                  <a:pt x="14634" y="20409"/>
                  <a:pt x="14623" y="20502"/>
                </a:cubicBezTo>
                <a:cubicBezTo>
                  <a:pt x="14616" y="20542"/>
                  <a:pt x="14612" y="20588"/>
                  <a:pt x="14611" y="20641"/>
                </a:cubicBezTo>
                <a:cubicBezTo>
                  <a:pt x="14607" y="20688"/>
                  <a:pt x="14609" y="20741"/>
                  <a:pt x="14612" y="20787"/>
                </a:cubicBezTo>
                <a:cubicBezTo>
                  <a:pt x="14611" y="20854"/>
                  <a:pt x="14616" y="20894"/>
                  <a:pt x="14625" y="20927"/>
                </a:cubicBezTo>
                <a:close/>
                <a:moveTo>
                  <a:pt x="13906" y="21080"/>
                </a:moveTo>
                <a:cubicBezTo>
                  <a:pt x="13915" y="21133"/>
                  <a:pt x="13927" y="21180"/>
                  <a:pt x="13942" y="21213"/>
                </a:cubicBezTo>
                <a:cubicBezTo>
                  <a:pt x="13951" y="21233"/>
                  <a:pt x="13958" y="21246"/>
                  <a:pt x="13967" y="21266"/>
                </a:cubicBezTo>
                <a:cubicBezTo>
                  <a:pt x="13983" y="21293"/>
                  <a:pt x="13999" y="21319"/>
                  <a:pt x="14015" y="21332"/>
                </a:cubicBezTo>
                <a:cubicBezTo>
                  <a:pt x="14057" y="21366"/>
                  <a:pt x="14098" y="21359"/>
                  <a:pt x="14134" y="21273"/>
                </a:cubicBezTo>
                <a:cubicBezTo>
                  <a:pt x="14156" y="21219"/>
                  <a:pt x="14168" y="21173"/>
                  <a:pt x="14184" y="21093"/>
                </a:cubicBezTo>
                <a:cubicBezTo>
                  <a:pt x="14186" y="21080"/>
                  <a:pt x="14188" y="21073"/>
                  <a:pt x="14190" y="21060"/>
                </a:cubicBezTo>
                <a:cubicBezTo>
                  <a:pt x="14195" y="21027"/>
                  <a:pt x="14199" y="20987"/>
                  <a:pt x="14202" y="20947"/>
                </a:cubicBezTo>
                <a:cubicBezTo>
                  <a:pt x="14204" y="20934"/>
                  <a:pt x="14204" y="20920"/>
                  <a:pt x="14204" y="20907"/>
                </a:cubicBezTo>
                <a:cubicBezTo>
                  <a:pt x="14204" y="20907"/>
                  <a:pt x="14206" y="20907"/>
                  <a:pt x="14206" y="20900"/>
                </a:cubicBezTo>
                <a:cubicBezTo>
                  <a:pt x="14228" y="20854"/>
                  <a:pt x="14247" y="20768"/>
                  <a:pt x="14253" y="20681"/>
                </a:cubicBezTo>
                <a:cubicBezTo>
                  <a:pt x="14258" y="20588"/>
                  <a:pt x="14258" y="20482"/>
                  <a:pt x="14242" y="20395"/>
                </a:cubicBezTo>
                <a:cubicBezTo>
                  <a:pt x="14228" y="20309"/>
                  <a:pt x="14208" y="20256"/>
                  <a:pt x="14183" y="20223"/>
                </a:cubicBezTo>
                <a:cubicBezTo>
                  <a:pt x="14181" y="20223"/>
                  <a:pt x="14177" y="20216"/>
                  <a:pt x="14174" y="20216"/>
                </a:cubicBezTo>
                <a:cubicBezTo>
                  <a:pt x="14123" y="20050"/>
                  <a:pt x="14044" y="20023"/>
                  <a:pt x="13987" y="20156"/>
                </a:cubicBezTo>
                <a:cubicBezTo>
                  <a:pt x="13952" y="20229"/>
                  <a:pt x="13929" y="20349"/>
                  <a:pt x="13918" y="20482"/>
                </a:cubicBezTo>
                <a:cubicBezTo>
                  <a:pt x="13913" y="20548"/>
                  <a:pt x="13911" y="20615"/>
                  <a:pt x="13911" y="20681"/>
                </a:cubicBezTo>
                <a:cubicBezTo>
                  <a:pt x="13904" y="20714"/>
                  <a:pt x="13899" y="20754"/>
                  <a:pt x="13897" y="20794"/>
                </a:cubicBezTo>
                <a:cubicBezTo>
                  <a:pt x="13893" y="20841"/>
                  <a:pt x="13891" y="20894"/>
                  <a:pt x="13895" y="20940"/>
                </a:cubicBezTo>
                <a:cubicBezTo>
                  <a:pt x="13895" y="20993"/>
                  <a:pt x="13899" y="21040"/>
                  <a:pt x="13906" y="21080"/>
                </a:cubicBezTo>
                <a:close/>
                <a:moveTo>
                  <a:pt x="13151" y="21007"/>
                </a:moveTo>
                <a:cubicBezTo>
                  <a:pt x="13152" y="21007"/>
                  <a:pt x="13154" y="21013"/>
                  <a:pt x="13156" y="21013"/>
                </a:cubicBezTo>
                <a:cubicBezTo>
                  <a:pt x="13158" y="21013"/>
                  <a:pt x="13160" y="21013"/>
                  <a:pt x="13161" y="21013"/>
                </a:cubicBezTo>
                <a:cubicBezTo>
                  <a:pt x="13170" y="21120"/>
                  <a:pt x="13192" y="21219"/>
                  <a:pt x="13219" y="21273"/>
                </a:cubicBezTo>
                <a:cubicBezTo>
                  <a:pt x="13228" y="21293"/>
                  <a:pt x="13239" y="21306"/>
                  <a:pt x="13248" y="21319"/>
                </a:cubicBezTo>
                <a:cubicBezTo>
                  <a:pt x="13250" y="21319"/>
                  <a:pt x="13251" y="21326"/>
                  <a:pt x="13255" y="21326"/>
                </a:cubicBezTo>
                <a:cubicBezTo>
                  <a:pt x="13278" y="21346"/>
                  <a:pt x="13294" y="21346"/>
                  <a:pt x="13318" y="21326"/>
                </a:cubicBezTo>
                <a:cubicBezTo>
                  <a:pt x="13327" y="21319"/>
                  <a:pt x="13338" y="21299"/>
                  <a:pt x="13347" y="21279"/>
                </a:cubicBezTo>
                <a:cubicBezTo>
                  <a:pt x="13352" y="21266"/>
                  <a:pt x="13363" y="21233"/>
                  <a:pt x="13368" y="21219"/>
                </a:cubicBezTo>
                <a:cubicBezTo>
                  <a:pt x="13375" y="21200"/>
                  <a:pt x="13381" y="21166"/>
                  <a:pt x="13384" y="21140"/>
                </a:cubicBezTo>
                <a:cubicBezTo>
                  <a:pt x="13390" y="21106"/>
                  <a:pt x="13393" y="21067"/>
                  <a:pt x="13395" y="21033"/>
                </a:cubicBezTo>
                <a:cubicBezTo>
                  <a:pt x="13397" y="21000"/>
                  <a:pt x="13399" y="20960"/>
                  <a:pt x="13399" y="20927"/>
                </a:cubicBezTo>
                <a:cubicBezTo>
                  <a:pt x="13399" y="20894"/>
                  <a:pt x="13397" y="20854"/>
                  <a:pt x="13395" y="20821"/>
                </a:cubicBezTo>
                <a:cubicBezTo>
                  <a:pt x="13393" y="20801"/>
                  <a:pt x="13392" y="20787"/>
                  <a:pt x="13390" y="20774"/>
                </a:cubicBezTo>
                <a:cubicBezTo>
                  <a:pt x="13401" y="20688"/>
                  <a:pt x="13404" y="20601"/>
                  <a:pt x="13397" y="20508"/>
                </a:cubicBezTo>
                <a:cubicBezTo>
                  <a:pt x="13386" y="20355"/>
                  <a:pt x="13359" y="20236"/>
                  <a:pt x="13323" y="20156"/>
                </a:cubicBezTo>
                <a:cubicBezTo>
                  <a:pt x="13312" y="20129"/>
                  <a:pt x="13302" y="20116"/>
                  <a:pt x="13289" y="20103"/>
                </a:cubicBezTo>
                <a:cubicBezTo>
                  <a:pt x="13285" y="20096"/>
                  <a:pt x="13280" y="20090"/>
                  <a:pt x="13276" y="20090"/>
                </a:cubicBezTo>
                <a:cubicBezTo>
                  <a:pt x="13260" y="20076"/>
                  <a:pt x="13242" y="20063"/>
                  <a:pt x="13226" y="20070"/>
                </a:cubicBezTo>
                <a:cubicBezTo>
                  <a:pt x="13214" y="20070"/>
                  <a:pt x="13201" y="20076"/>
                  <a:pt x="13188" y="20090"/>
                </a:cubicBezTo>
                <a:cubicBezTo>
                  <a:pt x="13185" y="20090"/>
                  <a:pt x="13179" y="20096"/>
                  <a:pt x="13176" y="20103"/>
                </a:cubicBezTo>
                <a:cubicBezTo>
                  <a:pt x="13149" y="20136"/>
                  <a:pt x="13133" y="20169"/>
                  <a:pt x="13111" y="20242"/>
                </a:cubicBezTo>
                <a:cubicBezTo>
                  <a:pt x="13107" y="20249"/>
                  <a:pt x="13106" y="20262"/>
                  <a:pt x="13102" y="20276"/>
                </a:cubicBezTo>
                <a:cubicBezTo>
                  <a:pt x="13093" y="20309"/>
                  <a:pt x="13086" y="20349"/>
                  <a:pt x="13079" y="20395"/>
                </a:cubicBezTo>
                <a:cubicBezTo>
                  <a:pt x="13070" y="20468"/>
                  <a:pt x="13061" y="20542"/>
                  <a:pt x="13063" y="20628"/>
                </a:cubicBezTo>
                <a:cubicBezTo>
                  <a:pt x="13064" y="20734"/>
                  <a:pt x="13073" y="20841"/>
                  <a:pt x="13095" y="20920"/>
                </a:cubicBezTo>
                <a:cubicBezTo>
                  <a:pt x="13113" y="20947"/>
                  <a:pt x="13131" y="20987"/>
                  <a:pt x="13151" y="21007"/>
                </a:cubicBezTo>
                <a:close/>
                <a:moveTo>
                  <a:pt x="12298" y="20721"/>
                </a:moveTo>
                <a:cubicBezTo>
                  <a:pt x="12298" y="20787"/>
                  <a:pt x="12304" y="20854"/>
                  <a:pt x="12313" y="20907"/>
                </a:cubicBezTo>
                <a:cubicBezTo>
                  <a:pt x="12315" y="20920"/>
                  <a:pt x="12316" y="20927"/>
                  <a:pt x="12318" y="20940"/>
                </a:cubicBezTo>
                <a:cubicBezTo>
                  <a:pt x="12320" y="20974"/>
                  <a:pt x="12324" y="21007"/>
                  <a:pt x="12329" y="21040"/>
                </a:cubicBezTo>
                <a:cubicBezTo>
                  <a:pt x="12343" y="21120"/>
                  <a:pt x="12363" y="21193"/>
                  <a:pt x="12388" y="21213"/>
                </a:cubicBezTo>
                <a:cubicBezTo>
                  <a:pt x="12428" y="21239"/>
                  <a:pt x="12467" y="21246"/>
                  <a:pt x="12505" y="21206"/>
                </a:cubicBezTo>
                <a:cubicBezTo>
                  <a:pt x="12536" y="21173"/>
                  <a:pt x="12563" y="21120"/>
                  <a:pt x="12586" y="21053"/>
                </a:cubicBezTo>
                <a:cubicBezTo>
                  <a:pt x="12597" y="21033"/>
                  <a:pt x="12608" y="21013"/>
                  <a:pt x="12617" y="20980"/>
                </a:cubicBezTo>
                <a:cubicBezTo>
                  <a:pt x="12622" y="20954"/>
                  <a:pt x="12627" y="20927"/>
                  <a:pt x="12633" y="20907"/>
                </a:cubicBezTo>
                <a:cubicBezTo>
                  <a:pt x="12642" y="20847"/>
                  <a:pt x="12647" y="20787"/>
                  <a:pt x="12647" y="20721"/>
                </a:cubicBezTo>
                <a:cubicBezTo>
                  <a:pt x="12647" y="20708"/>
                  <a:pt x="12647" y="20688"/>
                  <a:pt x="12647" y="20674"/>
                </a:cubicBezTo>
                <a:cubicBezTo>
                  <a:pt x="12645" y="20628"/>
                  <a:pt x="12645" y="20575"/>
                  <a:pt x="12642" y="20528"/>
                </a:cubicBezTo>
                <a:cubicBezTo>
                  <a:pt x="12638" y="20488"/>
                  <a:pt x="12633" y="20442"/>
                  <a:pt x="12627" y="20402"/>
                </a:cubicBezTo>
                <a:cubicBezTo>
                  <a:pt x="12626" y="20389"/>
                  <a:pt x="12624" y="20375"/>
                  <a:pt x="12620" y="20355"/>
                </a:cubicBezTo>
                <a:cubicBezTo>
                  <a:pt x="12611" y="20309"/>
                  <a:pt x="12600" y="20249"/>
                  <a:pt x="12588" y="20209"/>
                </a:cubicBezTo>
                <a:cubicBezTo>
                  <a:pt x="12579" y="20183"/>
                  <a:pt x="12570" y="20149"/>
                  <a:pt x="12559" y="20129"/>
                </a:cubicBezTo>
                <a:cubicBezTo>
                  <a:pt x="12548" y="20103"/>
                  <a:pt x="12536" y="20090"/>
                  <a:pt x="12525" y="20070"/>
                </a:cubicBezTo>
                <a:cubicBezTo>
                  <a:pt x="12521" y="20063"/>
                  <a:pt x="12518" y="20056"/>
                  <a:pt x="12512" y="20056"/>
                </a:cubicBezTo>
                <a:cubicBezTo>
                  <a:pt x="12500" y="20043"/>
                  <a:pt x="12487" y="20036"/>
                  <a:pt x="12475" y="20036"/>
                </a:cubicBezTo>
                <a:cubicBezTo>
                  <a:pt x="12466" y="20036"/>
                  <a:pt x="12457" y="20043"/>
                  <a:pt x="12449" y="20043"/>
                </a:cubicBezTo>
                <a:cubicBezTo>
                  <a:pt x="12440" y="20050"/>
                  <a:pt x="12431" y="20050"/>
                  <a:pt x="12424" y="20063"/>
                </a:cubicBezTo>
                <a:cubicBezTo>
                  <a:pt x="12408" y="20083"/>
                  <a:pt x="12392" y="20110"/>
                  <a:pt x="12379" y="20143"/>
                </a:cubicBezTo>
                <a:cubicBezTo>
                  <a:pt x="12370" y="20169"/>
                  <a:pt x="12360" y="20196"/>
                  <a:pt x="12351" y="20229"/>
                </a:cubicBezTo>
                <a:cubicBezTo>
                  <a:pt x="12342" y="20262"/>
                  <a:pt x="12334" y="20302"/>
                  <a:pt x="12327" y="20336"/>
                </a:cubicBezTo>
                <a:cubicBezTo>
                  <a:pt x="12324" y="20349"/>
                  <a:pt x="12322" y="20369"/>
                  <a:pt x="12318" y="20382"/>
                </a:cubicBezTo>
                <a:cubicBezTo>
                  <a:pt x="12313" y="20422"/>
                  <a:pt x="12307" y="20468"/>
                  <a:pt x="12304" y="20515"/>
                </a:cubicBezTo>
                <a:cubicBezTo>
                  <a:pt x="12300" y="20561"/>
                  <a:pt x="12298" y="20615"/>
                  <a:pt x="12297" y="20661"/>
                </a:cubicBezTo>
                <a:cubicBezTo>
                  <a:pt x="12298" y="20681"/>
                  <a:pt x="12298" y="20701"/>
                  <a:pt x="12298" y="20721"/>
                </a:cubicBezTo>
                <a:close/>
                <a:moveTo>
                  <a:pt x="3138" y="610"/>
                </a:moveTo>
                <a:cubicBezTo>
                  <a:pt x="3131" y="915"/>
                  <a:pt x="3104" y="1215"/>
                  <a:pt x="3045" y="1434"/>
                </a:cubicBezTo>
                <a:cubicBezTo>
                  <a:pt x="3016" y="1534"/>
                  <a:pt x="2982" y="1613"/>
                  <a:pt x="2944" y="1660"/>
                </a:cubicBezTo>
                <a:cubicBezTo>
                  <a:pt x="2906" y="1700"/>
                  <a:pt x="2868" y="1700"/>
                  <a:pt x="2831" y="1673"/>
                </a:cubicBezTo>
                <a:cubicBezTo>
                  <a:pt x="2770" y="1633"/>
                  <a:pt x="2705" y="1480"/>
                  <a:pt x="2680" y="1268"/>
                </a:cubicBezTo>
                <a:cubicBezTo>
                  <a:pt x="2662" y="1115"/>
                  <a:pt x="2653" y="949"/>
                  <a:pt x="2667" y="789"/>
                </a:cubicBezTo>
                <a:cubicBezTo>
                  <a:pt x="2680" y="663"/>
                  <a:pt x="2698" y="543"/>
                  <a:pt x="2726" y="457"/>
                </a:cubicBezTo>
                <a:cubicBezTo>
                  <a:pt x="2761" y="351"/>
                  <a:pt x="2798" y="284"/>
                  <a:pt x="2845" y="277"/>
                </a:cubicBezTo>
                <a:cubicBezTo>
                  <a:pt x="2877" y="271"/>
                  <a:pt x="2908" y="304"/>
                  <a:pt x="2935" y="370"/>
                </a:cubicBezTo>
                <a:cubicBezTo>
                  <a:pt x="2960" y="331"/>
                  <a:pt x="2985" y="297"/>
                  <a:pt x="3010" y="257"/>
                </a:cubicBezTo>
                <a:cubicBezTo>
                  <a:pt x="3039" y="211"/>
                  <a:pt x="3075" y="257"/>
                  <a:pt x="3099" y="324"/>
                </a:cubicBezTo>
                <a:cubicBezTo>
                  <a:pt x="3122" y="384"/>
                  <a:pt x="3142" y="497"/>
                  <a:pt x="3138" y="610"/>
                </a:cubicBezTo>
                <a:close/>
                <a:moveTo>
                  <a:pt x="3846" y="590"/>
                </a:moveTo>
                <a:cubicBezTo>
                  <a:pt x="3843" y="550"/>
                  <a:pt x="3837" y="503"/>
                  <a:pt x="3832" y="470"/>
                </a:cubicBezTo>
                <a:cubicBezTo>
                  <a:pt x="3827" y="430"/>
                  <a:pt x="3818" y="397"/>
                  <a:pt x="3811" y="364"/>
                </a:cubicBezTo>
                <a:cubicBezTo>
                  <a:pt x="3809" y="357"/>
                  <a:pt x="3809" y="357"/>
                  <a:pt x="3807" y="351"/>
                </a:cubicBezTo>
                <a:cubicBezTo>
                  <a:pt x="3800" y="324"/>
                  <a:pt x="3791" y="304"/>
                  <a:pt x="3784" y="284"/>
                </a:cubicBezTo>
                <a:cubicBezTo>
                  <a:pt x="3782" y="277"/>
                  <a:pt x="3780" y="277"/>
                  <a:pt x="3778" y="271"/>
                </a:cubicBezTo>
                <a:cubicBezTo>
                  <a:pt x="3769" y="251"/>
                  <a:pt x="3758" y="238"/>
                  <a:pt x="3749" y="224"/>
                </a:cubicBezTo>
                <a:cubicBezTo>
                  <a:pt x="3748" y="224"/>
                  <a:pt x="3746" y="218"/>
                  <a:pt x="3744" y="218"/>
                </a:cubicBezTo>
                <a:cubicBezTo>
                  <a:pt x="3733" y="211"/>
                  <a:pt x="3722" y="204"/>
                  <a:pt x="3712" y="204"/>
                </a:cubicBezTo>
                <a:cubicBezTo>
                  <a:pt x="3703" y="211"/>
                  <a:pt x="3694" y="211"/>
                  <a:pt x="3685" y="218"/>
                </a:cubicBezTo>
                <a:cubicBezTo>
                  <a:pt x="3672" y="231"/>
                  <a:pt x="3660" y="251"/>
                  <a:pt x="3651" y="284"/>
                </a:cubicBezTo>
                <a:cubicBezTo>
                  <a:pt x="3643" y="297"/>
                  <a:pt x="3636" y="324"/>
                  <a:pt x="3633" y="351"/>
                </a:cubicBezTo>
                <a:cubicBezTo>
                  <a:pt x="3624" y="384"/>
                  <a:pt x="3618" y="430"/>
                  <a:pt x="3615" y="477"/>
                </a:cubicBezTo>
                <a:cubicBezTo>
                  <a:pt x="3613" y="497"/>
                  <a:pt x="3613" y="523"/>
                  <a:pt x="3611" y="543"/>
                </a:cubicBezTo>
                <a:cubicBezTo>
                  <a:pt x="3593" y="596"/>
                  <a:pt x="3577" y="663"/>
                  <a:pt x="3562" y="729"/>
                </a:cubicBezTo>
                <a:cubicBezTo>
                  <a:pt x="3557" y="756"/>
                  <a:pt x="3553" y="776"/>
                  <a:pt x="3550" y="809"/>
                </a:cubicBezTo>
                <a:cubicBezTo>
                  <a:pt x="3543" y="862"/>
                  <a:pt x="3535" y="915"/>
                  <a:pt x="3534" y="975"/>
                </a:cubicBezTo>
                <a:cubicBezTo>
                  <a:pt x="3528" y="1042"/>
                  <a:pt x="3528" y="1108"/>
                  <a:pt x="3534" y="1175"/>
                </a:cubicBezTo>
                <a:cubicBezTo>
                  <a:pt x="3539" y="1234"/>
                  <a:pt x="3546" y="1294"/>
                  <a:pt x="3559" y="1341"/>
                </a:cubicBezTo>
                <a:cubicBezTo>
                  <a:pt x="3571" y="1387"/>
                  <a:pt x="3586" y="1421"/>
                  <a:pt x="3604" y="1434"/>
                </a:cubicBezTo>
                <a:cubicBezTo>
                  <a:pt x="3622" y="1454"/>
                  <a:pt x="3640" y="1454"/>
                  <a:pt x="3658" y="1434"/>
                </a:cubicBezTo>
                <a:cubicBezTo>
                  <a:pt x="3712" y="1407"/>
                  <a:pt x="3767" y="1341"/>
                  <a:pt x="3807" y="1195"/>
                </a:cubicBezTo>
                <a:cubicBezTo>
                  <a:pt x="3816" y="1161"/>
                  <a:pt x="3823" y="1128"/>
                  <a:pt x="3829" y="1088"/>
                </a:cubicBezTo>
                <a:cubicBezTo>
                  <a:pt x="3836" y="1055"/>
                  <a:pt x="3839" y="1009"/>
                  <a:pt x="3843" y="969"/>
                </a:cubicBezTo>
                <a:cubicBezTo>
                  <a:pt x="3848" y="915"/>
                  <a:pt x="3850" y="856"/>
                  <a:pt x="3852" y="796"/>
                </a:cubicBezTo>
                <a:cubicBezTo>
                  <a:pt x="3854" y="736"/>
                  <a:pt x="3850" y="676"/>
                  <a:pt x="3846" y="623"/>
                </a:cubicBezTo>
                <a:cubicBezTo>
                  <a:pt x="3848" y="616"/>
                  <a:pt x="3848" y="603"/>
                  <a:pt x="3846" y="590"/>
                </a:cubicBezTo>
                <a:close/>
                <a:moveTo>
                  <a:pt x="4523" y="351"/>
                </a:moveTo>
                <a:cubicBezTo>
                  <a:pt x="4496" y="277"/>
                  <a:pt x="4467" y="231"/>
                  <a:pt x="4436" y="191"/>
                </a:cubicBezTo>
                <a:cubicBezTo>
                  <a:pt x="4413" y="158"/>
                  <a:pt x="4379" y="184"/>
                  <a:pt x="4359" y="231"/>
                </a:cubicBezTo>
                <a:cubicBezTo>
                  <a:pt x="4341" y="271"/>
                  <a:pt x="4323" y="344"/>
                  <a:pt x="4316" y="424"/>
                </a:cubicBezTo>
                <a:cubicBezTo>
                  <a:pt x="4309" y="430"/>
                  <a:pt x="4301" y="430"/>
                  <a:pt x="4292" y="437"/>
                </a:cubicBezTo>
                <a:cubicBezTo>
                  <a:pt x="4276" y="457"/>
                  <a:pt x="4260" y="483"/>
                  <a:pt x="4247" y="530"/>
                </a:cubicBezTo>
                <a:cubicBezTo>
                  <a:pt x="4224" y="603"/>
                  <a:pt x="4206" y="729"/>
                  <a:pt x="4201" y="836"/>
                </a:cubicBezTo>
                <a:cubicBezTo>
                  <a:pt x="4195" y="942"/>
                  <a:pt x="4195" y="1002"/>
                  <a:pt x="4201" y="1108"/>
                </a:cubicBezTo>
                <a:cubicBezTo>
                  <a:pt x="4202" y="1168"/>
                  <a:pt x="4210" y="1228"/>
                  <a:pt x="4217" y="1281"/>
                </a:cubicBezTo>
                <a:cubicBezTo>
                  <a:pt x="4231" y="1394"/>
                  <a:pt x="4258" y="1487"/>
                  <a:pt x="4287" y="1553"/>
                </a:cubicBezTo>
                <a:cubicBezTo>
                  <a:pt x="4319" y="1627"/>
                  <a:pt x="4354" y="1653"/>
                  <a:pt x="4389" y="1666"/>
                </a:cubicBezTo>
                <a:cubicBezTo>
                  <a:pt x="4418" y="1680"/>
                  <a:pt x="4447" y="1666"/>
                  <a:pt x="4476" y="1647"/>
                </a:cubicBezTo>
                <a:cubicBezTo>
                  <a:pt x="4510" y="1620"/>
                  <a:pt x="4544" y="1553"/>
                  <a:pt x="4569" y="1460"/>
                </a:cubicBezTo>
                <a:cubicBezTo>
                  <a:pt x="4580" y="1421"/>
                  <a:pt x="4593" y="1367"/>
                  <a:pt x="4600" y="1314"/>
                </a:cubicBezTo>
                <a:cubicBezTo>
                  <a:pt x="4612" y="1215"/>
                  <a:pt x="4616" y="1148"/>
                  <a:pt x="4620" y="1042"/>
                </a:cubicBezTo>
                <a:cubicBezTo>
                  <a:pt x="4623" y="909"/>
                  <a:pt x="4612" y="776"/>
                  <a:pt x="4598" y="656"/>
                </a:cubicBezTo>
                <a:cubicBezTo>
                  <a:pt x="4580" y="530"/>
                  <a:pt x="4551" y="430"/>
                  <a:pt x="4523" y="351"/>
                </a:cubicBezTo>
                <a:close/>
                <a:moveTo>
                  <a:pt x="5139" y="430"/>
                </a:moveTo>
                <a:cubicBezTo>
                  <a:pt x="5125" y="417"/>
                  <a:pt x="5112" y="410"/>
                  <a:pt x="5098" y="410"/>
                </a:cubicBezTo>
                <a:cubicBezTo>
                  <a:pt x="5083" y="410"/>
                  <a:pt x="5069" y="417"/>
                  <a:pt x="5055" y="430"/>
                </a:cubicBezTo>
                <a:cubicBezTo>
                  <a:pt x="5049" y="437"/>
                  <a:pt x="5044" y="437"/>
                  <a:pt x="5038" y="450"/>
                </a:cubicBezTo>
                <a:cubicBezTo>
                  <a:pt x="5026" y="470"/>
                  <a:pt x="5012" y="483"/>
                  <a:pt x="5001" y="517"/>
                </a:cubicBezTo>
                <a:cubicBezTo>
                  <a:pt x="4979" y="577"/>
                  <a:pt x="4958" y="643"/>
                  <a:pt x="4947" y="736"/>
                </a:cubicBezTo>
                <a:cubicBezTo>
                  <a:pt x="4934" y="829"/>
                  <a:pt x="4932" y="862"/>
                  <a:pt x="4929" y="969"/>
                </a:cubicBezTo>
                <a:cubicBezTo>
                  <a:pt x="4927" y="1022"/>
                  <a:pt x="4931" y="1075"/>
                  <a:pt x="4932" y="1122"/>
                </a:cubicBezTo>
                <a:cubicBezTo>
                  <a:pt x="4934" y="1168"/>
                  <a:pt x="4941" y="1215"/>
                  <a:pt x="4947" y="1261"/>
                </a:cubicBezTo>
                <a:cubicBezTo>
                  <a:pt x="4952" y="1308"/>
                  <a:pt x="4961" y="1347"/>
                  <a:pt x="4970" y="1381"/>
                </a:cubicBezTo>
                <a:cubicBezTo>
                  <a:pt x="4986" y="1454"/>
                  <a:pt x="5012" y="1507"/>
                  <a:pt x="5037" y="1534"/>
                </a:cubicBezTo>
                <a:cubicBezTo>
                  <a:pt x="5049" y="1547"/>
                  <a:pt x="5064" y="1554"/>
                  <a:pt x="5076" y="1554"/>
                </a:cubicBezTo>
                <a:cubicBezTo>
                  <a:pt x="5101" y="1547"/>
                  <a:pt x="5116" y="1534"/>
                  <a:pt x="5137" y="1487"/>
                </a:cubicBezTo>
                <a:cubicBezTo>
                  <a:pt x="5159" y="1447"/>
                  <a:pt x="5179" y="1367"/>
                  <a:pt x="5190" y="1294"/>
                </a:cubicBezTo>
                <a:cubicBezTo>
                  <a:pt x="5202" y="1208"/>
                  <a:pt x="5211" y="1108"/>
                  <a:pt x="5209" y="1009"/>
                </a:cubicBezTo>
                <a:cubicBezTo>
                  <a:pt x="5209" y="982"/>
                  <a:pt x="5208" y="955"/>
                  <a:pt x="5208" y="935"/>
                </a:cubicBezTo>
                <a:cubicBezTo>
                  <a:pt x="5209" y="922"/>
                  <a:pt x="5211" y="915"/>
                  <a:pt x="5211" y="902"/>
                </a:cubicBezTo>
                <a:cubicBezTo>
                  <a:pt x="5213" y="869"/>
                  <a:pt x="5213" y="836"/>
                  <a:pt x="5215" y="802"/>
                </a:cubicBezTo>
                <a:cubicBezTo>
                  <a:pt x="5215" y="736"/>
                  <a:pt x="5209" y="670"/>
                  <a:pt x="5200" y="616"/>
                </a:cubicBezTo>
                <a:cubicBezTo>
                  <a:pt x="5186" y="523"/>
                  <a:pt x="5164" y="457"/>
                  <a:pt x="5139" y="430"/>
                </a:cubicBezTo>
                <a:close/>
                <a:moveTo>
                  <a:pt x="5857" y="816"/>
                </a:moveTo>
                <a:cubicBezTo>
                  <a:pt x="5853" y="769"/>
                  <a:pt x="5848" y="723"/>
                  <a:pt x="5840" y="683"/>
                </a:cubicBezTo>
                <a:cubicBezTo>
                  <a:pt x="5831" y="616"/>
                  <a:pt x="5819" y="563"/>
                  <a:pt x="5808" y="510"/>
                </a:cubicBezTo>
                <a:cubicBezTo>
                  <a:pt x="5801" y="477"/>
                  <a:pt x="5794" y="444"/>
                  <a:pt x="5785" y="417"/>
                </a:cubicBezTo>
                <a:cubicBezTo>
                  <a:pt x="5767" y="351"/>
                  <a:pt x="5740" y="311"/>
                  <a:pt x="5713" y="311"/>
                </a:cubicBezTo>
                <a:cubicBezTo>
                  <a:pt x="5702" y="311"/>
                  <a:pt x="5693" y="317"/>
                  <a:pt x="5684" y="331"/>
                </a:cubicBezTo>
                <a:cubicBezTo>
                  <a:pt x="5682" y="331"/>
                  <a:pt x="5680" y="331"/>
                  <a:pt x="5677" y="331"/>
                </a:cubicBezTo>
                <a:cubicBezTo>
                  <a:pt x="5659" y="331"/>
                  <a:pt x="5641" y="351"/>
                  <a:pt x="5626" y="384"/>
                </a:cubicBezTo>
                <a:cubicBezTo>
                  <a:pt x="5612" y="404"/>
                  <a:pt x="5601" y="444"/>
                  <a:pt x="5589" y="477"/>
                </a:cubicBezTo>
                <a:cubicBezTo>
                  <a:pt x="5583" y="497"/>
                  <a:pt x="5578" y="510"/>
                  <a:pt x="5574" y="530"/>
                </a:cubicBezTo>
                <a:cubicBezTo>
                  <a:pt x="5565" y="577"/>
                  <a:pt x="5555" y="616"/>
                  <a:pt x="5549" y="670"/>
                </a:cubicBezTo>
                <a:cubicBezTo>
                  <a:pt x="5542" y="716"/>
                  <a:pt x="5537" y="776"/>
                  <a:pt x="5533" y="829"/>
                </a:cubicBezTo>
                <a:cubicBezTo>
                  <a:pt x="5531" y="856"/>
                  <a:pt x="5531" y="882"/>
                  <a:pt x="5529" y="915"/>
                </a:cubicBezTo>
                <a:cubicBezTo>
                  <a:pt x="5528" y="942"/>
                  <a:pt x="5528" y="975"/>
                  <a:pt x="5528" y="1002"/>
                </a:cubicBezTo>
                <a:cubicBezTo>
                  <a:pt x="5528" y="1015"/>
                  <a:pt x="5528" y="1028"/>
                  <a:pt x="5528" y="1042"/>
                </a:cubicBezTo>
                <a:cubicBezTo>
                  <a:pt x="5529" y="1088"/>
                  <a:pt x="5529" y="1128"/>
                  <a:pt x="5533" y="1175"/>
                </a:cubicBezTo>
                <a:cubicBezTo>
                  <a:pt x="5533" y="1188"/>
                  <a:pt x="5535" y="1201"/>
                  <a:pt x="5537" y="1208"/>
                </a:cubicBezTo>
                <a:cubicBezTo>
                  <a:pt x="5540" y="1248"/>
                  <a:pt x="5546" y="1288"/>
                  <a:pt x="5551" y="1328"/>
                </a:cubicBezTo>
                <a:cubicBezTo>
                  <a:pt x="5556" y="1361"/>
                  <a:pt x="5563" y="1394"/>
                  <a:pt x="5571" y="1427"/>
                </a:cubicBezTo>
                <a:cubicBezTo>
                  <a:pt x="5572" y="1434"/>
                  <a:pt x="5574" y="1447"/>
                  <a:pt x="5578" y="1454"/>
                </a:cubicBezTo>
                <a:cubicBezTo>
                  <a:pt x="5599" y="1527"/>
                  <a:pt x="5625" y="1587"/>
                  <a:pt x="5653" y="1607"/>
                </a:cubicBezTo>
                <a:cubicBezTo>
                  <a:pt x="5684" y="1633"/>
                  <a:pt x="5711" y="1633"/>
                  <a:pt x="5741" y="1607"/>
                </a:cubicBezTo>
                <a:cubicBezTo>
                  <a:pt x="5756" y="1593"/>
                  <a:pt x="5768" y="1573"/>
                  <a:pt x="5781" y="1547"/>
                </a:cubicBezTo>
                <a:cubicBezTo>
                  <a:pt x="5794" y="1527"/>
                  <a:pt x="5804" y="1487"/>
                  <a:pt x="5815" y="1454"/>
                </a:cubicBezTo>
                <a:cubicBezTo>
                  <a:pt x="5826" y="1421"/>
                  <a:pt x="5835" y="1374"/>
                  <a:pt x="5842" y="1334"/>
                </a:cubicBezTo>
                <a:cubicBezTo>
                  <a:pt x="5844" y="1328"/>
                  <a:pt x="5846" y="1314"/>
                  <a:pt x="5846" y="1308"/>
                </a:cubicBezTo>
                <a:cubicBezTo>
                  <a:pt x="5851" y="1268"/>
                  <a:pt x="5857" y="1228"/>
                  <a:pt x="5858" y="1181"/>
                </a:cubicBezTo>
                <a:cubicBezTo>
                  <a:pt x="5866" y="1075"/>
                  <a:pt x="5864" y="995"/>
                  <a:pt x="5858" y="889"/>
                </a:cubicBezTo>
                <a:cubicBezTo>
                  <a:pt x="5858" y="849"/>
                  <a:pt x="5858" y="829"/>
                  <a:pt x="5857" y="816"/>
                </a:cubicBezTo>
                <a:close/>
                <a:moveTo>
                  <a:pt x="6491" y="477"/>
                </a:moveTo>
                <a:cubicBezTo>
                  <a:pt x="6497" y="410"/>
                  <a:pt x="6498" y="344"/>
                  <a:pt x="6493" y="271"/>
                </a:cubicBezTo>
                <a:cubicBezTo>
                  <a:pt x="6486" y="184"/>
                  <a:pt x="6468" y="91"/>
                  <a:pt x="6446" y="51"/>
                </a:cubicBezTo>
                <a:cubicBezTo>
                  <a:pt x="6423" y="5"/>
                  <a:pt x="6394" y="-15"/>
                  <a:pt x="6369" y="12"/>
                </a:cubicBezTo>
                <a:cubicBezTo>
                  <a:pt x="6346" y="38"/>
                  <a:pt x="6320" y="98"/>
                  <a:pt x="6310" y="184"/>
                </a:cubicBezTo>
                <a:cubicBezTo>
                  <a:pt x="6286" y="351"/>
                  <a:pt x="6263" y="517"/>
                  <a:pt x="6241" y="683"/>
                </a:cubicBezTo>
                <a:cubicBezTo>
                  <a:pt x="6227" y="789"/>
                  <a:pt x="6211" y="896"/>
                  <a:pt x="6200" y="1002"/>
                </a:cubicBezTo>
                <a:cubicBezTo>
                  <a:pt x="6180" y="1195"/>
                  <a:pt x="6202" y="1441"/>
                  <a:pt x="6254" y="1540"/>
                </a:cubicBezTo>
                <a:cubicBezTo>
                  <a:pt x="6292" y="1613"/>
                  <a:pt x="6333" y="1613"/>
                  <a:pt x="6374" y="1580"/>
                </a:cubicBezTo>
                <a:cubicBezTo>
                  <a:pt x="6400" y="1560"/>
                  <a:pt x="6425" y="1520"/>
                  <a:pt x="6444" y="1474"/>
                </a:cubicBezTo>
                <a:cubicBezTo>
                  <a:pt x="6498" y="1347"/>
                  <a:pt x="6538" y="1128"/>
                  <a:pt x="6536" y="882"/>
                </a:cubicBezTo>
                <a:cubicBezTo>
                  <a:pt x="6534" y="763"/>
                  <a:pt x="6527" y="636"/>
                  <a:pt x="6509" y="543"/>
                </a:cubicBezTo>
                <a:cubicBezTo>
                  <a:pt x="6500" y="523"/>
                  <a:pt x="6497" y="503"/>
                  <a:pt x="6491" y="477"/>
                </a:cubicBezTo>
                <a:close/>
                <a:moveTo>
                  <a:pt x="7115" y="816"/>
                </a:moveTo>
                <a:cubicBezTo>
                  <a:pt x="7106" y="763"/>
                  <a:pt x="7097" y="716"/>
                  <a:pt x="7086" y="670"/>
                </a:cubicBezTo>
                <a:cubicBezTo>
                  <a:pt x="7081" y="650"/>
                  <a:pt x="7076" y="623"/>
                  <a:pt x="7070" y="610"/>
                </a:cubicBezTo>
                <a:cubicBezTo>
                  <a:pt x="7067" y="596"/>
                  <a:pt x="7063" y="590"/>
                  <a:pt x="7061" y="583"/>
                </a:cubicBezTo>
                <a:cubicBezTo>
                  <a:pt x="7059" y="537"/>
                  <a:pt x="7056" y="497"/>
                  <a:pt x="7050" y="457"/>
                </a:cubicBezTo>
                <a:cubicBezTo>
                  <a:pt x="7045" y="430"/>
                  <a:pt x="7040" y="404"/>
                  <a:pt x="7034" y="384"/>
                </a:cubicBezTo>
                <a:cubicBezTo>
                  <a:pt x="7022" y="337"/>
                  <a:pt x="7007" y="304"/>
                  <a:pt x="6989" y="291"/>
                </a:cubicBezTo>
                <a:cubicBezTo>
                  <a:pt x="6980" y="284"/>
                  <a:pt x="6971" y="284"/>
                  <a:pt x="6962" y="277"/>
                </a:cubicBezTo>
                <a:cubicBezTo>
                  <a:pt x="6944" y="277"/>
                  <a:pt x="6926" y="297"/>
                  <a:pt x="6912" y="331"/>
                </a:cubicBezTo>
                <a:cubicBezTo>
                  <a:pt x="6908" y="337"/>
                  <a:pt x="6905" y="344"/>
                  <a:pt x="6903" y="351"/>
                </a:cubicBezTo>
                <a:cubicBezTo>
                  <a:pt x="6894" y="370"/>
                  <a:pt x="6883" y="404"/>
                  <a:pt x="6876" y="430"/>
                </a:cubicBezTo>
                <a:cubicBezTo>
                  <a:pt x="6869" y="464"/>
                  <a:pt x="6862" y="497"/>
                  <a:pt x="6854" y="530"/>
                </a:cubicBezTo>
                <a:cubicBezTo>
                  <a:pt x="6853" y="543"/>
                  <a:pt x="6851" y="557"/>
                  <a:pt x="6849" y="570"/>
                </a:cubicBezTo>
                <a:cubicBezTo>
                  <a:pt x="6842" y="623"/>
                  <a:pt x="6835" y="676"/>
                  <a:pt x="6833" y="729"/>
                </a:cubicBezTo>
                <a:cubicBezTo>
                  <a:pt x="6831" y="769"/>
                  <a:pt x="6829" y="822"/>
                  <a:pt x="6829" y="862"/>
                </a:cubicBezTo>
                <a:cubicBezTo>
                  <a:pt x="6829" y="869"/>
                  <a:pt x="6829" y="876"/>
                  <a:pt x="6829" y="882"/>
                </a:cubicBezTo>
                <a:cubicBezTo>
                  <a:pt x="6831" y="922"/>
                  <a:pt x="6831" y="962"/>
                  <a:pt x="6833" y="995"/>
                </a:cubicBezTo>
                <a:cubicBezTo>
                  <a:pt x="6836" y="1048"/>
                  <a:pt x="6842" y="1108"/>
                  <a:pt x="6849" y="1155"/>
                </a:cubicBezTo>
                <a:cubicBezTo>
                  <a:pt x="6854" y="1195"/>
                  <a:pt x="6863" y="1228"/>
                  <a:pt x="6871" y="1261"/>
                </a:cubicBezTo>
                <a:cubicBezTo>
                  <a:pt x="6878" y="1294"/>
                  <a:pt x="6890" y="1321"/>
                  <a:pt x="6898" y="1341"/>
                </a:cubicBezTo>
                <a:cubicBezTo>
                  <a:pt x="6910" y="1374"/>
                  <a:pt x="6924" y="1394"/>
                  <a:pt x="6939" y="1414"/>
                </a:cubicBezTo>
                <a:cubicBezTo>
                  <a:pt x="6942" y="1421"/>
                  <a:pt x="6946" y="1421"/>
                  <a:pt x="6950" y="1421"/>
                </a:cubicBezTo>
                <a:cubicBezTo>
                  <a:pt x="6962" y="1427"/>
                  <a:pt x="6975" y="1434"/>
                  <a:pt x="6986" y="1441"/>
                </a:cubicBezTo>
                <a:cubicBezTo>
                  <a:pt x="6998" y="1441"/>
                  <a:pt x="7011" y="1434"/>
                  <a:pt x="7023" y="1427"/>
                </a:cubicBezTo>
                <a:cubicBezTo>
                  <a:pt x="7027" y="1427"/>
                  <a:pt x="7032" y="1421"/>
                  <a:pt x="7036" y="1414"/>
                </a:cubicBezTo>
                <a:cubicBezTo>
                  <a:pt x="7061" y="1381"/>
                  <a:pt x="7079" y="1347"/>
                  <a:pt x="7099" y="1274"/>
                </a:cubicBezTo>
                <a:cubicBezTo>
                  <a:pt x="7104" y="1248"/>
                  <a:pt x="7110" y="1221"/>
                  <a:pt x="7115" y="1201"/>
                </a:cubicBezTo>
                <a:cubicBezTo>
                  <a:pt x="7122" y="1161"/>
                  <a:pt x="7126" y="1115"/>
                  <a:pt x="7128" y="1062"/>
                </a:cubicBezTo>
                <a:cubicBezTo>
                  <a:pt x="7129" y="1028"/>
                  <a:pt x="7129" y="995"/>
                  <a:pt x="7128" y="962"/>
                </a:cubicBezTo>
                <a:cubicBezTo>
                  <a:pt x="7126" y="902"/>
                  <a:pt x="7122" y="856"/>
                  <a:pt x="7115" y="816"/>
                </a:cubicBezTo>
                <a:close/>
                <a:moveTo>
                  <a:pt x="7703" y="457"/>
                </a:moveTo>
                <a:cubicBezTo>
                  <a:pt x="7699" y="450"/>
                  <a:pt x="7694" y="444"/>
                  <a:pt x="7690" y="430"/>
                </a:cubicBezTo>
                <a:cubicBezTo>
                  <a:pt x="7687" y="404"/>
                  <a:pt x="7681" y="377"/>
                  <a:pt x="7676" y="357"/>
                </a:cubicBezTo>
                <a:cubicBezTo>
                  <a:pt x="7658" y="297"/>
                  <a:pt x="7631" y="238"/>
                  <a:pt x="7604" y="251"/>
                </a:cubicBezTo>
                <a:cubicBezTo>
                  <a:pt x="7584" y="257"/>
                  <a:pt x="7566" y="271"/>
                  <a:pt x="7547" y="277"/>
                </a:cubicBezTo>
                <a:cubicBezTo>
                  <a:pt x="7532" y="277"/>
                  <a:pt x="7520" y="284"/>
                  <a:pt x="7507" y="311"/>
                </a:cubicBezTo>
                <a:cubicBezTo>
                  <a:pt x="7494" y="324"/>
                  <a:pt x="7484" y="351"/>
                  <a:pt x="7475" y="390"/>
                </a:cubicBezTo>
                <a:cubicBezTo>
                  <a:pt x="7457" y="457"/>
                  <a:pt x="7444" y="563"/>
                  <a:pt x="7446" y="656"/>
                </a:cubicBezTo>
                <a:cubicBezTo>
                  <a:pt x="7446" y="663"/>
                  <a:pt x="7446" y="663"/>
                  <a:pt x="7446" y="670"/>
                </a:cubicBezTo>
                <a:cubicBezTo>
                  <a:pt x="7442" y="696"/>
                  <a:pt x="7441" y="723"/>
                  <a:pt x="7439" y="743"/>
                </a:cubicBezTo>
                <a:cubicBezTo>
                  <a:pt x="7435" y="789"/>
                  <a:pt x="7433" y="842"/>
                  <a:pt x="7433" y="896"/>
                </a:cubicBezTo>
                <a:cubicBezTo>
                  <a:pt x="7433" y="942"/>
                  <a:pt x="7435" y="1002"/>
                  <a:pt x="7441" y="1048"/>
                </a:cubicBezTo>
                <a:cubicBezTo>
                  <a:pt x="7449" y="1141"/>
                  <a:pt x="7464" y="1234"/>
                  <a:pt x="7484" y="1301"/>
                </a:cubicBezTo>
                <a:cubicBezTo>
                  <a:pt x="7503" y="1367"/>
                  <a:pt x="7521" y="1407"/>
                  <a:pt x="7545" y="1441"/>
                </a:cubicBezTo>
                <a:cubicBezTo>
                  <a:pt x="7581" y="1494"/>
                  <a:pt x="7618" y="1527"/>
                  <a:pt x="7656" y="1527"/>
                </a:cubicBezTo>
                <a:cubicBezTo>
                  <a:pt x="7710" y="1527"/>
                  <a:pt x="7762" y="1460"/>
                  <a:pt x="7802" y="1321"/>
                </a:cubicBezTo>
                <a:cubicBezTo>
                  <a:pt x="7807" y="1294"/>
                  <a:pt x="7813" y="1268"/>
                  <a:pt x="7818" y="1248"/>
                </a:cubicBezTo>
                <a:cubicBezTo>
                  <a:pt x="7825" y="1208"/>
                  <a:pt x="7829" y="1161"/>
                  <a:pt x="7831" y="1108"/>
                </a:cubicBezTo>
                <a:cubicBezTo>
                  <a:pt x="7834" y="1028"/>
                  <a:pt x="7831" y="935"/>
                  <a:pt x="7818" y="869"/>
                </a:cubicBezTo>
                <a:cubicBezTo>
                  <a:pt x="7787" y="696"/>
                  <a:pt x="7750" y="557"/>
                  <a:pt x="7703" y="457"/>
                </a:cubicBezTo>
                <a:close/>
                <a:moveTo>
                  <a:pt x="8485" y="577"/>
                </a:moveTo>
                <a:cubicBezTo>
                  <a:pt x="8478" y="530"/>
                  <a:pt x="8469" y="483"/>
                  <a:pt x="8460" y="444"/>
                </a:cubicBezTo>
                <a:cubicBezTo>
                  <a:pt x="8451" y="404"/>
                  <a:pt x="8438" y="370"/>
                  <a:pt x="8426" y="344"/>
                </a:cubicBezTo>
                <a:cubicBezTo>
                  <a:pt x="8413" y="317"/>
                  <a:pt x="8399" y="291"/>
                  <a:pt x="8386" y="284"/>
                </a:cubicBezTo>
                <a:cubicBezTo>
                  <a:pt x="8374" y="271"/>
                  <a:pt x="8359" y="264"/>
                  <a:pt x="8347" y="277"/>
                </a:cubicBezTo>
                <a:cubicBezTo>
                  <a:pt x="8334" y="277"/>
                  <a:pt x="8321" y="297"/>
                  <a:pt x="8309" y="324"/>
                </a:cubicBezTo>
                <a:cubicBezTo>
                  <a:pt x="8302" y="337"/>
                  <a:pt x="8296" y="357"/>
                  <a:pt x="8291" y="377"/>
                </a:cubicBezTo>
                <a:cubicBezTo>
                  <a:pt x="8285" y="384"/>
                  <a:pt x="8280" y="390"/>
                  <a:pt x="8275" y="404"/>
                </a:cubicBezTo>
                <a:cubicBezTo>
                  <a:pt x="8264" y="424"/>
                  <a:pt x="8253" y="457"/>
                  <a:pt x="8244" y="490"/>
                </a:cubicBezTo>
                <a:cubicBezTo>
                  <a:pt x="8235" y="523"/>
                  <a:pt x="8226" y="563"/>
                  <a:pt x="8221" y="610"/>
                </a:cubicBezTo>
                <a:cubicBezTo>
                  <a:pt x="8215" y="650"/>
                  <a:pt x="8208" y="696"/>
                  <a:pt x="8206" y="743"/>
                </a:cubicBezTo>
                <a:cubicBezTo>
                  <a:pt x="8205" y="789"/>
                  <a:pt x="8201" y="842"/>
                  <a:pt x="8201" y="896"/>
                </a:cubicBezTo>
                <a:cubicBezTo>
                  <a:pt x="8203" y="995"/>
                  <a:pt x="8208" y="1088"/>
                  <a:pt x="8223" y="1175"/>
                </a:cubicBezTo>
                <a:cubicBezTo>
                  <a:pt x="8230" y="1215"/>
                  <a:pt x="8237" y="1254"/>
                  <a:pt x="8246" y="1288"/>
                </a:cubicBezTo>
                <a:cubicBezTo>
                  <a:pt x="8268" y="1354"/>
                  <a:pt x="8277" y="1374"/>
                  <a:pt x="8302" y="1407"/>
                </a:cubicBezTo>
                <a:cubicBezTo>
                  <a:pt x="8314" y="1427"/>
                  <a:pt x="8329" y="1427"/>
                  <a:pt x="8341" y="1434"/>
                </a:cubicBezTo>
                <a:cubicBezTo>
                  <a:pt x="8356" y="1441"/>
                  <a:pt x="8370" y="1427"/>
                  <a:pt x="8383" y="1421"/>
                </a:cubicBezTo>
                <a:cubicBezTo>
                  <a:pt x="8388" y="1421"/>
                  <a:pt x="8392" y="1414"/>
                  <a:pt x="8395" y="1407"/>
                </a:cubicBezTo>
                <a:cubicBezTo>
                  <a:pt x="8408" y="1387"/>
                  <a:pt x="8422" y="1374"/>
                  <a:pt x="8433" y="1341"/>
                </a:cubicBezTo>
                <a:cubicBezTo>
                  <a:pt x="8444" y="1314"/>
                  <a:pt x="8454" y="1281"/>
                  <a:pt x="8463" y="1248"/>
                </a:cubicBezTo>
                <a:cubicBezTo>
                  <a:pt x="8471" y="1221"/>
                  <a:pt x="8478" y="1188"/>
                  <a:pt x="8483" y="1155"/>
                </a:cubicBezTo>
                <a:cubicBezTo>
                  <a:pt x="8489" y="1121"/>
                  <a:pt x="8494" y="1068"/>
                  <a:pt x="8498" y="1042"/>
                </a:cubicBezTo>
                <a:cubicBezTo>
                  <a:pt x="8503" y="995"/>
                  <a:pt x="8503" y="935"/>
                  <a:pt x="8505" y="889"/>
                </a:cubicBezTo>
                <a:cubicBezTo>
                  <a:pt x="8507" y="836"/>
                  <a:pt x="8503" y="783"/>
                  <a:pt x="8501" y="736"/>
                </a:cubicBezTo>
                <a:cubicBezTo>
                  <a:pt x="8499" y="676"/>
                  <a:pt x="8492" y="623"/>
                  <a:pt x="8485" y="577"/>
                </a:cubicBezTo>
                <a:close/>
                <a:moveTo>
                  <a:pt x="9055" y="490"/>
                </a:moveTo>
                <a:cubicBezTo>
                  <a:pt x="9046" y="457"/>
                  <a:pt x="9037" y="430"/>
                  <a:pt x="9026" y="410"/>
                </a:cubicBezTo>
                <a:cubicBezTo>
                  <a:pt x="9021" y="397"/>
                  <a:pt x="9014" y="390"/>
                  <a:pt x="9008" y="384"/>
                </a:cubicBezTo>
                <a:cubicBezTo>
                  <a:pt x="9003" y="377"/>
                  <a:pt x="8996" y="364"/>
                  <a:pt x="8990" y="357"/>
                </a:cubicBezTo>
                <a:cubicBezTo>
                  <a:pt x="8965" y="331"/>
                  <a:pt x="8936" y="344"/>
                  <a:pt x="8913" y="397"/>
                </a:cubicBezTo>
                <a:cubicBezTo>
                  <a:pt x="8906" y="410"/>
                  <a:pt x="8900" y="430"/>
                  <a:pt x="8895" y="444"/>
                </a:cubicBezTo>
                <a:cubicBezTo>
                  <a:pt x="8891" y="444"/>
                  <a:pt x="8888" y="444"/>
                  <a:pt x="8886" y="450"/>
                </a:cubicBezTo>
                <a:cubicBezTo>
                  <a:pt x="8879" y="464"/>
                  <a:pt x="8870" y="477"/>
                  <a:pt x="8863" y="490"/>
                </a:cubicBezTo>
                <a:cubicBezTo>
                  <a:pt x="8848" y="523"/>
                  <a:pt x="8836" y="570"/>
                  <a:pt x="8827" y="623"/>
                </a:cubicBezTo>
                <a:cubicBezTo>
                  <a:pt x="8807" y="723"/>
                  <a:pt x="8785" y="822"/>
                  <a:pt x="8766" y="922"/>
                </a:cubicBezTo>
                <a:cubicBezTo>
                  <a:pt x="8758" y="962"/>
                  <a:pt x="8755" y="1009"/>
                  <a:pt x="8753" y="1062"/>
                </a:cubicBezTo>
                <a:cubicBezTo>
                  <a:pt x="8749" y="1108"/>
                  <a:pt x="8751" y="1161"/>
                  <a:pt x="8755" y="1208"/>
                </a:cubicBezTo>
                <a:cubicBezTo>
                  <a:pt x="8762" y="1301"/>
                  <a:pt x="8778" y="1381"/>
                  <a:pt x="8802" y="1427"/>
                </a:cubicBezTo>
                <a:cubicBezTo>
                  <a:pt x="8836" y="1500"/>
                  <a:pt x="8873" y="1540"/>
                  <a:pt x="8913" y="1547"/>
                </a:cubicBezTo>
                <a:cubicBezTo>
                  <a:pt x="8933" y="1553"/>
                  <a:pt x="8953" y="1540"/>
                  <a:pt x="8971" y="1527"/>
                </a:cubicBezTo>
                <a:cubicBezTo>
                  <a:pt x="8976" y="1520"/>
                  <a:pt x="8981" y="1520"/>
                  <a:pt x="8985" y="1507"/>
                </a:cubicBezTo>
                <a:cubicBezTo>
                  <a:pt x="8997" y="1487"/>
                  <a:pt x="9010" y="1474"/>
                  <a:pt x="9023" y="1447"/>
                </a:cubicBezTo>
                <a:cubicBezTo>
                  <a:pt x="9046" y="1394"/>
                  <a:pt x="9060" y="1341"/>
                  <a:pt x="9077" y="1254"/>
                </a:cubicBezTo>
                <a:cubicBezTo>
                  <a:pt x="9086" y="1208"/>
                  <a:pt x="9093" y="1148"/>
                  <a:pt x="9096" y="1088"/>
                </a:cubicBezTo>
                <a:cubicBezTo>
                  <a:pt x="9100" y="1042"/>
                  <a:pt x="9100" y="1002"/>
                  <a:pt x="9102" y="955"/>
                </a:cubicBezTo>
                <a:cubicBezTo>
                  <a:pt x="9102" y="942"/>
                  <a:pt x="9102" y="922"/>
                  <a:pt x="9102" y="909"/>
                </a:cubicBezTo>
                <a:cubicBezTo>
                  <a:pt x="9102" y="849"/>
                  <a:pt x="9100" y="783"/>
                  <a:pt x="9095" y="729"/>
                </a:cubicBezTo>
                <a:cubicBezTo>
                  <a:pt x="9084" y="636"/>
                  <a:pt x="9073" y="563"/>
                  <a:pt x="9055" y="490"/>
                </a:cubicBezTo>
                <a:close/>
                <a:moveTo>
                  <a:pt x="9627" y="650"/>
                </a:moveTo>
                <a:cubicBezTo>
                  <a:pt x="9620" y="610"/>
                  <a:pt x="9611" y="577"/>
                  <a:pt x="9598" y="557"/>
                </a:cubicBezTo>
                <a:cubicBezTo>
                  <a:pt x="9589" y="543"/>
                  <a:pt x="9582" y="530"/>
                  <a:pt x="9571" y="517"/>
                </a:cubicBezTo>
                <a:cubicBezTo>
                  <a:pt x="9567" y="490"/>
                  <a:pt x="9562" y="470"/>
                  <a:pt x="9557" y="450"/>
                </a:cubicBezTo>
                <a:cubicBezTo>
                  <a:pt x="9537" y="384"/>
                  <a:pt x="9512" y="337"/>
                  <a:pt x="9485" y="344"/>
                </a:cubicBezTo>
                <a:cubicBezTo>
                  <a:pt x="9460" y="351"/>
                  <a:pt x="9431" y="377"/>
                  <a:pt x="9413" y="450"/>
                </a:cubicBezTo>
                <a:cubicBezTo>
                  <a:pt x="9395" y="523"/>
                  <a:pt x="9379" y="590"/>
                  <a:pt x="9361" y="663"/>
                </a:cubicBezTo>
                <a:cubicBezTo>
                  <a:pt x="9352" y="696"/>
                  <a:pt x="9344" y="736"/>
                  <a:pt x="9339" y="783"/>
                </a:cubicBezTo>
                <a:cubicBezTo>
                  <a:pt x="9332" y="829"/>
                  <a:pt x="9330" y="876"/>
                  <a:pt x="9330" y="929"/>
                </a:cubicBezTo>
                <a:cubicBezTo>
                  <a:pt x="9332" y="962"/>
                  <a:pt x="9332" y="995"/>
                  <a:pt x="9334" y="1028"/>
                </a:cubicBezTo>
                <a:cubicBezTo>
                  <a:pt x="9339" y="1088"/>
                  <a:pt x="9346" y="1148"/>
                  <a:pt x="9359" y="1195"/>
                </a:cubicBezTo>
                <a:cubicBezTo>
                  <a:pt x="9361" y="1201"/>
                  <a:pt x="9362" y="1215"/>
                  <a:pt x="9364" y="1221"/>
                </a:cubicBezTo>
                <a:cubicBezTo>
                  <a:pt x="9373" y="1248"/>
                  <a:pt x="9382" y="1274"/>
                  <a:pt x="9391" y="1294"/>
                </a:cubicBezTo>
                <a:cubicBezTo>
                  <a:pt x="9402" y="1321"/>
                  <a:pt x="9416" y="1341"/>
                  <a:pt x="9431" y="1361"/>
                </a:cubicBezTo>
                <a:cubicBezTo>
                  <a:pt x="9443" y="1381"/>
                  <a:pt x="9460" y="1381"/>
                  <a:pt x="9472" y="1387"/>
                </a:cubicBezTo>
                <a:cubicBezTo>
                  <a:pt x="9478" y="1387"/>
                  <a:pt x="9485" y="1387"/>
                  <a:pt x="9490" y="1387"/>
                </a:cubicBezTo>
                <a:cubicBezTo>
                  <a:pt x="9519" y="1374"/>
                  <a:pt x="9546" y="1354"/>
                  <a:pt x="9571" y="1301"/>
                </a:cubicBezTo>
                <a:cubicBezTo>
                  <a:pt x="9594" y="1248"/>
                  <a:pt x="9618" y="1168"/>
                  <a:pt x="9629" y="1075"/>
                </a:cubicBezTo>
                <a:cubicBezTo>
                  <a:pt x="9636" y="1035"/>
                  <a:pt x="9639" y="989"/>
                  <a:pt x="9641" y="935"/>
                </a:cubicBezTo>
                <a:cubicBezTo>
                  <a:pt x="9645" y="889"/>
                  <a:pt x="9643" y="836"/>
                  <a:pt x="9639" y="789"/>
                </a:cubicBezTo>
                <a:cubicBezTo>
                  <a:pt x="9643" y="723"/>
                  <a:pt x="9636" y="683"/>
                  <a:pt x="9627" y="650"/>
                </a:cubicBezTo>
                <a:close/>
                <a:moveTo>
                  <a:pt x="10346" y="497"/>
                </a:moveTo>
                <a:cubicBezTo>
                  <a:pt x="10337" y="444"/>
                  <a:pt x="10324" y="397"/>
                  <a:pt x="10310" y="364"/>
                </a:cubicBezTo>
                <a:cubicBezTo>
                  <a:pt x="10301" y="344"/>
                  <a:pt x="10294" y="331"/>
                  <a:pt x="10285" y="311"/>
                </a:cubicBezTo>
                <a:cubicBezTo>
                  <a:pt x="10269" y="284"/>
                  <a:pt x="10252" y="257"/>
                  <a:pt x="10236" y="244"/>
                </a:cubicBezTo>
                <a:cubicBezTo>
                  <a:pt x="10195" y="211"/>
                  <a:pt x="10154" y="218"/>
                  <a:pt x="10118" y="304"/>
                </a:cubicBezTo>
                <a:cubicBezTo>
                  <a:pt x="10096" y="357"/>
                  <a:pt x="10083" y="404"/>
                  <a:pt x="10067" y="483"/>
                </a:cubicBezTo>
                <a:cubicBezTo>
                  <a:pt x="10065" y="497"/>
                  <a:pt x="10064" y="503"/>
                  <a:pt x="10062" y="517"/>
                </a:cubicBezTo>
                <a:cubicBezTo>
                  <a:pt x="10056" y="550"/>
                  <a:pt x="10053" y="590"/>
                  <a:pt x="10049" y="630"/>
                </a:cubicBezTo>
                <a:cubicBezTo>
                  <a:pt x="10047" y="643"/>
                  <a:pt x="10047" y="656"/>
                  <a:pt x="10047" y="670"/>
                </a:cubicBezTo>
                <a:cubicBezTo>
                  <a:pt x="10047" y="670"/>
                  <a:pt x="10046" y="670"/>
                  <a:pt x="10046" y="676"/>
                </a:cubicBezTo>
                <a:cubicBezTo>
                  <a:pt x="10024" y="723"/>
                  <a:pt x="10004" y="809"/>
                  <a:pt x="9999" y="896"/>
                </a:cubicBezTo>
                <a:cubicBezTo>
                  <a:pt x="9994" y="989"/>
                  <a:pt x="9994" y="1095"/>
                  <a:pt x="10010" y="1181"/>
                </a:cubicBezTo>
                <a:cubicBezTo>
                  <a:pt x="10024" y="1268"/>
                  <a:pt x="10044" y="1321"/>
                  <a:pt x="10069" y="1354"/>
                </a:cubicBezTo>
                <a:cubicBezTo>
                  <a:pt x="10073" y="1354"/>
                  <a:pt x="10074" y="1361"/>
                  <a:pt x="10078" y="1361"/>
                </a:cubicBezTo>
                <a:cubicBezTo>
                  <a:pt x="10128" y="1527"/>
                  <a:pt x="10207" y="1553"/>
                  <a:pt x="10265" y="1421"/>
                </a:cubicBezTo>
                <a:cubicBezTo>
                  <a:pt x="10299" y="1347"/>
                  <a:pt x="10323" y="1228"/>
                  <a:pt x="10333" y="1095"/>
                </a:cubicBezTo>
                <a:cubicBezTo>
                  <a:pt x="10339" y="1028"/>
                  <a:pt x="10341" y="962"/>
                  <a:pt x="10341" y="896"/>
                </a:cubicBezTo>
                <a:cubicBezTo>
                  <a:pt x="10348" y="862"/>
                  <a:pt x="10353" y="822"/>
                  <a:pt x="10355" y="783"/>
                </a:cubicBezTo>
                <a:cubicBezTo>
                  <a:pt x="10359" y="736"/>
                  <a:pt x="10360" y="683"/>
                  <a:pt x="10357" y="636"/>
                </a:cubicBezTo>
                <a:cubicBezTo>
                  <a:pt x="10358" y="583"/>
                  <a:pt x="10353" y="537"/>
                  <a:pt x="10346" y="497"/>
                </a:cubicBezTo>
                <a:close/>
                <a:moveTo>
                  <a:pt x="11103" y="570"/>
                </a:moveTo>
                <a:cubicBezTo>
                  <a:pt x="11101" y="570"/>
                  <a:pt x="11099" y="563"/>
                  <a:pt x="11097" y="563"/>
                </a:cubicBezTo>
                <a:cubicBezTo>
                  <a:pt x="11096" y="563"/>
                  <a:pt x="11094" y="563"/>
                  <a:pt x="11092" y="563"/>
                </a:cubicBezTo>
                <a:cubicBezTo>
                  <a:pt x="11083" y="457"/>
                  <a:pt x="11061" y="357"/>
                  <a:pt x="11035" y="304"/>
                </a:cubicBezTo>
                <a:cubicBezTo>
                  <a:pt x="11026" y="284"/>
                  <a:pt x="11015" y="271"/>
                  <a:pt x="11006" y="257"/>
                </a:cubicBezTo>
                <a:cubicBezTo>
                  <a:pt x="11004" y="257"/>
                  <a:pt x="11002" y="251"/>
                  <a:pt x="10999" y="251"/>
                </a:cubicBezTo>
                <a:cubicBezTo>
                  <a:pt x="10975" y="231"/>
                  <a:pt x="10959" y="231"/>
                  <a:pt x="10936" y="251"/>
                </a:cubicBezTo>
                <a:cubicBezTo>
                  <a:pt x="10927" y="257"/>
                  <a:pt x="10916" y="277"/>
                  <a:pt x="10907" y="297"/>
                </a:cubicBezTo>
                <a:cubicBezTo>
                  <a:pt x="10901" y="311"/>
                  <a:pt x="10891" y="344"/>
                  <a:pt x="10885" y="357"/>
                </a:cubicBezTo>
                <a:cubicBezTo>
                  <a:pt x="10878" y="377"/>
                  <a:pt x="10873" y="410"/>
                  <a:pt x="10869" y="437"/>
                </a:cubicBezTo>
                <a:cubicBezTo>
                  <a:pt x="10864" y="470"/>
                  <a:pt x="10860" y="510"/>
                  <a:pt x="10858" y="543"/>
                </a:cubicBezTo>
                <a:cubicBezTo>
                  <a:pt x="10857" y="577"/>
                  <a:pt x="10855" y="616"/>
                  <a:pt x="10855" y="650"/>
                </a:cubicBezTo>
                <a:cubicBezTo>
                  <a:pt x="10855" y="683"/>
                  <a:pt x="10857" y="723"/>
                  <a:pt x="10858" y="756"/>
                </a:cubicBezTo>
                <a:cubicBezTo>
                  <a:pt x="10860" y="776"/>
                  <a:pt x="10862" y="789"/>
                  <a:pt x="10864" y="802"/>
                </a:cubicBezTo>
                <a:cubicBezTo>
                  <a:pt x="10853" y="889"/>
                  <a:pt x="10849" y="975"/>
                  <a:pt x="10857" y="1068"/>
                </a:cubicBezTo>
                <a:cubicBezTo>
                  <a:pt x="10867" y="1221"/>
                  <a:pt x="10894" y="1341"/>
                  <a:pt x="10930" y="1421"/>
                </a:cubicBezTo>
                <a:cubicBezTo>
                  <a:pt x="10941" y="1447"/>
                  <a:pt x="10952" y="1460"/>
                  <a:pt x="10964" y="1474"/>
                </a:cubicBezTo>
                <a:cubicBezTo>
                  <a:pt x="10968" y="1480"/>
                  <a:pt x="10973" y="1487"/>
                  <a:pt x="10977" y="1487"/>
                </a:cubicBezTo>
                <a:cubicBezTo>
                  <a:pt x="10993" y="1500"/>
                  <a:pt x="11011" y="1514"/>
                  <a:pt x="11027" y="1507"/>
                </a:cubicBezTo>
                <a:cubicBezTo>
                  <a:pt x="11040" y="1507"/>
                  <a:pt x="11052" y="1500"/>
                  <a:pt x="11065" y="1487"/>
                </a:cubicBezTo>
                <a:cubicBezTo>
                  <a:pt x="11069" y="1487"/>
                  <a:pt x="11074" y="1480"/>
                  <a:pt x="11078" y="1474"/>
                </a:cubicBezTo>
                <a:cubicBezTo>
                  <a:pt x="11105" y="1440"/>
                  <a:pt x="11121" y="1407"/>
                  <a:pt x="11142" y="1334"/>
                </a:cubicBezTo>
                <a:cubicBezTo>
                  <a:pt x="11146" y="1328"/>
                  <a:pt x="11148" y="1314"/>
                  <a:pt x="11151" y="1301"/>
                </a:cubicBezTo>
                <a:cubicBezTo>
                  <a:pt x="11159" y="1268"/>
                  <a:pt x="11168" y="1228"/>
                  <a:pt x="11175" y="1181"/>
                </a:cubicBezTo>
                <a:cubicBezTo>
                  <a:pt x="11184" y="1108"/>
                  <a:pt x="11193" y="1035"/>
                  <a:pt x="11191" y="949"/>
                </a:cubicBezTo>
                <a:cubicBezTo>
                  <a:pt x="11189" y="842"/>
                  <a:pt x="11180" y="736"/>
                  <a:pt x="11159" y="656"/>
                </a:cubicBezTo>
                <a:cubicBezTo>
                  <a:pt x="11139" y="623"/>
                  <a:pt x="11123" y="590"/>
                  <a:pt x="11103" y="570"/>
                </a:cubicBezTo>
                <a:close/>
                <a:moveTo>
                  <a:pt x="11953" y="856"/>
                </a:moveTo>
                <a:cubicBezTo>
                  <a:pt x="11953" y="789"/>
                  <a:pt x="11948" y="723"/>
                  <a:pt x="11939" y="670"/>
                </a:cubicBezTo>
                <a:cubicBezTo>
                  <a:pt x="11937" y="656"/>
                  <a:pt x="11935" y="650"/>
                  <a:pt x="11933" y="636"/>
                </a:cubicBezTo>
                <a:cubicBezTo>
                  <a:pt x="11932" y="603"/>
                  <a:pt x="11928" y="570"/>
                  <a:pt x="11923" y="537"/>
                </a:cubicBezTo>
                <a:cubicBezTo>
                  <a:pt x="11908" y="457"/>
                  <a:pt x="11889" y="384"/>
                  <a:pt x="11863" y="364"/>
                </a:cubicBezTo>
                <a:cubicBezTo>
                  <a:pt x="11824" y="337"/>
                  <a:pt x="11784" y="331"/>
                  <a:pt x="11746" y="370"/>
                </a:cubicBezTo>
                <a:cubicBezTo>
                  <a:pt x="11716" y="404"/>
                  <a:pt x="11689" y="457"/>
                  <a:pt x="11666" y="523"/>
                </a:cubicBezTo>
                <a:cubicBezTo>
                  <a:pt x="11655" y="543"/>
                  <a:pt x="11644" y="563"/>
                  <a:pt x="11635" y="596"/>
                </a:cubicBezTo>
                <a:cubicBezTo>
                  <a:pt x="11630" y="623"/>
                  <a:pt x="11624" y="650"/>
                  <a:pt x="11619" y="670"/>
                </a:cubicBezTo>
                <a:cubicBezTo>
                  <a:pt x="11610" y="729"/>
                  <a:pt x="11604" y="789"/>
                  <a:pt x="11604" y="856"/>
                </a:cubicBezTo>
                <a:cubicBezTo>
                  <a:pt x="11604" y="869"/>
                  <a:pt x="11604" y="889"/>
                  <a:pt x="11604" y="902"/>
                </a:cubicBezTo>
                <a:cubicBezTo>
                  <a:pt x="11606" y="949"/>
                  <a:pt x="11606" y="1002"/>
                  <a:pt x="11610" y="1048"/>
                </a:cubicBezTo>
                <a:cubicBezTo>
                  <a:pt x="11613" y="1088"/>
                  <a:pt x="11619" y="1135"/>
                  <a:pt x="11624" y="1175"/>
                </a:cubicBezTo>
                <a:cubicBezTo>
                  <a:pt x="11626" y="1188"/>
                  <a:pt x="11628" y="1201"/>
                  <a:pt x="11631" y="1221"/>
                </a:cubicBezTo>
                <a:cubicBezTo>
                  <a:pt x="11640" y="1268"/>
                  <a:pt x="11651" y="1328"/>
                  <a:pt x="11664" y="1367"/>
                </a:cubicBezTo>
                <a:cubicBezTo>
                  <a:pt x="11673" y="1394"/>
                  <a:pt x="11682" y="1427"/>
                  <a:pt x="11693" y="1447"/>
                </a:cubicBezTo>
                <a:cubicBezTo>
                  <a:pt x="11703" y="1474"/>
                  <a:pt x="11716" y="1487"/>
                  <a:pt x="11727" y="1507"/>
                </a:cubicBezTo>
                <a:cubicBezTo>
                  <a:pt x="11730" y="1514"/>
                  <a:pt x="11734" y="1520"/>
                  <a:pt x="11739" y="1520"/>
                </a:cubicBezTo>
                <a:cubicBezTo>
                  <a:pt x="11752" y="1534"/>
                  <a:pt x="11764" y="1540"/>
                  <a:pt x="11777" y="1540"/>
                </a:cubicBezTo>
                <a:cubicBezTo>
                  <a:pt x="11786" y="1540"/>
                  <a:pt x="11795" y="1534"/>
                  <a:pt x="11802" y="1534"/>
                </a:cubicBezTo>
                <a:cubicBezTo>
                  <a:pt x="11811" y="1527"/>
                  <a:pt x="11820" y="1527"/>
                  <a:pt x="11827" y="1514"/>
                </a:cubicBezTo>
                <a:cubicBezTo>
                  <a:pt x="11844" y="1494"/>
                  <a:pt x="11860" y="1467"/>
                  <a:pt x="11872" y="1434"/>
                </a:cubicBezTo>
                <a:cubicBezTo>
                  <a:pt x="11881" y="1407"/>
                  <a:pt x="11892" y="1381"/>
                  <a:pt x="11901" y="1347"/>
                </a:cubicBezTo>
                <a:cubicBezTo>
                  <a:pt x="11910" y="1314"/>
                  <a:pt x="11917" y="1274"/>
                  <a:pt x="11924" y="1241"/>
                </a:cubicBezTo>
                <a:cubicBezTo>
                  <a:pt x="11928" y="1228"/>
                  <a:pt x="11930" y="1208"/>
                  <a:pt x="11933" y="1195"/>
                </a:cubicBezTo>
                <a:cubicBezTo>
                  <a:pt x="11939" y="1155"/>
                  <a:pt x="11944" y="1108"/>
                  <a:pt x="11948" y="1062"/>
                </a:cubicBezTo>
                <a:cubicBezTo>
                  <a:pt x="11951" y="1015"/>
                  <a:pt x="11953" y="962"/>
                  <a:pt x="11955" y="915"/>
                </a:cubicBezTo>
                <a:cubicBezTo>
                  <a:pt x="11953" y="889"/>
                  <a:pt x="11953" y="876"/>
                  <a:pt x="11953" y="856"/>
                </a:cubicBezTo>
                <a:close/>
                <a:moveTo>
                  <a:pt x="11516" y="4212"/>
                </a:moveTo>
                <a:cubicBezTo>
                  <a:pt x="11540" y="4278"/>
                  <a:pt x="11576" y="4325"/>
                  <a:pt x="11604" y="4278"/>
                </a:cubicBezTo>
                <a:cubicBezTo>
                  <a:pt x="11630" y="4239"/>
                  <a:pt x="11655" y="4199"/>
                  <a:pt x="11680" y="4165"/>
                </a:cubicBezTo>
                <a:cubicBezTo>
                  <a:pt x="11707" y="4225"/>
                  <a:pt x="11738" y="4265"/>
                  <a:pt x="11770" y="4258"/>
                </a:cubicBezTo>
                <a:cubicBezTo>
                  <a:pt x="11815" y="4245"/>
                  <a:pt x="11853" y="4185"/>
                  <a:pt x="11889" y="4079"/>
                </a:cubicBezTo>
                <a:cubicBezTo>
                  <a:pt x="11917" y="3993"/>
                  <a:pt x="11935" y="3873"/>
                  <a:pt x="11948" y="3747"/>
                </a:cubicBezTo>
                <a:cubicBezTo>
                  <a:pt x="11962" y="3587"/>
                  <a:pt x="11955" y="3421"/>
                  <a:pt x="11935" y="3268"/>
                </a:cubicBezTo>
                <a:cubicBezTo>
                  <a:pt x="11910" y="3056"/>
                  <a:pt x="11845" y="2896"/>
                  <a:pt x="11784" y="2863"/>
                </a:cubicBezTo>
                <a:cubicBezTo>
                  <a:pt x="11746" y="2843"/>
                  <a:pt x="11709" y="2836"/>
                  <a:pt x="11671" y="2876"/>
                </a:cubicBezTo>
                <a:cubicBezTo>
                  <a:pt x="11633" y="2923"/>
                  <a:pt x="11599" y="2996"/>
                  <a:pt x="11570" y="3102"/>
                </a:cubicBezTo>
                <a:cubicBezTo>
                  <a:pt x="11509" y="3321"/>
                  <a:pt x="11484" y="3620"/>
                  <a:pt x="11477" y="3926"/>
                </a:cubicBezTo>
                <a:cubicBezTo>
                  <a:pt x="11473" y="4039"/>
                  <a:pt x="11493" y="4145"/>
                  <a:pt x="11516" y="4212"/>
                </a:cubicBezTo>
                <a:close/>
                <a:moveTo>
                  <a:pt x="10768" y="3946"/>
                </a:moveTo>
                <a:cubicBezTo>
                  <a:pt x="10772" y="3986"/>
                  <a:pt x="10777" y="4033"/>
                  <a:pt x="10783" y="4066"/>
                </a:cubicBezTo>
                <a:cubicBezTo>
                  <a:pt x="10788" y="4106"/>
                  <a:pt x="10797" y="4139"/>
                  <a:pt x="10804" y="4172"/>
                </a:cubicBezTo>
                <a:cubicBezTo>
                  <a:pt x="10806" y="4179"/>
                  <a:pt x="10806" y="4179"/>
                  <a:pt x="10808" y="4185"/>
                </a:cubicBezTo>
                <a:cubicBezTo>
                  <a:pt x="10815" y="4212"/>
                  <a:pt x="10824" y="4232"/>
                  <a:pt x="10831" y="4252"/>
                </a:cubicBezTo>
                <a:cubicBezTo>
                  <a:pt x="10833" y="4258"/>
                  <a:pt x="10835" y="4258"/>
                  <a:pt x="10837" y="4265"/>
                </a:cubicBezTo>
                <a:cubicBezTo>
                  <a:pt x="10846" y="4285"/>
                  <a:pt x="10857" y="4298"/>
                  <a:pt x="10865" y="4312"/>
                </a:cubicBezTo>
                <a:cubicBezTo>
                  <a:pt x="10867" y="4312"/>
                  <a:pt x="10869" y="4318"/>
                  <a:pt x="10871" y="4318"/>
                </a:cubicBezTo>
                <a:cubicBezTo>
                  <a:pt x="10882" y="4325"/>
                  <a:pt x="10892" y="4332"/>
                  <a:pt x="10903" y="4332"/>
                </a:cubicBezTo>
                <a:cubicBezTo>
                  <a:pt x="10912" y="4325"/>
                  <a:pt x="10921" y="4325"/>
                  <a:pt x="10930" y="4318"/>
                </a:cubicBezTo>
                <a:cubicBezTo>
                  <a:pt x="10943" y="4305"/>
                  <a:pt x="10955" y="4285"/>
                  <a:pt x="10964" y="4252"/>
                </a:cubicBezTo>
                <a:cubicBezTo>
                  <a:pt x="10972" y="4239"/>
                  <a:pt x="10979" y="4212"/>
                  <a:pt x="10982" y="4185"/>
                </a:cubicBezTo>
                <a:cubicBezTo>
                  <a:pt x="10991" y="4152"/>
                  <a:pt x="10997" y="4106"/>
                  <a:pt x="11000" y="4059"/>
                </a:cubicBezTo>
                <a:cubicBezTo>
                  <a:pt x="11002" y="4039"/>
                  <a:pt x="11002" y="4013"/>
                  <a:pt x="11004" y="3993"/>
                </a:cubicBezTo>
                <a:cubicBezTo>
                  <a:pt x="11022" y="3939"/>
                  <a:pt x="11038" y="3873"/>
                  <a:pt x="11052" y="3807"/>
                </a:cubicBezTo>
                <a:cubicBezTo>
                  <a:pt x="11058" y="3780"/>
                  <a:pt x="11061" y="3760"/>
                  <a:pt x="11065" y="3727"/>
                </a:cubicBezTo>
                <a:cubicBezTo>
                  <a:pt x="11072" y="3674"/>
                  <a:pt x="11078" y="3620"/>
                  <a:pt x="11081" y="3561"/>
                </a:cubicBezTo>
                <a:cubicBezTo>
                  <a:pt x="11087" y="3494"/>
                  <a:pt x="11087" y="3428"/>
                  <a:pt x="11081" y="3361"/>
                </a:cubicBezTo>
                <a:cubicBezTo>
                  <a:pt x="11076" y="3301"/>
                  <a:pt x="11069" y="3242"/>
                  <a:pt x="11056" y="3195"/>
                </a:cubicBezTo>
                <a:cubicBezTo>
                  <a:pt x="11043" y="3149"/>
                  <a:pt x="11029" y="3115"/>
                  <a:pt x="11011" y="3102"/>
                </a:cubicBezTo>
                <a:cubicBezTo>
                  <a:pt x="10993" y="3082"/>
                  <a:pt x="10975" y="3082"/>
                  <a:pt x="10957" y="3102"/>
                </a:cubicBezTo>
                <a:cubicBezTo>
                  <a:pt x="10903" y="3129"/>
                  <a:pt x="10848" y="3195"/>
                  <a:pt x="10808" y="3341"/>
                </a:cubicBezTo>
                <a:cubicBezTo>
                  <a:pt x="10799" y="3375"/>
                  <a:pt x="10792" y="3408"/>
                  <a:pt x="10786" y="3448"/>
                </a:cubicBezTo>
                <a:cubicBezTo>
                  <a:pt x="10779" y="3481"/>
                  <a:pt x="10776" y="3527"/>
                  <a:pt x="10772" y="3567"/>
                </a:cubicBezTo>
                <a:cubicBezTo>
                  <a:pt x="10767" y="3620"/>
                  <a:pt x="10765" y="3680"/>
                  <a:pt x="10763" y="3740"/>
                </a:cubicBezTo>
                <a:cubicBezTo>
                  <a:pt x="10761" y="3800"/>
                  <a:pt x="10765" y="3860"/>
                  <a:pt x="10768" y="3913"/>
                </a:cubicBezTo>
                <a:cubicBezTo>
                  <a:pt x="10767" y="3920"/>
                  <a:pt x="10767" y="3933"/>
                  <a:pt x="10768" y="3946"/>
                </a:cubicBezTo>
                <a:close/>
                <a:moveTo>
                  <a:pt x="10092" y="4185"/>
                </a:moveTo>
                <a:cubicBezTo>
                  <a:pt x="10119" y="4258"/>
                  <a:pt x="10148" y="4305"/>
                  <a:pt x="10179" y="4345"/>
                </a:cubicBezTo>
                <a:cubicBezTo>
                  <a:pt x="10202" y="4378"/>
                  <a:pt x="10236" y="4352"/>
                  <a:pt x="10256" y="4305"/>
                </a:cubicBezTo>
                <a:cubicBezTo>
                  <a:pt x="10274" y="4265"/>
                  <a:pt x="10292" y="4192"/>
                  <a:pt x="10299" y="4112"/>
                </a:cubicBezTo>
                <a:cubicBezTo>
                  <a:pt x="10306" y="4106"/>
                  <a:pt x="10314" y="4106"/>
                  <a:pt x="10323" y="4099"/>
                </a:cubicBezTo>
                <a:cubicBezTo>
                  <a:pt x="10339" y="4079"/>
                  <a:pt x="10355" y="4052"/>
                  <a:pt x="10367" y="4006"/>
                </a:cubicBezTo>
                <a:cubicBezTo>
                  <a:pt x="10391" y="3933"/>
                  <a:pt x="10409" y="3807"/>
                  <a:pt x="10414" y="3700"/>
                </a:cubicBezTo>
                <a:cubicBezTo>
                  <a:pt x="10420" y="3594"/>
                  <a:pt x="10420" y="3534"/>
                  <a:pt x="10414" y="3428"/>
                </a:cubicBezTo>
                <a:cubicBezTo>
                  <a:pt x="10412" y="3368"/>
                  <a:pt x="10405" y="3308"/>
                  <a:pt x="10398" y="3255"/>
                </a:cubicBezTo>
                <a:cubicBezTo>
                  <a:pt x="10384" y="3142"/>
                  <a:pt x="10357" y="3049"/>
                  <a:pt x="10328" y="2982"/>
                </a:cubicBezTo>
                <a:cubicBezTo>
                  <a:pt x="10296" y="2909"/>
                  <a:pt x="10261" y="2883"/>
                  <a:pt x="10225" y="2869"/>
                </a:cubicBezTo>
                <a:cubicBezTo>
                  <a:pt x="10197" y="2856"/>
                  <a:pt x="10168" y="2869"/>
                  <a:pt x="10139" y="2889"/>
                </a:cubicBezTo>
                <a:cubicBezTo>
                  <a:pt x="10105" y="2916"/>
                  <a:pt x="10071" y="2982"/>
                  <a:pt x="10046" y="3075"/>
                </a:cubicBezTo>
                <a:cubicBezTo>
                  <a:pt x="10035" y="3115"/>
                  <a:pt x="10022" y="3168"/>
                  <a:pt x="10015" y="3222"/>
                </a:cubicBezTo>
                <a:cubicBezTo>
                  <a:pt x="10002" y="3321"/>
                  <a:pt x="9999" y="3388"/>
                  <a:pt x="9995" y="3494"/>
                </a:cubicBezTo>
                <a:cubicBezTo>
                  <a:pt x="9992" y="3627"/>
                  <a:pt x="10002" y="3760"/>
                  <a:pt x="10017" y="3880"/>
                </a:cubicBezTo>
                <a:cubicBezTo>
                  <a:pt x="10035" y="4006"/>
                  <a:pt x="10064" y="4099"/>
                  <a:pt x="10092" y="4185"/>
                </a:cubicBezTo>
                <a:close/>
                <a:moveTo>
                  <a:pt x="9476" y="4106"/>
                </a:moveTo>
                <a:cubicBezTo>
                  <a:pt x="9490" y="4119"/>
                  <a:pt x="9503" y="4126"/>
                  <a:pt x="9517" y="4126"/>
                </a:cubicBezTo>
                <a:cubicBezTo>
                  <a:pt x="9531" y="4126"/>
                  <a:pt x="9546" y="4119"/>
                  <a:pt x="9560" y="4106"/>
                </a:cubicBezTo>
                <a:cubicBezTo>
                  <a:pt x="9566" y="4099"/>
                  <a:pt x="9571" y="4099"/>
                  <a:pt x="9576" y="4086"/>
                </a:cubicBezTo>
                <a:cubicBezTo>
                  <a:pt x="9589" y="4066"/>
                  <a:pt x="9603" y="4052"/>
                  <a:pt x="9614" y="4019"/>
                </a:cubicBezTo>
                <a:cubicBezTo>
                  <a:pt x="9636" y="3959"/>
                  <a:pt x="9657" y="3893"/>
                  <a:pt x="9668" y="3800"/>
                </a:cubicBezTo>
                <a:cubicBezTo>
                  <a:pt x="9681" y="3707"/>
                  <a:pt x="9682" y="3674"/>
                  <a:pt x="9686" y="3567"/>
                </a:cubicBezTo>
                <a:cubicBezTo>
                  <a:pt x="9688" y="3514"/>
                  <a:pt x="9684" y="3461"/>
                  <a:pt x="9682" y="3414"/>
                </a:cubicBezTo>
                <a:cubicBezTo>
                  <a:pt x="9681" y="3368"/>
                  <a:pt x="9674" y="3321"/>
                  <a:pt x="9668" y="3275"/>
                </a:cubicBezTo>
                <a:cubicBezTo>
                  <a:pt x="9663" y="3228"/>
                  <a:pt x="9654" y="3188"/>
                  <a:pt x="9645" y="3155"/>
                </a:cubicBezTo>
                <a:cubicBezTo>
                  <a:pt x="9629" y="3082"/>
                  <a:pt x="9603" y="3029"/>
                  <a:pt x="9578" y="3002"/>
                </a:cubicBezTo>
                <a:cubicBezTo>
                  <a:pt x="9566" y="2989"/>
                  <a:pt x="9551" y="2982"/>
                  <a:pt x="9539" y="2982"/>
                </a:cubicBezTo>
                <a:cubicBezTo>
                  <a:pt x="9513" y="2989"/>
                  <a:pt x="9499" y="3002"/>
                  <a:pt x="9478" y="3049"/>
                </a:cubicBezTo>
                <a:cubicBezTo>
                  <a:pt x="9456" y="3089"/>
                  <a:pt x="9436" y="3168"/>
                  <a:pt x="9425" y="3242"/>
                </a:cubicBezTo>
                <a:cubicBezTo>
                  <a:pt x="9413" y="3328"/>
                  <a:pt x="9404" y="3428"/>
                  <a:pt x="9406" y="3527"/>
                </a:cubicBezTo>
                <a:cubicBezTo>
                  <a:pt x="9406" y="3554"/>
                  <a:pt x="9407" y="3581"/>
                  <a:pt x="9407" y="3600"/>
                </a:cubicBezTo>
                <a:cubicBezTo>
                  <a:pt x="9406" y="3614"/>
                  <a:pt x="9404" y="3620"/>
                  <a:pt x="9404" y="3634"/>
                </a:cubicBezTo>
                <a:cubicBezTo>
                  <a:pt x="9402" y="3667"/>
                  <a:pt x="9402" y="3700"/>
                  <a:pt x="9400" y="3733"/>
                </a:cubicBezTo>
                <a:cubicBezTo>
                  <a:pt x="9400" y="3800"/>
                  <a:pt x="9406" y="3866"/>
                  <a:pt x="9415" y="3920"/>
                </a:cubicBezTo>
                <a:cubicBezTo>
                  <a:pt x="9429" y="4013"/>
                  <a:pt x="9451" y="4079"/>
                  <a:pt x="9476" y="4106"/>
                </a:cubicBezTo>
                <a:close/>
                <a:moveTo>
                  <a:pt x="8758" y="3720"/>
                </a:moveTo>
                <a:cubicBezTo>
                  <a:pt x="8762" y="3767"/>
                  <a:pt x="8767" y="3813"/>
                  <a:pt x="8775" y="3853"/>
                </a:cubicBezTo>
                <a:cubicBezTo>
                  <a:pt x="8784" y="3920"/>
                  <a:pt x="8796" y="3973"/>
                  <a:pt x="8807" y="4026"/>
                </a:cubicBezTo>
                <a:cubicBezTo>
                  <a:pt x="8814" y="4059"/>
                  <a:pt x="8821" y="4092"/>
                  <a:pt x="8830" y="4119"/>
                </a:cubicBezTo>
                <a:cubicBezTo>
                  <a:pt x="8848" y="4185"/>
                  <a:pt x="8875" y="4225"/>
                  <a:pt x="8902" y="4225"/>
                </a:cubicBezTo>
                <a:cubicBezTo>
                  <a:pt x="8913" y="4225"/>
                  <a:pt x="8922" y="4219"/>
                  <a:pt x="8931" y="4205"/>
                </a:cubicBezTo>
                <a:cubicBezTo>
                  <a:pt x="8933" y="4205"/>
                  <a:pt x="8935" y="4205"/>
                  <a:pt x="8938" y="4205"/>
                </a:cubicBezTo>
                <a:cubicBezTo>
                  <a:pt x="8956" y="4205"/>
                  <a:pt x="8974" y="4185"/>
                  <a:pt x="8988" y="4152"/>
                </a:cubicBezTo>
                <a:cubicBezTo>
                  <a:pt x="9003" y="4132"/>
                  <a:pt x="9014" y="4092"/>
                  <a:pt x="9026" y="4059"/>
                </a:cubicBezTo>
                <a:cubicBezTo>
                  <a:pt x="9032" y="4039"/>
                  <a:pt x="9037" y="4026"/>
                  <a:pt x="9041" y="4006"/>
                </a:cubicBezTo>
                <a:cubicBezTo>
                  <a:pt x="9050" y="3959"/>
                  <a:pt x="9060" y="3920"/>
                  <a:pt x="9066" y="3866"/>
                </a:cubicBezTo>
                <a:cubicBezTo>
                  <a:pt x="9073" y="3820"/>
                  <a:pt x="9078" y="3760"/>
                  <a:pt x="9082" y="3707"/>
                </a:cubicBezTo>
                <a:cubicBezTo>
                  <a:pt x="9084" y="3680"/>
                  <a:pt x="9084" y="3654"/>
                  <a:pt x="9086" y="3620"/>
                </a:cubicBezTo>
                <a:cubicBezTo>
                  <a:pt x="9087" y="3594"/>
                  <a:pt x="9087" y="3561"/>
                  <a:pt x="9087" y="3534"/>
                </a:cubicBezTo>
                <a:cubicBezTo>
                  <a:pt x="9087" y="3521"/>
                  <a:pt x="9087" y="3507"/>
                  <a:pt x="9087" y="3494"/>
                </a:cubicBezTo>
                <a:cubicBezTo>
                  <a:pt x="9086" y="3448"/>
                  <a:pt x="9086" y="3408"/>
                  <a:pt x="9082" y="3361"/>
                </a:cubicBezTo>
                <a:cubicBezTo>
                  <a:pt x="9082" y="3348"/>
                  <a:pt x="9080" y="3335"/>
                  <a:pt x="9078" y="3328"/>
                </a:cubicBezTo>
                <a:cubicBezTo>
                  <a:pt x="9075" y="3288"/>
                  <a:pt x="9069" y="3248"/>
                  <a:pt x="9064" y="3208"/>
                </a:cubicBezTo>
                <a:cubicBezTo>
                  <a:pt x="9059" y="3175"/>
                  <a:pt x="9051" y="3142"/>
                  <a:pt x="9044" y="3109"/>
                </a:cubicBezTo>
                <a:cubicBezTo>
                  <a:pt x="9042" y="3102"/>
                  <a:pt x="9041" y="3089"/>
                  <a:pt x="9037" y="3082"/>
                </a:cubicBezTo>
                <a:cubicBezTo>
                  <a:pt x="9015" y="3009"/>
                  <a:pt x="8990" y="2949"/>
                  <a:pt x="8962" y="2929"/>
                </a:cubicBezTo>
                <a:cubicBezTo>
                  <a:pt x="8931" y="2903"/>
                  <a:pt x="8904" y="2903"/>
                  <a:pt x="8873" y="2929"/>
                </a:cubicBezTo>
                <a:cubicBezTo>
                  <a:pt x="8859" y="2943"/>
                  <a:pt x="8846" y="2962"/>
                  <a:pt x="8834" y="2989"/>
                </a:cubicBezTo>
                <a:cubicBezTo>
                  <a:pt x="8821" y="3009"/>
                  <a:pt x="8810" y="3049"/>
                  <a:pt x="8800" y="3082"/>
                </a:cubicBezTo>
                <a:cubicBezTo>
                  <a:pt x="8789" y="3115"/>
                  <a:pt x="8780" y="3162"/>
                  <a:pt x="8773" y="3202"/>
                </a:cubicBezTo>
                <a:cubicBezTo>
                  <a:pt x="8771" y="3208"/>
                  <a:pt x="8769" y="3222"/>
                  <a:pt x="8769" y="3228"/>
                </a:cubicBezTo>
                <a:cubicBezTo>
                  <a:pt x="8764" y="3268"/>
                  <a:pt x="8758" y="3308"/>
                  <a:pt x="8757" y="3355"/>
                </a:cubicBezTo>
                <a:cubicBezTo>
                  <a:pt x="8749" y="3461"/>
                  <a:pt x="8751" y="3541"/>
                  <a:pt x="8757" y="3647"/>
                </a:cubicBezTo>
                <a:cubicBezTo>
                  <a:pt x="8757" y="3687"/>
                  <a:pt x="8757" y="3700"/>
                  <a:pt x="8758" y="3720"/>
                </a:cubicBezTo>
                <a:close/>
                <a:moveTo>
                  <a:pt x="8124" y="4052"/>
                </a:moveTo>
                <a:cubicBezTo>
                  <a:pt x="8118" y="4119"/>
                  <a:pt x="8117" y="4185"/>
                  <a:pt x="8122" y="4258"/>
                </a:cubicBezTo>
                <a:cubicBezTo>
                  <a:pt x="8129" y="4345"/>
                  <a:pt x="8147" y="4438"/>
                  <a:pt x="8169" y="4478"/>
                </a:cubicBezTo>
                <a:cubicBezTo>
                  <a:pt x="8192" y="4524"/>
                  <a:pt x="8221" y="4544"/>
                  <a:pt x="8246" y="4518"/>
                </a:cubicBezTo>
                <a:cubicBezTo>
                  <a:pt x="8269" y="4491"/>
                  <a:pt x="8295" y="4431"/>
                  <a:pt x="8305" y="4345"/>
                </a:cubicBezTo>
                <a:cubicBezTo>
                  <a:pt x="8329" y="4179"/>
                  <a:pt x="8352" y="4013"/>
                  <a:pt x="8374" y="3846"/>
                </a:cubicBezTo>
                <a:cubicBezTo>
                  <a:pt x="8388" y="3740"/>
                  <a:pt x="8404" y="3634"/>
                  <a:pt x="8415" y="3527"/>
                </a:cubicBezTo>
                <a:cubicBezTo>
                  <a:pt x="8435" y="3335"/>
                  <a:pt x="8413" y="3089"/>
                  <a:pt x="8361" y="2989"/>
                </a:cubicBezTo>
                <a:cubicBezTo>
                  <a:pt x="8323" y="2916"/>
                  <a:pt x="8282" y="2916"/>
                  <a:pt x="8241" y="2949"/>
                </a:cubicBezTo>
                <a:cubicBezTo>
                  <a:pt x="8215" y="2969"/>
                  <a:pt x="8190" y="3009"/>
                  <a:pt x="8170" y="3056"/>
                </a:cubicBezTo>
                <a:cubicBezTo>
                  <a:pt x="8116" y="3182"/>
                  <a:pt x="8077" y="3401"/>
                  <a:pt x="8079" y="3647"/>
                </a:cubicBezTo>
                <a:cubicBezTo>
                  <a:pt x="8081" y="3767"/>
                  <a:pt x="8088" y="3893"/>
                  <a:pt x="8106" y="3986"/>
                </a:cubicBezTo>
                <a:cubicBezTo>
                  <a:pt x="8115" y="4013"/>
                  <a:pt x="8118" y="4033"/>
                  <a:pt x="8124" y="4052"/>
                </a:cubicBezTo>
                <a:close/>
                <a:moveTo>
                  <a:pt x="7500" y="3720"/>
                </a:moveTo>
                <a:cubicBezTo>
                  <a:pt x="7509" y="3773"/>
                  <a:pt x="7518" y="3820"/>
                  <a:pt x="7529" y="3866"/>
                </a:cubicBezTo>
                <a:cubicBezTo>
                  <a:pt x="7534" y="3886"/>
                  <a:pt x="7539" y="3913"/>
                  <a:pt x="7545" y="3926"/>
                </a:cubicBezTo>
                <a:cubicBezTo>
                  <a:pt x="7548" y="3939"/>
                  <a:pt x="7552" y="3946"/>
                  <a:pt x="7554" y="3953"/>
                </a:cubicBezTo>
                <a:cubicBezTo>
                  <a:pt x="7556" y="3999"/>
                  <a:pt x="7559" y="4039"/>
                  <a:pt x="7565" y="4079"/>
                </a:cubicBezTo>
                <a:cubicBezTo>
                  <a:pt x="7570" y="4106"/>
                  <a:pt x="7575" y="4132"/>
                  <a:pt x="7581" y="4152"/>
                </a:cubicBezTo>
                <a:cubicBezTo>
                  <a:pt x="7593" y="4199"/>
                  <a:pt x="7608" y="4232"/>
                  <a:pt x="7626" y="4245"/>
                </a:cubicBezTo>
                <a:cubicBezTo>
                  <a:pt x="7635" y="4252"/>
                  <a:pt x="7644" y="4252"/>
                  <a:pt x="7653" y="4258"/>
                </a:cubicBezTo>
                <a:cubicBezTo>
                  <a:pt x="7671" y="4258"/>
                  <a:pt x="7689" y="4239"/>
                  <a:pt x="7703" y="4205"/>
                </a:cubicBezTo>
                <a:cubicBezTo>
                  <a:pt x="7707" y="4199"/>
                  <a:pt x="7710" y="4192"/>
                  <a:pt x="7712" y="4185"/>
                </a:cubicBezTo>
                <a:cubicBezTo>
                  <a:pt x="7721" y="4165"/>
                  <a:pt x="7732" y="4132"/>
                  <a:pt x="7739" y="4106"/>
                </a:cubicBezTo>
                <a:cubicBezTo>
                  <a:pt x="7746" y="4072"/>
                  <a:pt x="7753" y="4039"/>
                  <a:pt x="7761" y="4006"/>
                </a:cubicBezTo>
                <a:cubicBezTo>
                  <a:pt x="7762" y="3993"/>
                  <a:pt x="7764" y="3979"/>
                  <a:pt x="7766" y="3966"/>
                </a:cubicBezTo>
                <a:cubicBezTo>
                  <a:pt x="7773" y="3913"/>
                  <a:pt x="7780" y="3860"/>
                  <a:pt x="7782" y="3807"/>
                </a:cubicBezTo>
                <a:cubicBezTo>
                  <a:pt x="7784" y="3767"/>
                  <a:pt x="7786" y="3713"/>
                  <a:pt x="7786" y="3674"/>
                </a:cubicBezTo>
                <a:cubicBezTo>
                  <a:pt x="7786" y="3667"/>
                  <a:pt x="7786" y="3660"/>
                  <a:pt x="7786" y="3654"/>
                </a:cubicBezTo>
                <a:cubicBezTo>
                  <a:pt x="7784" y="3614"/>
                  <a:pt x="7784" y="3574"/>
                  <a:pt x="7782" y="3541"/>
                </a:cubicBezTo>
                <a:cubicBezTo>
                  <a:pt x="7779" y="3487"/>
                  <a:pt x="7773" y="3428"/>
                  <a:pt x="7766" y="3381"/>
                </a:cubicBezTo>
                <a:cubicBezTo>
                  <a:pt x="7761" y="3341"/>
                  <a:pt x="7752" y="3308"/>
                  <a:pt x="7744" y="3275"/>
                </a:cubicBezTo>
                <a:cubicBezTo>
                  <a:pt x="7737" y="3242"/>
                  <a:pt x="7725" y="3215"/>
                  <a:pt x="7717" y="3195"/>
                </a:cubicBezTo>
                <a:cubicBezTo>
                  <a:pt x="7705" y="3162"/>
                  <a:pt x="7690" y="3142"/>
                  <a:pt x="7676" y="3122"/>
                </a:cubicBezTo>
                <a:cubicBezTo>
                  <a:pt x="7672" y="3115"/>
                  <a:pt x="7669" y="3115"/>
                  <a:pt x="7665" y="3115"/>
                </a:cubicBezTo>
                <a:cubicBezTo>
                  <a:pt x="7653" y="3109"/>
                  <a:pt x="7640" y="3102"/>
                  <a:pt x="7629" y="3095"/>
                </a:cubicBezTo>
                <a:cubicBezTo>
                  <a:pt x="7617" y="3095"/>
                  <a:pt x="7604" y="3102"/>
                  <a:pt x="7592" y="3109"/>
                </a:cubicBezTo>
                <a:cubicBezTo>
                  <a:pt x="7588" y="3109"/>
                  <a:pt x="7583" y="3115"/>
                  <a:pt x="7579" y="3122"/>
                </a:cubicBezTo>
                <a:cubicBezTo>
                  <a:pt x="7554" y="3155"/>
                  <a:pt x="7536" y="3188"/>
                  <a:pt x="7516" y="3262"/>
                </a:cubicBezTo>
                <a:cubicBezTo>
                  <a:pt x="7511" y="3288"/>
                  <a:pt x="7505" y="3315"/>
                  <a:pt x="7500" y="3335"/>
                </a:cubicBezTo>
                <a:cubicBezTo>
                  <a:pt x="7493" y="3375"/>
                  <a:pt x="7489" y="3421"/>
                  <a:pt x="7487" y="3474"/>
                </a:cubicBezTo>
                <a:cubicBezTo>
                  <a:pt x="7485" y="3507"/>
                  <a:pt x="7485" y="3541"/>
                  <a:pt x="7487" y="3574"/>
                </a:cubicBezTo>
                <a:cubicBezTo>
                  <a:pt x="7489" y="3634"/>
                  <a:pt x="7493" y="3680"/>
                  <a:pt x="7500" y="3720"/>
                </a:cubicBezTo>
                <a:close/>
                <a:moveTo>
                  <a:pt x="6912" y="4079"/>
                </a:moveTo>
                <a:cubicBezTo>
                  <a:pt x="6916" y="4086"/>
                  <a:pt x="6921" y="4092"/>
                  <a:pt x="6924" y="4106"/>
                </a:cubicBezTo>
                <a:cubicBezTo>
                  <a:pt x="6928" y="4132"/>
                  <a:pt x="6933" y="4159"/>
                  <a:pt x="6939" y="4179"/>
                </a:cubicBezTo>
                <a:cubicBezTo>
                  <a:pt x="6957" y="4239"/>
                  <a:pt x="6984" y="4298"/>
                  <a:pt x="7011" y="4285"/>
                </a:cubicBezTo>
                <a:cubicBezTo>
                  <a:pt x="7031" y="4278"/>
                  <a:pt x="7049" y="4265"/>
                  <a:pt x="7068" y="4258"/>
                </a:cubicBezTo>
                <a:cubicBezTo>
                  <a:pt x="7083" y="4258"/>
                  <a:pt x="7095" y="4252"/>
                  <a:pt x="7108" y="4225"/>
                </a:cubicBezTo>
                <a:cubicBezTo>
                  <a:pt x="7120" y="4212"/>
                  <a:pt x="7131" y="4185"/>
                  <a:pt x="7140" y="4146"/>
                </a:cubicBezTo>
                <a:cubicBezTo>
                  <a:pt x="7158" y="4079"/>
                  <a:pt x="7171" y="3973"/>
                  <a:pt x="7169" y="3880"/>
                </a:cubicBezTo>
                <a:cubicBezTo>
                  <a:pt x="7169" y="3873"/>
                  <a:pt x="7169" y="3873"/>
                  <a:pt x="7169" y="3866"/>
                </a:cubicBezTo>
                <a:cubicBezTo>
                  <a:pt x="7173" y="3840"/>
                  <a:pt x="7174" y="3813"/>
                  <a:pt x="7176" y="3793"/>
                </a:cubicBezTo>
                <a:cubicBezTo>
                  <a:pt x="7180" y="3747"/>
                  <a:pt x="7182" y="3694"/>
                  <a:pt x="7182" y="3640"/>
                </a:cubicBezTo>
                <a:cubicBezTo>
                  <a:pt x="7182" y="3594"/>
                  <a:pt x="7180" y="3534"/>
                  <a:pt x="7174" y="3488"/>
                </a:cubicBezTo>
                <a:cubicBezTo>
                  <a:pt x="7165" y="3394"/>
                  <a:pt x="7151" y="3301"/>
                  <a:pt x="7131" y="3235"/>
                </a:cubicBezTo>
                <a:cubicBezTo>
                  <a:pt x="7111" y="3169"/>
                  <a:pt x="7093" y="3129"/>
                  <a:pt x="7070" y="3095"/>
                </a:cubicBezTo>
                <a:cubicBezTo>
                  <a:pt x="7034" y="3042"/>
                  <a:pt x="6996" y="3009"/>
                  <a:pt x="6959" y="3009"/>
                </a:cubicBezTo>
                <a:cubicBezTo>
                  <a:pt x="6905" y="3009"/>
                  <a:pt x="6853" y="3075"/>
                  <a:pt x="6813" y="3215"/>
                </a:cubicBezTo>
                <a:cubicBezTo>
                  <a:pt x="6808" y="3242"/>
                  <a:pt x="6802" y="3268"/>
                  <a:pt x="6797" y="3288"/>
                </a:cubicBezTo>
                <a:cubicBezTo>
                  <a:pt x="6790" y="3328"/>
                  <a:pt x="6786" y="3375"/>
                  <a:pt x="6784" y="3428"/>
                </a:cubicBezTo>
                <a:cubicBezTo>
                  <a:pt x="6781" y="3507"/>
                  <a:pt x="6784" y="3601"/>
                  <a:pt x="6797" y="3667"/>
                </a:cubicBezTo>
                <a:cubicBezTo>
                  <a:pt x="6827" y="3833"/>
                  <a:pt x="6865" y="3979"/>
                  <a:pt x="6912" y="4079"/>
                </a:cubicBezTo>
                <a:close/>
                <a:moveTo>
                  <a:pt x="6130" y="3953"/>
                </a:moveTo>
                <a:cubicBezTo>
                  <a:pt x="6137" y="3999"/>
                  <a:pt x="6146" y="4046"/>
                  <a:pt x="6155" y="4086"/>
                </a:cubicBezTo>
                <a:cubicBezTo>
                  <a:pt x="6164" y="4126"/>
                  <a:pt x="6177" y="4159"/>
                  <a:pt x="6189" y="4185"/>
                </a:cubicBezTo>
                <a:cubicBezTo>
                  <a:pt x="6202" y="4212"/>
                  <a:pt x="6216" y="4239"/>
                  <a:pt x="6229" y="4245"/>
                </a:cubicBezTo>
                <a:cubicBezTo>
                  <a:pt x="6241" y="4258"/>
                  <a:pt x="6256" y="4265"/>
                  <a:pt x="6268" y="4252"/>
                </a:cubicBezTo>
                <a:cubicBezTo>
                  <a:pt x="6281" y="4252"/>
                  <a:pt x="6293" y="4232"/>
                  <a:pt x="6306" y="4205"/>
                </a:cubicBezTo>
                <a:cubicBezTo>
                  <a:pt x="6313" y="4192"/>
                  <a:pt x="6319" y="4172"/>
                  <a:pt x="6324" y="4152"/>
                </a:cubicBezTo>
                <a:cubicBezTo>
                  <a:pt x="6329" y="4145"/>
                  <a:pt x="6335" y="4139"/>
                  <a:pt x="6340" y="4126"/>
                </a:cubicBezTo>
                <a:cubicBezTo>
                  <a:pt x="6351" y="4106"/>
                  <a:pt x="6362" y="4072"/>
                  <a:pt x="6371" y="4039"/>
                </a:cubicBezTo>
                <a:cubicBezTo>
                  <a:pt x="6380" y="4006"/>
                  <a:pt x="6389" y="3966"/>
                  <a:pt x="6394" y="3920"/>
                </a:cubicBezTo>
                <a:cubicBezTo>
                  <a:pt x="6400" y="3880"/>
                  <a:pt x="6407" y="3833"/>
                  <a:pt x="6409" y="3787"/>
                </a:cubicBezTo>
                <a:cubicBezTo>
                  <a:pt x="6410" y="3740"/>
                  <a:pt x="6414" y="3687"/>
                  <a:pt x="6414" y="3634"/>
                </a:cubicBezTo>
                <a:cubicBezTo>
                  <a:pt x="6412" y="3534"/>
                  <a:pt x="6407" y="3441"/>
                  <a:pt x="6392" y="3355"/>
                </a:cubicBezTo>
                <a:cubicBezTo>
                  <a:pt x="6385" y="3315"/>
                  <a:pt x="6378" y="3275"/>
                  <a:pt x="6369" y="3242"/>
                </a:cubicBezTo>
                <a:cubicBezTo>
                  <a:pt x="6347" y="3175"/>
                  <a:pt x="6338" y="3155"/>
                  <a:pt x="6313" y="3122"/>
                </a:cubicBezTo>
                <a:cubicBezTo>
                  <a:pt x="6301" y="3102"/>
                  <a:pt x="6286" y="3102"/>
                  <a:pt x="6274" y="3095"/>
                </a:cubicBezTo>
                <a:cubicBezTo>
                  <a:pt x="6259" y="3089"/>
                  <a:pt x="6245" y="3102"/>
                  <a:pt x="6232" y="3109"/>
                </a:cubicBezTo>
                <a:cubicBezTo>
                  <a:pt x="6227" y="3109"/>
                  <a:pt x="6223" y="3115"/>
                  <a:pt x="6220" y="3122"/>
                </a:cubicBezTo>
                <a:cubicBezTo>
                  <a:pt x="6207" y="3142"/>
                  <a:pt x="6193" y="3155"/>
                  <a:pt x="6182" y="3188"/>
                </a:cubicBezTo>
                <a:cubicBezTo>
                  <a:pt x="6171" y="3215"/>
                  <a:pt x="6160" y="3248"/>
                  <a:pt x="6151" y="3281"/>
                </a:cubicBezTo>
                <a:cubicBezTo>
                  <a:pt x="6144" y="3308"/>
                  <a:pt x="6137" y="3341"/>
                  <a:pt x="6132" y="3375"/>
                </a:cubicBezTo>
                <a:cubicBezTo>
                  <a:pt x="6126" y="3408"/>
                  <a:pt x="6121" y="3461"/>
                  <a:pt x="6117" y="3488"/>
                </a:cubicBezTo>
                <a:cubicBezTo>
                  <a:pt x="6112" y="3534"/>
                  <a:pt x="6112" y="3594"/>
                  <a:pt x="6110" y="3640"/>
                </a:cubicBezTo>
                <a:cubicBezTo>
                  <a:pt x="6108" y="3694"/>
                  <a:pt x="6112" y="3747"/>
                  <a:pt x="6114" y="3793"/>
                </a:cubicBezTo>
                <a:cubicBezTo>
                  <a:pt x="6115" y="3860"/>
                  <a:pt x="6123" y="3906"/>
                  <a:pt x="6130" y="3953"/>
                </a:cubicBezTo>
                <a:close/>
                <a:moveTo>
                  <a:pt x="5560" y="4039"/>
                </a:moveTo>
                <a:cubicBezTo>
                  <a:pt x="5569" y="4072"/>
                  <a:pt x="5578" y="4099"/>
                  <a:pt x="5589" y="4119"/>
                </a:cubicBezTo>
                <a:cubicBezTo>
                  <a:pt x="5594" y="4132"/>
                  <a:pt x="5601" y="4139"/>
                  <a:pt x="5607" y="4145"/>
                </a:cubicBezTo>
                <a:cubicBezTo>
                  <a:pt x="5612" y="4152"/>
                  <a:pt x="5619" y="4165"/>
                  <a:pt x="5625" y="4172"/>
                </a:cubicBezTo>
                <a:cubicBezTo>
                  <a:pt x="5650" y="4199"/>
                  <a:pt x="5679" y="4185"/>
                  <a:pt x="5702" y="4132"/>
                </a:cubicBezTo>
                <a:cubicBezTo>
                  <a:pt x="5709" y="4119"/>
                  <a:pt x="5714" y="4099"/>
                  <a:pt x="5720" y="4086"/>
                </a:cubicBezTo>
                <a:cubicBezTo>
                  <a:pt x="5723" y="4086"/>
                  <a:pt x="5727" y="4086"/>
                  <a:pt x="5729" y="4079"/>
                </a:cubicBezTo>
                <a:cubicBezTo>
                  <a:pt x="5736" y="4066"/>
                  <a:pt x="5745" y="4052"/>
                  <a:pt x="5752" y="4039"/>
                </a:cubicBezTo>
                <a:cubicBezTo>
                  <a:pt x="5767" y="4006"/>
                  <a:pt x="5779" y="3959"/>
                  <a:pt x="5788" y="3906"/>
                </a:cubicBezTo>
                <a:cubicBezTo>
                  <a:pt x="5808" y="3807"/>
                  <a:pt x="5830" y="3707"/>
                  <a:pt x="5849" y="3607"/>
                </a:cubicBezTo>
                <a:cubicBezTo>
                  <a:pt x="5857" y="3567"/>
                  <a:pt x="5860" y="3521"/>
                  <a:pt x="5862" y="3468"/>
                </a:cubicBezTo>
                <a:cubicBezTo>
                  <a:pt x="5866" y="3421"/>
                  <a:pt x="5864" y="3368"/>
                  <a:pt x="5860" y="3321"/>
                </a:cubicBezTo>
                <a:cubicBezTo>
                  <a:pt x="5853" y="3228"/>
                  <a:pt x="5837" y="3149"/>
                  <a:pt x="5813" y="3102"/>
                </a:cubicBezTo>
                <a:cubicBezTo>
                  <a:pt x="5779" y="3029"/>
                  <a:pt x="5741" y="2989"/>
                  <a:pt x="5702" y="2982"/>
                </a:cubicBezTo>
                <a:cubicBezTo>
                  <a:pt x="5682" y="2976"/>
                  <a:pt x="5662" y="2989"/>
                  <a:pt x="5644" y="3002"/>
                </a:cubicBezTo>
                <a:cubicBezTo>
                  <a:pt x="5639" y="3009"/>
                  <a:pt x="5634" y="3009"/>
                  <a:pt x="5630" y="3022"/>
                </a:cubicBezTo>
                <a:cubicBezTo>
                  <a:pt x="5617" y="3042"/>
                  <a:pt x="5605" y="3055"/>
                  <a:pt x="5592" y="3082"/>
                </a:cubicBezTo>
                <a:cubicBezTo>
                  <a:pt x="5569" y="3135"/>
                  <a:pt x="5555" y="3188"/>
                  <a:pt x="5538" y="3275"/>
                </a:cubicBezTo>
                <a:cubicBezTo>
                  <a:pt x="5529" y="3321"/>
                  <a:pt x="5522" y="3381"/>
                  <a:pt x="5519" y="3441"/>
                </a:cubicBezTo>
                <a:cubicBezTo>
                  <a:pt x="5515" y="3487"/>
                  <a:pt x="5515" y="3527"/>
                  <a:pt x="5513" y="3574"/>
                </a:cubicBezTo>
                <a:cubicBezTo>
                  <a:pt x="5513" y="3587"/>
                  <a:pt x="5513" y="3607"/>
                  <a:pt x="5513" y="3620"/>
                </a:cubicBezTo>
                <a:cubicBezTo>
                  <a:pt x="5513" y="3680"/>
                  <a:pt x="5515" y="3747"/>
                  <a:pt x="5520" y="3800"/>
                </a:cubicBezTo>
                <a:cubicBezTo>
                  <a:pt x="5531" y="3900"/>
                  <a:pt x="5542" y="3973"/>
                  <a:pt x="5560" y="4039"/>
                </a:cubicBezTo>
                <a:close/>
                <a:moveTo>
                  <a:pt x="4988" y="3886"/>
                </a:moveTo>
                <a:cubicBezTo>
                  <a:pt x="4995" y="3926"/>
                  <a:pt x="5004" y="3959"/>
                  <a:pt x="5017" y="3979"/>
                </a:cubicBezTo>
                <a:cubicBezTo>
                  <a:pt x="5026" y="3993"/>
                  <a:pt x="5033" y="4006"/>
                  <a:pt x="5044" y="4019"/>
                </a:cubicBezTo>
                <a:cubicBezTo>
                  <a:pt x="5047" y="4046"/>
                  <a:pt x="5053" y="4066"/>
                  <a:pt x="5058" y="4086"/>
                </a:cubicBezTo>
                <a:cubicBezTo>
                  <a:pt x="5078" y="4152"/>
                  <a:pt x="5103" y="4199"/>
                  <a:pt x="5130" y="4192"/>
                </a:cubicBezTo>
                <a:cubicBezTo>
                  <a:pt x="5155" y="4185"/>
                  <a:pt x="5184" y="4159"/>
                  <a:pt x="5202" y="4086"/>
                </a:cubicBezTo>
                <a:cubicBezTo>
                  <a:pt x="5220" y="4013"/>
                  <a:pt x="5236" y="3946"/>
                  <a:pt x="5254" y="3873"/>
                </a:cubicBezTo>
                <a:cubicBezTo>
                  <a:pt x="5263" y="3840"/>
                  <a:pt x="5270" y="3800"/>
                  <a:pt x="5276" y="3753"/>
                </a:cubicBezTo>
                <a:cubicBezTo>
                  <a:pt x="5283" y="3707"/>
                  <a:pt x="5285" y="3660"/>
                  <a:pt x="5285" y="3607"/>
                </a:cubicBezTo>
                <a:cubicBezTo>
                  <a:pt x="5283" y="3574"/>
                  <a:pt x="5283" y="3541"/>
                  <a:pt x="5281" y="3507"/>
                </a:cubicBezTo>
                <a:cubicBezTo>
                  <a:pt x="5276" y="3448"/>
                  <a:pt x="5269" y="3388"/>
                  <a:pt x="5256" y="3341"/>
                </a:cubicBezTo>
                <a:cubicBezTo>
                  <a:pt x="5254" y="3335"/>
                  <a:pt x="5252" y="3321"/>
                  <a:pt x="5251" y="3315"/>
                </a:cubicBezTo>
                <a:cubicBezTo>
                  <a:pt x="5242" y="3288"/>
                  <a:pt x="5233" y="3262"/>
                  <a:pt x="5224" y="3242"/>
                </a:cubicBezTo>
                <a:cubicBezTo>
                  <a:pt x="5213" y="3215"/>
                  <a:pt x="5198" y="3195"/>
                  <a:pt x="5184" y="3175"/>
                </a:cubicBezTo>
                <a:cubicBezTo>
                  <a:pt x="5172" y="3155"/>
                  <a:pt x="5155" y="3155"/>
                  <a:pt x="5143" y="3149"/>
                </a:cubicBezTo>
                <a:cubicBezTo>
                  <a:pt x="5137" y="3149"/>
                  <a:pt x="5130" y="3149"/>
                  <a:pt x="5125" y="3149"/>
                </a:cubicBezTo>
                <a:cubicBezTo>
                  <a:pt x="5096" y="3162"/>
                  <a:pt x="5069" y="3182"/>
                  <a:pt x="5044" y="3235"/>
                </a:cubicBezTo>
                <a:cubicBezTo>
                  <a:pt x="5021" y="3288"/>
                  <a:pt x="4997" y="3368"/>
                  <a:pt x="4986" y="3461"/>
                </a:cubicBezTo>
                <a:cubicBezTo>
                  <a:pt x="4979" y="3501"/>
                  <a:pt x="4976" y="3547"/>
                  <a:pt x="4974" y="3601"/>
                </a:cubicBezTo>
                <a:cubicBezTo>
                  <a:pt x="4970" y="3647"/>
                  <a:pt x="4972" y="3700"/>
                  <a:pt x="4976" y="3747"/>
                </a:cubicBezTo>
                <a:cubicBezTo>
                  <a:pt x="4972" y="3807"/>
                  <a:pt x="4979" y="3853"/>
                  <a:pt x="4988" y="3886"/>
                </a:cubicBezTo>
                <a:close/>
                <a:moveTo>
                  <a:pt x="4269" y="4039"/>
                </a:moveTo>
                <a:cubicBezTo>
                  <a:pt x="4278" y="4092"/>
                  <a:pt x="4291" y="4139"/>
                  <a:pt x="4305" y="4172"/>
                </a:cubicBezTo>
                <a:cubicBezTo>
                  <a:pt x="4314" y="4192"/>
                  <a:pt x="4321" y="4205"/>
                  <a:pt x="4330" y="4225"/>
                </a:cubicBezTo>
                <a:cubicBezTo>
                  <a:pt x="4346" y="4252"/>
                  <a:pt x="4362" y="4278"/>
                  <a:pt x="4379" y="4292"/>
                </a:cubicBezTo>
                <a:cubicBezTo>
                  <a:pt x="4420" y="4325"/>
                  <a:pt x="4461" y="4318"/>
                  <a:pt x="4497" y="4232"/>
                </a:cubicBezTo>
                <a:cubicBezTo>
                  <a:pt x="4519" y="4179"/>
                  <a:pt x="4531" y="4132"/>
                  <a:pt x="4548" y="4052"/>
                </a:cubicBezTo>
                <a:cubicBezTo>
                  <a:pt x="4549" y="4039"/>
                  <a:pt x="4551" y="4033"/>
                  <a:pt x="4553" y="4019"/>
                </a:cubicBezTo>
                <a:cubicBezTo>
                  <a:pt x="4558" y="3986"/>
                  <a:pt x="4562" y="3946"/>
                  <a:pt x="4566" y="3906"/>
                </a:cubicBezTo>
                <a:cubicBezTo>
                  <a:pt x="4567" y="3893"/>
                  <a:pt x="4567" y="3880"/>
                  <a:pt x="4567" y="3866"/>
                </a:cubicBezTo>
                <a:cubicBezTo>
                  <a:pt x="4567" y="3866"/>
                  <a:pt x="4569" y="3866"/>
                  <a:pt x="4569" y="3860"/>
                </a:cubicBezTo>
                <a:cubicBezTo>
                  <a:pt x="4591" y="3813"/>
                  <a:pt x="4611" y="3727"/>
                  <a:pt x="4616" y="3640"/>
                </a:cubicBezTo>
                <a:cubicBezTo>
                  <a:pt x="4621" y="3547"/>
                  <a:pt x="4621" y="3441"/>
                  <a:pt x="4605" y="3355"/>
                </a:cubicBezTo>
                <a:cubicBezTo>
                  <a:pt x="4591" y="3268"/>
                  <a:pt x="4571" y="3215"/>
                  <a:pt x="4546" y="3182"/>
                </a:cubicBezTo>
                <a:cubicBezTo>
                  <a:pt x="4542" y="3182"/>
                  <a:pt x="4540" y="3175"/>
                  <a:pt x="4537" y="3175"/>
                </a:cubicBezTo>
                <a:cubicBezTo>
                  <a:pt x="4487" y="3009"/>
                  <a:pt x="4407" y="2982"/>
                  <a:pt x="4350" y="3115"/>
                </a:cubicBezTo>
                <a:cubicBezTo>
                  <a:pt x="4316" y="3188"/>
                  <a:pt x="4292" y="3308"/>
                  <a:pt x="4282" y="3441"/>
                </a:cubicBezTo>
                <a:cubicBezTo>
                  <a:pt x="4276" y="3507"/>
                  <a:pt x="4274" y="3574"/>
                  <a:pt x="4274" y="3640"/>
                </a:cubicBezTo>
                <a:cubicBezTo>
                  <a:pt x="4267" y="3674"/>
                  <a:pt x="4262" y="3713"/>
                  <a:pt x="4260" y="3753"/>
                </a:cubicBezTo>
                <a:cubicBezTo>
                  <a:pt x="4256" y="3800"/>
                  <a:pt x="4255" y="3853"/>
                  <a:pt x="4258" y="3900"/>
                </a:cubicBezTo>
                <a:cubicBezTo>
                  <a:pt x="4256" y="3953"/>
                  <a:pt x="4262" y="3993"/>
                  <a:pt x="4269" y="4039"/>
                </a:cubicBezTo>
                <a:close/>
                <a:moveTo>
                  <a:pt x="3512" y="3966"/>
                </a:moveTo>
                <a:cubicBezTo>
                  <a:pt x="3514" y="3966"/>
                  <a:pt x="3516" y="3973"/>
                  <a:pt x="3517" y="3973"/>
                </a:cubicBezTo>
                <a:cubicBezTo>
                  <a:pt x="3519" y="3973"/>
                  <a:pt x="3521" y="3973"/>
                  <a:pt x="3523" y="3973"/>
                </a:cubicBezTo>
                <a:cubicBezTo>
                  <a:pt x="3532" y="4079"/>
                  <a:pt x="3553" y="4179"/>
                  <a:pt x="3580" y="4232"/>
                </a:cubicBezTo>
                <a:cubicBezTo>
                  <a:pt x="3589" y="4252"/>
                  <a:pt x="3600" y="4265"/>
                  <a:pt x="3609" y="4278"/>
                </a:cubicBezTo>
                <a:cubicBezTo>
                  <a:pt x="3611" y="4278"/>
                  <a:pt x="3613" y="4285"/>
                  <a:pt x="3616" y="4285"/>
                </a:cubicBezTo>
                <a:cubicBezTo>
                  <a:pt x="3640" y="4305"/>
                  <a:pt x="3656" y="4305"/>
                  <a:pt x="3679" y="4285"/>
                </a:cubicBezTo>
                <a:cubicBezTo>
                  <a:pt x="3688" y="4278"/>
                  <a:pt x="3699" y="4258"/>
                  <a:pt x="3708" y="4239"/>
                </a:cubicBezTo>
                <a:cubicBezTo>
                  <a:pt x="3713" y="4225"/>
                  <a:pt x="3724" y="4192"/>
                  <a:pt x="3730" y="4179"/>
                </a:cubicBezTo>
                <a:cubicBezTo>
                  <a:pt x="3737" y="4159"/>
                  <a:pt x="3742" y="4126"/>
                  <a:pt x="3746" y="4099"/>
                </a:cubicBezTo>
                <a:cubicBezTo>
                  <a:pt x="3751" y="4066"/>
                  <a:pt x="3755" y="4026"/>
                  <a:pt x="3757" y="3993"/>
                </a:cubicBezTo>
                <a:cubicBezTo>
                  <a:pt x="3758" y="3959"/>
                  <a:pt x="3760" y="3920"/>
                  <a:pt x="3760" y="3886"/>
                </a:cubicBezTo>
                <a:cubicBezTo>
                  <a:pt x="3760" y="3853"/>
                  <a:pt x="3758" y="3813"/>
                  <a:pt x="3757" y="3780"/>
                </a:cubicBezTo>
                <a:cubicBezTo>
                  <a:pt x="3755" y="3760"/>
                  <a:pt x="3753" y="3747"/>
                  <a:pt x="3751" y="3733"/>
                </a:cubicBezTo>
                <a:cubicBezTo>
                  <a:pt x="3762" y="3647"/>
                  <a:pt x="3766" y="3561"/>
                  <a:pt x="3758" y="3468"/>
                </a:cubicBezTo>
                <a:cubicBezTo>
                  <a:pt x="3748" y="3315"/>
                  <a:pt x="3721" y="3195"/>
                  <a:pt x="3685" y="3115"/>
                </a:cubicBezTo>
                <a:cubicBezTo>
                  <a:pt x="3674" y="3089"/>
                  <a:pt x="3663" y="3075"/>
                  <a:pt x="3651" y="3062"/>
                </a:cubicBezTo>
                <a:cubicBezTo>
                  <a:pt x="3647" y="3056"/>
                  <a:pt x="3642" y="3049"/>
                  <a:pt x="3638" y="3049"/>
                </a:cubicBezTo>
                <a:cubicBezTo>
                  <a:pt x="3622" y="3036"/>
                  <a:pt x="3604" y="3022"/>
                  <a:pt x="3588" y="3029"/>
                </a:cubicBezTo>
                <a:cubicBezTo>
                  <a:pt x="3575" y="3029"/>
                  <a:pt x="3562" y="3036"/>
                  <a:pt x="3550" y="3049"/>
                </a:cubicBezTo>
                <a:cubicBezTo>
                  <a:pt x="3546" y="3049"/>
                  <a:pt x="3541" y="3056"/>
                  <a:pt x="3537" y="3062"/>
                </a:cubicBezTo>
                <a:cubicBezTo>
                  <a:pt x="3510" y="3095"/>
                  <a:pt x="3494" y="3129"/>
                  <a:pt x="3473" y="3202"/>
                </a:cubicBezTo>
                <a:cubicBezTo>
                  <a:pt x="3469" y="3208"/>
                  <a:pt x="3467" y="3222"/>
                  <a:pt x="3464" y="3235"/>
                </a:cubicBezTo>
                <a:cubicBezTo>
                  <a:pt x="3456" y="3268"/>
                  <a:pt x="3447" y="3308"/>
                  <a:pt x="3440" y="3355"/>
                </a:cubicBezTo>
                <a:cubicBezTo>
                  <a:pt x="3431" y="3428"/>
                  <a:pt x="3422" y="3501"/>
                  <a:pt x="3424" y="3587"/>
                </a:cubicBezTo>
                <a:cubicBezTo>
                  <a:pt x="3426" y="3694"/>
                  <a:pt x="3435" y="3800"/>
                  <a:pt x="3456" y="3880"/>
                </a:cubicBezTo>
                <a:cubicBezTo>
                  <a:pt x="3476" y="3906"/>
                  <a:pt x="3492" y="3946"/>
                  <a:pt x="3512" y="3966"/>
                </a:cubicBezTo>
                <a:close/>
                <a:moveTo>
                  <a:pt x="2662" y="3680"/>
                </a:moveTo>
                <a:cubicBezTo>
                  <a:pt x="2662" y="3747"/>
                  <a:pt x="2667" y="3813"/>
                  <a:pt x="2676" y="3866"/>
                </a:cubicBezTo>
                <a:cubicBezTo>
                  <a:pt x="2678" y="3880"/>
                  <a:pt x="2680" y="3886"/>
                  <a:pt x="2681" y="3900"/>
                </a:cubicBezTo>
                <a:cubicBezTo>
                  <a:pt x="2683" y="3933"/>
                  <a:pt x="2687" y="3966"/>
                  <a:pt x="2692" y="3999"/>
                </a:cubicBezTo>
                <a:cubicBezTo>
                  <a:pt x="2707" y="4079"/>
                  <a:pt x="2726" y="4152"/>
                  <a:pt x="2752" y="4172"/>
                </a:cubicBezTo>
                <a:cubicBezTo>
                  <a:pt x="2791" y="4199"/>
                  <a:pt x="2831" y="4205"/>
                  <a:pt x="2868" y="4165"/>
                </a:cubicBezTo>
                <a:cubicBezTo>
                  <a:pt x="2899" y="4132"/>
                  <a:pt x="2926" y="4079"/>
                  <a:pt x="2949" y="4013"/>
                </a:cubicBezTo>
                <a:cubicBezTo>
                  <a:pt x="2960" y="3993"/>
                  <a:pt x="2971" y="3973"/>
                  <a:pt x="2980" y="3939"/>
                </a:cubicBezTo>
                <a:cubicBezTo>
                  <a:pt x="2985" y="3913"/>
                  <a:pt x="2991" y="3886"/>
                  <a:pt x="2996" y="3866"/>
                </a:cubicBezTo>
                <a:cubicBezTo>
                  <a:pt x="3005" y="3807"/>
                  <a:pt x="3010" y="3747"/>
                  <a:pt x="3010" y="3680"/>
                </a:cubicBezTo>
                <a:cubicBezTo>
                  <a:pt x="3010" y="3667"/>
                  <a:pt x="3010" y="3647"/>
                  <a:pt x="3010" y="3634"/>
                </a:cubicBezTo>
                <a:cubicBezTo>
                  <a:pt x="3009" y="3587"/>
                  <a:pt x="3009" y="3534"/>
                  <a:pt x="3005" y="3488"/>
                </a:cubicBezTo>
                <a:cubicBezTo>
                  <a:pt x="3001" y="3448"/>
                  <a:pt x="2996" y="3401"/>
                  <a:pt x="2991" y="3361"/>
                </a:cubicBezTo>
                <a:cubicBezTo>
                  <a:pt x="2989" y="3348"/>
                  <a:pt x="2987" y="3335"/>
                  <a:pt x="2983" y="3315"/>
                </a:cubicBezTo>
                <a:cubicBezTo>
                  <a:pt x="2974" y="3268"/>
                  <a:pt x="2964" y="3208"/>
                  <a:pt x="2951" y="3169"/>
                </a:cubicBezTo>
                <a:cubicBezTo>
                  <a:pt x="2942" y="3142"/>
                  <a:pt x="2933" y="3109"/>
                  <a:pt x="2922" y="3089"/>
                </a:cubicBezTo>
                <a:cubicBezTo>
                  <a:pt x="2912" y="3062"/>
                  <a:pt x="2899" y="3049"/>
                  <a:pt x="2888" y="3029"/>
                </a:cubicBezTo>
                <a:cubicBezTo>
                  <a:pt x="2885" y="3022"/>
                  <a:pt x="2881" y="3016"/>
                  <a:pt x="2876" y="3016"/>
                </a:cubicBezTo>
                <a:cubicBezTo>
                  <a:pt x="2863" y="3002"/>
                  <a:pt x="2850" y="2996"/>
                  <a:pt x="2838" y="2996"/>
                </a:cubicBezTo>
                <a:cubicBezTo>
                  <a:pt x="2829" y="2996"/>
                  <a:pt x="2820" y="3002"/>
                  <a:pt x="2813" y="3002"/>
                </a:cubicBezTo>
                <a:cubicBezTo>
                  <a:pt x="2804" y="3009"/>
                  <a:pt x="2795" y="3009"/>
                  <a:pt x="2788" y="3022"/>
                </a:cubicBezTo>
                <a:cubicBezTo>
                  <a:pt x="2771" y="3042"/>
                  <a:pt x="2755" y="3069"/>
                  <a:pt x="2743" y="3102"/>
                </a:cubicBezTo>
                <a:cubicBezTo>
                  <a:pt x="2734" y="3129"/>
                  <a:pt x="2723" y="3155"/>
                  <a:pt x="2714" y="3188"/>
                </a:cubicBezTo>
                <a:cubicBezTo>
                  <a:pt x="2705" y="3222"/>
                  <a:pt x="2698" y="3262"/>
                  <a:pt x="2690" y="3295"/>
                </a:cubicBezTo>
                <a:cubicBezTo>
                  <a:pt x="2687" y="3308"/>
                  <a:pt x="2685" y="3328"/>
                  <a:pt x="2681" y="3341"/>
                </a:cubicBezTo>
                <a:cubicBezTo>
                  <a:pt x="2676" y="3381"/>
                  <a:pt x="2671" y="3428"/>
                  <a:pt x="2667" y="3474"/>
                </a:cubicBezTo>
                <a:cubicBezTo>
                  <a:pt x="2663" y="3521"/>
                  <a:pt x="2662" y="3574"/>
                  <a:pt x="2660" y="3620"/>
                </a:cubicBezTo>
                <a:cubicBezTo>
                  <a:pt x="2662" y="3640"/>
                  <a:pt x="2662" y="3660"/>
                  <a:pt x="2662" y="3680"/>
                </a:cubicBezTo>
                <a:close/>
                <a:moveTo>
                  <a:pt x="3099" y="6000"/>
                </a:moveTo>
                <a:cubicBezTo>
                  <a:pt x="3075" y="5933"/>
                  <a:pt x="3039" y="5887"/>
                  <a:pt x="3010" y="5933"/>
                </a:cubicBezTo>
                <a:cubicBezTo>
                  <a:pt x="2985" y="5973"/>
                  <a:pt x="2960" y="6013"/>
                  <a:pt x="2935" y="6046"/>
                </a:cubicBezTo>
                <a:cubicBezTo>
                  <a:pt x="2908" y="5986"/>
                  <a:pt x="2877" y="5947"/>
                  <a:pt x="2845" y="5953"/>
                </a:cubicBezTo>
                <a:cubicBezTo>
                  <a:pt x="2800" y="5967"/>
                  <a:pt x="2762" y="6026"/>
                  <a:pt x="2726" y="6133"/>
                </a:cubicBezTo>
                <a:cubicBezTo>
                  <a:pt x="2698" y="6219"/>
                  <a:pt x="2680" y="6339"/>
                  <a:pt x="2667" y="6465"/>
                </a:cubicBezTo>
                <a:cubicBezTo>
                  <a:pt x="2653" y="6624"/>
                  <a:pt x="2660" y="6791"/>
                  <a:pt x="2680" y="6944"/>
                </a:cubicBezTo>
                <a:cubicBezTo>
                  <a:pt x="2705" y="7156"/>
                  <a:pt x="2770" y="7316"/>
                  <a:pt x="2831" y="7349"/>
                </a:cubicBezTo>
                <a:cubicBezTo>
                  <a:pt x="2868" y="7369"/>
                  <a:pt x="2906" y="7376"/>
                  <a:pt x="2944" y="7336"/>
                </a:cubicBezTo>
                <a:cubicBezTo>
                  <a:pt x="2982" y="7289"/>
                  <a:pt x="3016" y="7216"/>
                  <a:pt x="3045" y="7110"/>
                </a:cubicBezTo>
                <a:cubicBezTo>
                  <a:pt x="3106" y="6890"/>
                  <a:pt x="3131" y="6591"/>
                  <a:pt x="3138" y="6286"/>
                </a:cubicBezTo>
                <a:cubicBezTo>
                  <a:pt x="3142" y="6179"/>
                  <a:pt x="3122" y="6066"/>
                  <a:pt x="3099" y="6000"/>
                </a:cubicBezTo>
                <a:close/>
                <a:moveTo>
                  <a:pt x="3846" y="6272"/>
                </a:moveTo>
                <a:cubicBezTo>
                  <a:pt x="3843" y="6232"/>
                  <a:pt x="3837" y="6186"/>
                  <a:pt x="3832" y="6153"/>
                </a:cubicBezTo>
                <a:cubicBezTo>
                  <a:pt x="3827" y="6113"/>
                  <a:pt x="3818" y="6080"/>
                  <a:pt x="3811" y="6046"/>
                </a:cubicBezTo>
                <a:cubicBezTo>
                  <a:pt x="3809" y="6040"/>
                  <a:pt x="3809" y="6040"/>
                  <a:pt x="3807" y="6033"/>
                </a:cubicBezTo>
                <a:cubicBezTo>
                  <a:pt x="3800" y="6006"/>
                  <a:pt x="3791" y="5986"/>
                  <a:pt x="3784" y="5967"/>
                </a:cubicBezTo>
                <a:cubicBezTo>
                  <a:pt x="3782" y="5960"/>
                  <a:pt x="3780" y="5960"/>
                  <a:pt x="3778" y="5953"/>
                </a:cubicBezTo>
                <a:cubicBezTo>
                  <a:pt x="3769" y="5933"/>
                  <a:pt x="3758" y="5920"/>
                  <a:pt x="3749" y="5907"/>
                </a:cubicBezTo>
                <a:cubicBezTo>
                  <a:pt x="3748" y="5907"/>
                  <a:pt x="3746" y="5900"/>
                  <a:pt x="3744" y="5900"/>
                </a:cubicBezTo>
                <a:cubicBezTo>
                  <a:pt x="3733" y="5893"/>
                  <a:pt x="3722" y="5887"/>
                  <a:pt x="3712" y="5887"/>
                </a:cubicBezTo>
                <a:cubicBezTo>
                  <a:pt x="3703" y="5893"/>
                  <a:pt x="3694" y="5893"/>
                  <a:pt x="3685" y="5900"/>
                </a:cubicBezTo>
                <a:cubicBezTo>
                  <a:pt x="3672" y="5913"/>
                  <a:pt x="3660" y="5933"/>
                  <a:pt x="3651" y="5967"/>
                </a:cubicBezTo>
                <a:cubicBezTo>
                  <a:pt x="3643" y="5980"/>
                  <a:pt x="3636" y="6006"/>
                  <a:pt x="3633" y="6033"/>
                </a:cubicBezTo>
                <a:cubicBezTo>
                  <a:pt x="3624" y="6066"/>
                  <a:pt x="3618" y="6113"/>
                  <a:pt x="3615" y="6159"/>
                </a:cubicBezTo>
                <a:cubicBezTo>
                  <a:pt x="3613" y="6179"/>
                  <a:pt x="3613" y="6206"/>
                  <a:pt x="3611" y="6226"/>
                </a:cubicBezTo>
                <a:cubicBezTo>
                  <a:pt x="3593" y="6279"/>
                  <a:pt x="3577" y="6345"/>
                  <a:pt x="3562" y="6412"/>
                </a:cubicBezTo>
                <a:cubicBezTo>
                  <a:pt x="3557" y="6438"/>
                  <a:pt x="3553" y="6458"/>
                  <a:pt x="3550" y="6492"/>
                </a:cubicBezTo>
                <a:cubicBezTo>
                  <a:pt x="3543" y="6545"/>
                  <a:pt x="3535" y="6598"/>
                  <a:pt x="3534" y="6658"/>
                </a:cubicBezTo>
                <a:cubicBezTo>
                  <a:pt x="3528" y="6724"/>
                  <a:pt x="3528" y="6791"/>
                  <a:pt x="3534" y="6857"/>
                </a:cubicBezTo>
                <a:cubicBezTo>
                  <a:pt x="3539" y="6917"/>
                  <a:pt x="3546" y="6977"/>
                  <a:pt x="3559" y="7023"/>
                </a:cubicBezTo>
                <a:cubicBezTo>
                  <a:pt x="3571" y="7070"/>
                  <a:pt x="3586" y="7103"/>
                  <a:pt x="3604" y="7116"/>
                </a:cubicBezTo>
                <a:cubicBezTo>
                  <a:pt x="3622" y="7136"/>
                  <a:pt x="3640" y="7136"/>
                  <a:pt x="3658" y="7116"/>
                </a:cubicBezTo>
                <a:cubicBezTo>
                  <a:pt x="3712" y="7090"/>
                  <a:pt x="3767" y="7023"/>
                  <a:pt x="3807" y="6877"/>
                </a:cubicBezTo>
                <a:cubicBezTo>
                  <a:pt x="3816" y="6844"/>
                  <a:pt x="3823" y="6811"/>
                  <a:pt x="3829" y="6771"/>
                </a:cubicBezTo>
                <a:cubicBezTo>
                  <a:pt x="3836" y="6737"/>
                  <a:pt x="3839" y="6691"/>
                  <a:pt x="3843" y="6651"/>
                </a:cubicBezTo>
                <a:cubicBezTo>
                  <a:pt x="3848" y="6598"/>
                  <a:pt x="3850" y="6538"/>
                  <a:pt x="3852" y="6478"/>
                </a:cubicBezTo>
                <a:cubicBezTo>
                  <a:pt x="3854" y="6418"/>
                  <a:pt x="3850" y="6359"/>
                  <a:pt x="3846" y="6305"/>
                </a:cubicBezTo>
                <a:cubicBezTo>
                  <a:pt x="3848" y="6292"/>
                  <a:pt x="3848" y="6279"/>
                  <a:pt x="3846" y="6272"/>
                </a:cubicBezTo>
                <a:close/>
                <a:moveTo>
                  <a:pt x="4523" y="6026"/>
                </a:moveTo>
                <a:cubicBezTo>
                  <a:pt x="4496" y="5953"/>
                  <a:pt x="4467" y="5907"/>
                  <a:pt x="4436" y="5867"/>
                </a:cubicBezTo>
                <a:cubicBezTo>
                  <a:pt x="4413" y="5834"/>
                  <a:pt x="4379" y="5860"/>
                  <a:pt x="4359" y="5907"/>
                </a:cubicBezTo>
                <a:cubicBezTo>
                  <a:pt x="4341" y="5947"/>
                  <a:pt x="4323" y="6020"/>
                  <a:pt x="4316" y="6099"/>
                </a:cubicBezTo>
                <a:cubicBezTo>
                  <a:pt x="4309" y="6106"/>
                  <a:pt x="4301" y="6106"/>
                  <a:pt x="4292" y="6113"/>
                </a:cubicBezTo>
                <a:cubicBezTo>
                  <a:pt x="4276" y="6133"/>
                  <a:pt x="4260" y="6159"/>
                  <a:pt x="4247" y="6206"/>
                </a:cubicBezTo>
                <a:cubicBezTo>
                  <a:pt x="4224" y="6279"/>
                  <a:pt x="4206" y="6405"/>
                  <a:pt x="4201" y="6512"/>
                </a:cubicBezTo>
                <a:cubicBezTo>
                  <a:pt x="4195" y="6618"/>
                  <a:pt x="4195" y="6678"/>
                  <a:pt x="4201" y="6784"/>
                </a:cubicBezTo>
                <a:cubicBezTo>
                  <a:pt x="4202" y="6844"/>
                  <a:pt x="4210" y="6904"/>
                  <a:pt x="4217" y="6957"/>
                </a:cubicBezTo>
                <a:cubicBezTo>
                  <a:pt x="4231" y="7070"/>
                  <a:pt x="4258" y="7163"/>
                  <a:pt x="4287" y="7229"/>
                </a:cubicBezTo>
                <a:cubicBezTo>
                  <a:pt x="4319" y="7302"/>
                  <a:pt x="4354" y="7329"/>
                  <a:pt x="4389" y="7342"/>
                </a:cubicBezTo>
                <a:cubicBezTo>
                  <a:pt x="4418" y="7356"/>
                  <a:pt x="4447" y="7342"/>
                  <a:pt x="4476" y="7322"/>
                </a:cubicBezTo>
                <a:cubicBezTo>
                  <a:pt x="4510" y="7296"/>
                  <a:pt x="4544" y="7229"/>
                  <a:pt x="4569" y="7136"/>
                </a:cubicBezTo>
                <a:cubicBezTo>
                  <a:pt x="4580" y="7096"/>
                  <a:pt x="4593" y="7043"/>
                  <a:pt x="4600" y="6990"/>
                </a:cubicBezTo>
                <a:cubicBezTo>
                  <a:pt x="4612" y="6890"/>
                  <a:pt x="4616" y="6824"/>
                  <a:pt x="4620" y="6718"/>
                </a:cubicBezTo>
                <a:cubicBezTo>
                  <a:pt x="4623" y="6585"/>
                  <a:pt x="4612" y="6452"/>
                  <a:pt x="4598" y="6332"/>
                </a:cubicBezTo>
                <a:cubicBezTo>
                  <a:pt x="4580" y="6212"/>
                  <a:pt x="4551" y="6113"/>
                  <a:pt x="4523" y="6026"/>
                </a:cubicBezTo>
                <a:close/>
                <a:moveTo>
                  <a:pt x="5139" y="6113"/>
                </a:moveTo>
                <a:cubicBezTo>
                  <a:pt x="5125" y="6099"/>
                  <a:pt x="5112" y="6093"/>
                  <a:pt x="5098" y="6093"/>
                </a:cubicBezTo>
                <a:cubicBezTo>
                  <a:pt x="5083" y="6093"/>
                  <a:pt x="5069" y="6099"/>
                  <a:pt x="5055" y="6113"/>
                </a:cubicBezTo>
                <a:cubicBezTo>
                  <a:pt x="5049" y="6119"/>
                  <a:pt x="5044" y="6119"/>
                  <a:pt x="5038" y="6133"/>
                </a:cubicBezTo>
                <a:cubicBezTo>
                  <a:pt x="5026" y="6153"/>
                  <a:pt x="5012" y="6166"/>
                  <a:pt x="5001" y="6199"/>
                </a:cubicBezTo>
                <a:cubicBezTo>
                  <a:pt x="4979" y="6259"/>
                  <a:pt x="4958" y="6325"/>
                  <a:pt x="4947" y="6418"/>
                </a:cubicBezTo>
                <a:cubicBezTo>
                  <a:pt x="4934" y="6512"/>
                  <a:pt x="4932" y="6545"/>
                  <a:pt x="4929" y="6651"/>
                </a:cubicBezTo>
                <a:cubicBezTo>
                  <a:pt x="4927" y="6704"/>
                  <a:pt x="4931" y="6757"/>
                  <a:pt x="4932" y="6804"/>
                </a:cubicBezTo>
                <a:cubicBezTo>
                  <a:pt x="4934" y="6850"/>
                  <a:pt x="4941" y="6897"/>
                  <a:pt x="4947" y="6944"/>
                </a:cubicBezTo>
                <a:cubicBezTo>
                  <a:pt x="4952" y="6990"/>
                  <a:pt x="4961" y="7030"/>
                  <a:pt x="4970" y="7063"/>
                </a:cubicBezTo>
                <a:cubicBezTo>
                  <a:pt x="4986" y="7136"/>
                  <a:pt x="5012" y="7189"/>
                  <a:pt x="5037" y="7216"/>
                </a:cubicBezTo>
                <a:cubicBezTo>
                  <a:pt x="5049" y="7229"/>
                  <a:pt x="5064" y="7236"/>
                  <a:pt x="5076" y="7236"/>
                </a:cubicBezTo>
                <a:cubicBezTo>
                  <a:pt x="5101" y="7229"/>
                  <a:pt x="5116" y="7216"/>
                  <a:pt x="5137" y="7170"/>
                </a:cubicBezTo>
                <a:cubicBezTo>
                  <a:pt x="5159" y="7130"/>
                  <a:pt x="5179" y="7050"/>
                  <a:pt x="5190" y="6977"/>
                </a:cubicBezTo>
                <a:cubicBezTo>
                  <a:pt x="5202" y="6890"/>
                  <a:pt x="5211" y="6791"/>
                  <a:pt x="5209" y="6691"/>
                </a:cubicBezTo>
                <a:cubicBezTo>
                  <a:pt x="5209" y="6664"/>
                  <a:pt x="5208" y="6638"/>
                  <a:pt x="5208" y="6618"/>
                </a:cubicBezTo>
                <a:cubicBezTo>
                  <a:pt x="5209" y="6605"/>
                  <a:pt x="5211" y="6598"/>
                  <a:pt x="5211" y="6585"/>
                </a:cubicBezTo>
                <a:cubicBezTo>
                  <a:pt x="5213" y="6551"/>
                  <a:pt x="5213" y="6518"/>
                  <a:pt x="5215" y="6485"/>
                </a:cubicBezTo>
                <a:cubicBezTo>
                  <a:pt x="5215" y="6418"/>
                  <a:pt x="5209" y="6352"/>
                  <a:pt x="5200" y="6299"/>
                </a:cubicBezTo>
                <a:cubicBezTo>
                  <a:pt x="5186" y="6199"/>
                  <a:pt x="5164" y="6133"/>
                  <a:pt x="5139" y="6113"/>
                </a:cubicBezTo>
                <a:close/>
                <a:moveTo>
                  <a:pt x="5857" y="6498"/>
                </a:moveTo>
                <a:cubicBezTo>
                  <a:pt x="5853" y="6452"/>
                  <a:pt x="5848" y="6405"/>
                  <a:pt x="5840" y="6365"/>
                </a:cubicBezTo>
                <a:cubicBezTo>
                  <a:pt x="5831" y="6299"/>
                  <a:pt x="5819" y="6246"/>
                  <a:pt x="5808" y="6192"/>
                </a:cubicBezTo>
                <a:cubicBezTo>
                  <a:pt x="5801" y="6159"/>
                  <a:pt x="5794" y="6126"/>
                  <a:pt x="5785" y="6099"/>
                </a:cubicBezTo>
                <a:cubicBezTo>
                  <a:pt x="5767" y="6033"/>
                  <a:pt x="5740" y="5993"/>
                  <a:pt x="5713" y="5993"/>
                </a:cubicBezTo>
                <a:cubicBezTo>
                  <a:pt x="5702" y="5993"/>
                  <a:pt x="5693" y="6000"/>
                  <a:pt x="5684" y="6013"/>
                </a:cubicBezTo>
                <a:cubicBezTo>
                  <a:pt x="5682" y="6013"/>
                  <a:pt x="5680" y="6013"/>
                  <a:pt x="5677" y="6013"/>
                </a:cubicBezTo>
                <a:cubicBezTo>
                  <a:pt x="5659" y="6013"/>
                  <a:pt x="5641" y="6033"/>
                  <a:pt x="5626" y="6066"/>
                </a:cubicBezTo>
                <a:cubicBezTo>
                  <a:pt x="5612" y="6086"/>
                  <a:pt x="5601" y="6126"/>
                  <a:pt x="5589" y="6159"/>
                </a:cubicBezTo>
                <a:cubicBezTo>
                  <a:pt x="5583" y="6179"/>
                  <a:pt x="5578" y="6192"/>
                  <a:pt x="5574" y="6212"/>
                </a:cubicBezTo>
                <a:cubicBezTo>
                  <a:pt x="5565" y="6259"/>
                  <a:pt x="5555" y="6299"/>
                  <a:pt x="5549" y="6352"/>
                </a:cubicBezTo>
                <a:cubicBezTo>
                  <a:pt x="5542" y="6399"/>
                  <a:pt x="5537" y="6458"/>
                  <a:pt x="5533" y="6512"/>
                </a:cubicBezTo>
                <a:cubicBezTo>
                  <a:pt x="5531" y="6538"/>
                  <a:pt x="5531" y="6565"/>
                  <a:pt x="5529" y="6598"/>
                </a:cubicBezTo>
                <a:cubicBezTo>
                  <a:pt x="5528" y="6624"/>
                  <a:pt x="5528" y="6658"/>
                  <a:pt x="5528" y="6684"/>
                </a:cubicBezTo>
                <a:cubicBezTo>
                  <a:pt x="5528" y="6698"/>
                  <a:pt x="5528" y="6711"/>
                  <a:pt x="5528" y="6724"/>
                </a:cubicBezTo>
                <a:cubicBezTo>
                  <a:pt x="5529" y="6771"/>
                  <a:pt x="5529" y="6811"/>
                  <a:pt x="5533" y="6857"/>
                </a:cubicBezTo>
                <a:cubicBezTo>
                  <a:pt x="5533" y="6870"/>
                  <a:pt x="5535" y="6884"/>
                  <a:pt x="5537" y="6890"/>
                </a:cubicBezTo>
                <a:cubicBezTo>
                  <a:pt x="5540" y="6930"/>
                  <a:pt x="5546" y="6970"/>
                  <a:pt x="5551" y="7010"/>
                </a:cubicBezTo>
                <a:cubicBezTo>
                  <a:pt x="5556" y="7043"/>
                  <a:pt x="5563" y="7076"/>
                  <a:pt x="5571" y="7110"/>
                </a:cubicBezTo>
                <a:cubicBezTo>
                  <a:pt x="5572" y="7116"/>
                  <a:pt x="5574" y="7130"/>
                  <a:pt x="5578" y="7136"/>
                </a:cubicBezTo>
                <a:cubicBezTo>
                  <a:pt x="5599" y="7209"/>
                  <a:pt x="5625" y="7269"/>
                  <a:pt x="5653" y="7289"/>
                </a:cubicBezTo>
                <a:cubicBezTo>
                  <a:pt x="5684" y="7316"/>
                  <a:pt x="5711" y="7316"/>
                  <a:pt x="5741" y="7289"/>
                </a:cubicBezTo>
                <a:cubicBezTo>
                  <a:pt x="5756" y="7276"/>
                  <a:pt x="5768" y="7256"/>
                  <a:pt x="5781" y="7229"/>
                </a:cubicBezTo>
                <a:cubicBezTo>
                  <a:pt x="5794" y="7209"/>
                  <a:pt x="5804" y="7170"/>
                  <a:pt x="5815" y="7136"/>
                </a:cubicBezTo>
                <a:cubicBezTo>
                  <a:pt x="5826" y="7103"/>
                  <a:pt x="5835" y="7057"/>
                  <a:pt x="5842" y="7017"/>
                </a:cubicBezTo>
                <a:cubicBezTo>
                  <a:pt x="5844" y="7010"/>
                  <a:pt x="5846" y="6997"/>
                  <a:pt x="5846" y="6990"/>
                </a:cubicBezTo>
                <a:cubicBezTo>
                  <a:pt x="5851" y="6950"/>
                  <a:pt x="5857" y="6910"/>
                  <a:pt x="5858" y="6864"/>
                </a:cubicBezTo>
                <a:cubicBezTo>
                  <a:pt x="5866" y="6757"/>
                  <a:pt x="5864" y="6678"/>
                  <a:pt x="5858" y="6571"/>
                </a:cubicBezTo>
                <a:cubicBezTo>
                  <a:pt x="5858" y="6531"/>
                  <a:pt x="5858" y="6512"/>
                  <a:pt x="5857" y="6498"/>
                </a:cubicBezTo>
                <a:close/>
                <a:moveTo>
                  <a:pt x="6491" y="6159"/>
                </a:moveTo>
                <a:cubicBezTo>
                  <a:pt x="6497" y="6093"/>
                  <a:pt x="6498" y="6026"/>
                  <a:pt x="6493" y="5953"/>
                </a:cubicBezTo>
                <a:cubicBezTo>
                  <a:pt x="6486" y="5867"/>
                  <a:pt x="6468" y="5774"/>
                  <a:pt x="6446" y="5734"/>
                </a:cubicBezTo>
                <a:cubicBezTo>
                  <a:pt x="6423" y="5687"/>
                  <a:pt x="6394" y="5667"/>
                  <a:pt x="6369" y="5694"/>
                </a:cubicBezTo>
                <a:cubicBezTo>
                  <a:pt x="6346" y="5721"/>
                  <a:pt x="6320" y="5780"/>
                  <a:pt x="6310" y="5867"/>
                </a:cubicBezTo>
                <a:cubicBezTo>
                  <a:pt x="6286" y="6033"/>
                  <a:pt x="6263" y="6199"/>
                  <a:pt x="6241" y="6365"/>
                </a:cubicBezTo>
                <a:cubicBezTo>
                  <a:pt x="6227" y="6472"/>
                  <a:pt x="6211" y="6578"/>
                  <a:pt x="6200" y="6684"/>
                </a:cubicBezTo>
                <a:cubicBezTo>
                  <a:pt x="6180" y="6877"/>
                  <a:pt x="6202" y="7123"/>
                  <a:pt x="6254" y="7223"/>
                </a:cubicBezTo>
                <a:cubicBezTo>
                  <a:pt x="6292" y="7296"/>
                  <a:pt x="6333" y="7296"/>
                  <a:pt x="6374" y="7263"/>
                </a:cubicBezTo>
                <a:cubicBezTo>
                  <a:pt x="6400" y="7243"/>
                  <a:pt x="6425" y="7203"/>
                  <a:pt x="6444" y="7156"/>
                </a:cubicBezTo>
                <a:cubicBezTo>
                  <a:pt x="6498" y="7030"/>
                  <a:pt x="6538" y="6811"/>
                  <a:pt x="6536" y="6565"/>
                </a:cubicBezTo>
                <a:cubicBezTo>
                  <a:pt x="6534" y="6445"/>
                  <a:pt x="6527" y="6319"/>
                  <a:pt x="6509" y="6226"/>
                </a:cubicBezTo>
                <a:cubicBezTo>
                  <a:pt x="6500" y="6206"/>
                  <a:pt x="6497" y="6179"/>
                  <a:pt x="6491" y="6159"/>
                </a:cubicBezTo>
                <a:close/>
                <a:moveTo>
                  <a:pt x="7115" y="6492"/>
                </a:moveTo>
                <a:cubicBezTo>
                  <a:pt x="7106" y="6438"/>
                  <a:pt x="7097" y="6392"/>
                  <a:pt x="7086" y="6345"/>
                </a:cubicBezTo>
                <a:cubicBezTo>
                  <a:pt x="7081" y="6325"/>
                  <a:pt x="7076" y="6299"/>
                  <a:pt x="7070" y="6286"/>
                </a:cubicBezTo>
                <a:cubicBezTo>
                  <a:pt x="7067" y="6272"/>
                  <a:pt x="7063" y="6266"/>
                  <a:pt x="7061" y="6259"/>
                </a:cubicBezTo>
                <a:cubicBezTo>
                  <a:pt x="7059" y="6212"/>
                  <a:pt x="7056" y="6173"/>
                  <a:pt x="7050" y="6133"/>
                </a:cubicBezTo>
                <a:cubicBezTo>
                  <a:pt x="7045" y="6106"/>
                  <a:pt x="7040" y="6080"/>
                  <a:pt x="7034" y="6060"/>
                </a:cubicBezTo>
                <a:cubicBezTo>
                  <a:pt x="7022" y="6013"/>
                  <a:pt x="7007" y="5980"/>
                  <a:pt x="6989" y="5967"/>
                </a:cubicBezTo>
                <a:cubicBezTo>
                  <a:pt x="6980" y="5960"/>
                  <a:pt x="6971" y="5960"/>
                  <a:pt x="6962" y="5953"/>
                </a:cubicBezTo>
                <a:cubicBezTo>
                  <a:pt x="6944" y="5953"/>
                  <a:pt x="6926" y="5973"/>
                  <a:pt x="6912" y="6006"/>
                </a:cubicBezTo>
                <a:cubicBezTo>
                  <a:pt x="6908" y="6013"/>
                  <a:pt x="6905" y="6020"/>
                  <a:pt x="6903" y="6026"/>
                </a:cubicBezTo>
                <a:cubicBezTo>
                  <a:pt x="6894" y="6046"/>
                  <a:pt x="6883" y="6080"/>
                  <a:pt x="6876" y="6106"/>
                </a:cubicBezTo>
                <a:cubicBezTo>
                  <a:pt x="6869" y="6139"/>
                  <a:pt x="6862" y="6173"/>
                  <a:pt x="6854" y="6206"/>
                </a:cubicBezTo>
                <a:cubicBezTo>
                  <a:pt x="6853" y="6219"/>
                  <a:pt x="6851" y="6232"/>
                  <a:pt x="6849" y="6246"/>
                </a:cubicBezTo>
                <a:cubicBezTo>
                  <a:pt x="6842" y="6299"/>
                  <a:pt x="6835" y="6352"/>
                  <a:pt x="6833" y="6405"/>
                </a:cubicBezTo>
                <a:cubicBezTo>
                  <a:pt x="6831" y="6445"/>
                  <a:pt x="6829" y="6498"/>
                  <a:pt x="6829" y="6538"/>
                </a:cubicBezTo>
                <a:cubicBezTo>
                  <a:pt x="6829" y="6545"/>
                  <a:pt x="6829" y="6551"/>
                  <a:pt x="6829" y="6558"/>
                </a:cubicBezTo>
                <a:cubicBezTo>
                  <a:pt x="6831" y="6598"/>
                  <a:pt x="6831" y="6638"/>
                  <a:pt x="6833" y="6671"/>
                </a:cubicBezTo>
                <a:cubicBezTo>
                  <a:pt x="6836" y="6724"/>
                  <a:pt x="6842" y="6784"/>
                  <a:pt x="6849" y="6831"/>
                </a:cubicBezTo>
                <a:cubicBezTo>
                  <a:pt x="6854" y="6870"/>
                  <a:pt x="6863" y="6904"/>
                  <a:pt x="6871" y="6937"/>
                </a:cubicBezTo>
                <a:cubicBezTo>
                  <a:pt x="6878" y="6970"/>
                  <a:pt x="6890" y="6997"/>
                  <a:pt x="6898" y="7017"/>
                </a:cubicBezTo>
                <a:cubicBezTo>
                  <a:pt x="6910" y="7050"/>
                  <a:pt x="6924" y="7070"/>
                  <a:pt x="6939" y="7090"/>
                </a:cubicBezTo>
                <a:cubicBezTo>
                  <a:pt x="6942" y="7096"/>
                  <a:pt x="6946" y="7096"/>
                  <a:pt x="6950" y="7096"/>
                </a:cubicBezTo>
                <a:cubicBezTo>
                  <a:pt x="6962" y="7103"/>
                  <a:pt x="6975" y="7110"/>
                  <a:pt x="6986" y="7116"/>
                </a:cubicBezTo>
                <a:cubicBezTo>
                  <a:pt x="6998" y="7116"/>
                  <a:pt x="7011" y="7110"/>
                  <a:pt x="7023" y="7103"/>
                </a:cubicBezTo>
                <a:cubicBezTo>
                  <a:pt x="7027" y="7103"/>
                  <a:pt x="7032" y="7096"/>
                  <a:pt x="7036" y="7090"/>
                </a:cubicBezTo>
                <a:cubicBezTo>
                  <a:pt x="7061" y="7057"/>
                  <a:pt x="7079" y="7023"/>
                  <a:pt x="7099" y="6950"/>
                </a:cubicBezTo>
                <a:cubicBezTo>
                  <a:pt x="7104" y="6924"/>
                  <a:pt x="7110" y="6897"/>
                  <a:pt x="7115" y="6877"/>
                </a:cubicBezTo>
                <a:cubicBezTo>
                  <a:pt x="7122" y="6837"/>
                  <a:pt x="7126" y="6791"/>
                  <a:pt x="7128" y="6738"/>
                </a:cubicBezTo>
                <a:cubicBezTo>
                  <a:pt x="7129" y="6704"/>
                  <a:pt x="7129" y="6671"/>
                  <a:pt x="7128" y="6638"/>
                </a:cubicBezTo>
                <a:cubicBezTo>
                  <a:pt x="7126" y="6585"/>
                  <a:pt x="7122" y="6538"/>
                  <a:pt x="7115" y="6492"/>
                </a:cubicBezTo>
                <a:close/>
                <a:moveTo>
                  <a:pt x="7703" y="6133"/>
                </a:moveTo>
                <a:cubicBezTo>
                  <a:pt x="7699" y="6126"/>
                  <a:pt x="7694" y="6119"/>
                  <a:pt x="7690" y="6106"/>
                </a:cubicBezTo>
                <a:cubicBezTo>
                  <a:pt x="7687" y="6080"/>
                  <a:pt x="7681" y="6053"/>
                  <a:pt x="7676" y="6033"/>
                </a:cubicBezTo>
                <a:cubicBezTo>
                  <a:pt x="7658" y="5973"/>
                  <a:pt x="7631" y="5913"/>
                  <a:pt x="7604" y="5927"/>
                </a:cubicBezTo>
                <a:cubicBezTo>
                  <a:pt x="7584" y="5933"/>
                  <a:pt x="7566" y="5947"/>
                  <a:pt x="7547" y="5953"/>
                </a:cubicBezTo>
                <a:cubicBezTo>
                  <a:pt x="7532" y="5953"/>
                  <a:pt x="7520" y="5960"/>
                  <a:pt x="7507" y="5986"/>
                </a:cubicBezTo>
                <a:cubicBezTo>
                  <a:pt x="7494" y="6000"/>
                  <a:pt x="7484" y="6026"/>
                  <a:pt x="7475" y="6066"/>
                </a:cubicBezTo>
                <a:cubicBezTo>
                  <a:pt x="7457" y="6133"/>
                  <a:pt x="7444" y="6239"/>
                  <a:pt x="7446" y="6332"/>
                </a:cubicBezTo>
                <a:cubicBezTo>
                  <a:pt x="7446" y="6339"/>
                  <a:pt x="7446" y="6339"/>
                  <a:pt x="7446" y="6345"/>
                </a:cubicBezTo>
                <a:cubicBezTo>
                  <a:pt x="7442" y="6372"/>
                  <a:pt x="7441" y="6399"/>
                  <a:pt x="7439" y="6418"/>
                </a:cubicBezTo>
                <a:cubicBezTo>
                  <a:pt x="7435" y="6465"/>
                  <a:pt x="7433" y="6518"/>
                  <a:pt x="7433" y="6571"/>
                </a:cubicBezTo>
                <a:cubicBezTo>
                  <a:pt x="7433" y="6618"/>
                  <a:pt x="7435" y="6678"/>
                  <a:pt x="7441" y="6724"/>
                </a:cubicBezTo>
                <a:cubicBezTo>
                  <a:pt x="7449" y="6817"/>
                  <a:pt x="7464" y="6910"/>
                  <a:pt x="7484" y="6977"/>
                </a:cubicBezTo>
                <a:cubicBezTo>
                  <a:pt x="7503" y="7043"/>
                  <a:pt x="7521" y="7083"/>
                  <a:pt x="7545" y="7116"/>
                </a:cubicBezTo>
                <a:cubicBezTo>
                  <a:pt x="7581" y="7169"/>
                  <a:pt x="7618" y="7203"/>
                  <a:pt x="7656" y="7203"/>
                </a:cubicBezTo>
                <a:cubicBezTo>
                  <a:pt x="7710" y="7203"/>
                  <a:pt x="7762" y="7136"/>
                  <a:pt x="7802" y="6997"/>
                </a:cubicBezTo>
                <a:cubicBezTo>
                  <a:pt x="7807" y="6970"/>
                  <a:pt x="7813" y="6944"/>
                  <a:pt x="7818" y="6924"/>
                </a:cubicBezTo>
                <a:cubicBezTo>
                  <a:pt x="7825" y="6884"/>
                  <a:pt x="7829" y="6837"/>
                  <a:pt x="7831" y="6784"/>
                </a:cubicBezTo>
                <a:cubicBezTo>
                  <a:pt x="7834" y="6704"/>
                  <a:pt x="7831" y="6611"/>
                  <a:pt x="7818" y="6545"/>
                </a:cubicBezTo>
                <a:cubicBezTo>
                  <a:pt x="7787" y="6379"/>
                  <a:pt x="7750" y="6239"/>
                  <a:pt x="7703" y="6133"/>
                </a:cubicBezTo>
                <a:close/>
                <a:moveTo>
                  <a:pt x="8485" y="6259"/>
                </a:moveTo>
                <a:cubicBezTo>
                  <a:pt x="8478" y="6212"/>
                  <a:pt x="8469" y="6166"/>
                  <a:pt x="8460" y="6126"/>
                </a:cubicBezTo>
                <a:cubicBezTo>
                  <a:pt x="8451" y="6086"/>
                  <a:pt x="8438" y="6053"/>
                  <a:pt x="8426" y="6026"/>
                </a:cubicBezTo>
                <a:cubicBezTo>
                  <a:pt x="8413" y="6000"/>
                  <a:pt x="8399" y="5973"/>
                  <a:pt x="8386" y="5967"/>
                </a:cubicBezTo>
                <a:cubicBezTo>
                  <a:pt x="8374" y="5953"/>
                  <a:pt x="8359" y="5947"/>
                  <a:pt x="8347" y="5960"/>
                </a:cubicBezTo>
                <a:cubicBezTo>
                  <a:pt x="8334" y="5960"/>
                  <a:pt x="8321" y="5980"/>
                  <a:pt x="8309" y="6006"/>
                </a:cubicBezTo>
                <a:cubicBezTo>
                  <a:pt x="8302" y="6020"/>
                  <a:pt x="8296" y="6040"/>
                  <a:pt x="8291" y="6060"/>
                </a:cubicBezTo>
                <a:cubicBezTo>
                  <a:pt x="8285" y="6066"/>
                  <a:pt x="8280" y="6073"/>
                  <a:pt x="8275" y="6086"/>
                </a:cubicBezTo>
                <a:cubicBezTo>
                  <a:pt x="8264" y="6106"/>
                  <a:pt x="8253" y="6139"/>
                  <a:pt x="8244" y="6173"/>
                </a:cubicBezTo>
                <a:cubicBezTo>
                  <a:pt x="8235" y="6206"/>
                  <a:pt x="8226" y="6246"/>
                  <a:pt x="8221" y="6292"/>
                </a:cubicBezTo>
                <a:cubicBezTo>
                  <a:pt x="8215" y="6332"/>
                  <a:pt x="8208" y="6379"/>
                  <a:pt x="8206" y="6425"/>
                </a:cubicBezTo>
                <a:cubicBezTo>
                  <a:pt x="8205" y="6472"/>
                  <a:pt x="8201" y="6525"/>
                  <a:pt x="8201" y="6578"/>
                </a:cubicBezTo>
                <a:cubicBezTo>
                  <a:pt x="8203" y="6678"/>
                  <a:pt x="8208" y="6771"/>
                  <a:pt x="8223" y="6857"/>
                </a:cubicBezTo>
                <a:cubicBezTo>
                  <a:pt x="8230" y="6897"/>
                  <a:pt x="8237" y="6937"/>
                  <a:pt x="8246" y="6970"/>
                </a:cubicBezTo>
                <a:cubicBezTo>
                  <a:pt x="8268" y="7037"/>
                  <a:pt x="8277" y="7057"/>
                  <a:pt x="8302" y="7090"/>
                </a:cubicBezTo>
                <a:cubicBezTo>
                  <a:pt x="8314" y="7110"/>
                  <a:pt x="8329" y="7110"/>
                  <a:pt x="8341" y="7116"/>
                </a:cubicBezTo>
                <a:cubicBezTo>
                  <a:pt x="8356" y="7123"/>
                  <a:pt x="8370" y="7110"/>
                  <a:pt x="8383" y="7103"/>
                </a:cubicBezTo>
                <a:cubicBezTo>
                  <a:pt x="8388" y="7103"/>
                  <a:pt x="8392" y="7096"/>
                  <a:pt x="8395" y="7090"/>
                </a:cubicBezTo>
                <a:cubicBezTo>
                  <a:pt x="8408" y="7070"/>
                  <a:pt x="8422" y="7057"/>
                  <a:pt x="8433" y="7023"/>
                </a:cubicBezTo>
                <a:cubicBezTo>
                  <a:pt x="8444" y="6997"/>
                  <a:pt x="8454" y="6963"/>
                  <a:pt x="8463" y="6930"/>
                </a:cubicBezTo>
                <a:cubicBezTo>
                  <a:pt x="8471" y="6904"/>
                  <a:pt x="8478" y="6870"/>
                  <a:pt x="8483" y="6837"/>
                </a:cubicBezTo>
                <a:cubicBezTo>
                  <a:pt x="8489" y="6804"/>
                  <a:pt x="8494" y="6751"/>
                  <a:pt x="8498" y="6724"/>
                </a:cubicBezTo>
                <a:cubicBezTo>
                  <a:pt x="8503" y="6678"/>
                  <a:pt x="8503" y="6618"/>
                  <a:pt x="8505" y="6571"/>
                </a:cubicBezTo>
                <a:cubicBezTo>
                  <a:pt x="8507" y="6518"/>
                  <a:pt x="8503" y="6465"/>
                  <a:pt x="8501" y="6418"/>
                </a:cubicBezTo>
                <a:cubicBezTo>
                  <a:pt x="8499" y="6359"/>
                  <a:pt x="8492" y="6305"/>
                  <a:pt x="8485" y="6259"/>
                </a:cubicBezTo>
                <a:close/>
                <a:moveTo>
                  <a:pt x="9055" y="6173"/>
                </a:moveTo>
                <a:cubicBezTo>
                  <a:pt x="9046" y="6139"/>
                  <a:pt x="9037" y="6113"/>
                  <a:pt x="9026" y="6093"/>
                </a:cubicBezTo>
                <a:cubicBezTo>
                  <a:pt x="9021" y="6080"/>
                  <a:pt x="9014" y="6073"/>
                  <a:pt x="9008" y="6066"/>
                </a:cubicBezTo>
                <a:cubicBezTo>
                  <a:pt x="9003" y="6060"/>
                  <a:pt x="8996" y="6046"/>
                  <a:pt x="8990" y="6040"/>
                </a:cubicBezTo>
                <a:cubicBezTo>
                  <a:pt x="8965" y="6013"/>
                  <a:pt x="8936" y="6026"/>
                  <a:pt x="8913" y="6080"/>
                </a:cubicBezTo>
                <a:cubicBezTo>
                  <a:pt x="8906" y="6093"/>
                  <a:pt x="8900" y="6113"/>
                  <a:pt x="8895" y="6126"/>
                </a:cubicBezTo>
                <a:cubicBezTo>
                  <a:pt x="8891" y="6126"/>
                  <a:pt x="8888" y="6126"/>
                  <a:pt x="8886" y="6133"/>
                </a:cubicBezTo>
                <a:cubicBezTo>
                  <a:pt x="8879" y="6146"/>
                  <a:pt x="8870" y="6159"/>
                  <a:pt x="8863" y="6173"/>
                </a:cubicBezTo>
                <a:cubicBezTo>
                  <a:pt x="8848" y="6206"/>
                  <a:pt x="8836" y="6252"/>
                  <a:pt x="8827" y="6306"/>
                </a:cubicBezTo>
                <a:cubicBezTo>
                  <a:pt x="8807" y="6405"/>
                  <a:pt x="8785" y="6505"/>
                  <a:pt x="8766" y="6605"/>
                </a:cubicBezTo>
                <a:cubicBezTo>
                  <a:pt x="8758" y="6644"/>
                  <a:pt x="8755" y="6691"/>
                  <a:pt x="8753" y="6744"/>
                </a:cubicBezTo>
                <a:cubicBezTo>
                  <a:pt x="8749" y="6791"/>
                  <a:pt x="8751" y="6844"/>
                  <a:pt x="8755" y="6890"/>
                </a:cubicBezTo>
                <a:cubicBezTo>
                  <a:pt x="8762" y="6983"/>
                  <a:pt x="8778" y="7063"/>
                  <a:pt x="8802" y="7110"/>
                </a:cubicBezTo>
                <a:cubicBezTo>
                  <a:pt x="8836" y="7183"/>
                  <a:pt x="8873" y="7223"/>
                  <a:pt x="8913" y="7229"/>
                </a:cubicBezTo>
                <a:cubicBezTo>
                  <a:pt x="8933" y="7236"/>
                  <a:pt x="8953" y="7223"/>
                  <a:pt x="8971" y="7209"/>
                </a:cubicBezTo>
                <a:cubicBezTo>
                  <a:pt x="8976" y="7203"/>
                  <a:pt x="8981" y="7203"/>
                  <a:pt x="8985" y="7189"/>
                </a:cubicBezTo>
                <a:cubicBezTo>
                  <a:pt x="8997" y="7170"/>
                  <a:pt x="9010" y="7156"/>
                  <a:pt x="9023" y="7130"/>
                </a:cubicBezTo>
                <a:cubicBezTo>
                  <a:pt x="9046" y="7076"/>
                  <a:pt x="9060" y="7023"/>
                  <a:pt x="9077" y="6937"/>
                </a:cubicBezTo>
                <a:cubicBezTo>
                  <a:pt x="9086" y="6890"/>
                  <a:pt x="9093" y="6831"/>
                  <a:pt x="9096" y="6771"/>
                </a:cubicBezTo>
                <a:cubicBezTo>
                  <a:pt x="9100" y="6724"/>
                  <a:pt x="9100" y="6684"/>
                  <a:pt x="9102" y="6638"/>
                </a:cubicBezTo>
                <a:cubicBezTo>
                  <a:pt x="9102" y="6625"/>
                  <a:pt x="9102" y="6605"/>
                  <a:pt x="9102" y="6591"/>
                </a:cubicBezTo>
                <a:cubicBezTo>
                  <a:pt x="9102" y="6532"/>
                  <a:pt x="9100" y="6465"/>
                  <a:pt x="9095" y="6412"/>
                </a:cubicBezTo>
                <a:cubicBezTo>
                  <a:pt x="9084" y="6319"/>
                  <a:pt x="9073" y="6246"/>
                  <a:pt x="9055" y="6173"/>
                </a:cubicBezTo>
                <a:close/>
                <a:moveTo>
                  <a:pt x="9627" y="6325"/>
                </a:moveTo>
                <a:cubicBezTo>
                  <a:pt x="9620" y="6286"/>
                  <a:pt x="9611" y="6252"/>
                  <a:pt x="9598" y="6232"/>
                </a:cubicBezTo>
                <a:cubicBezTo>
                  <a:pt x="9589" y="6219"/>
                  <a:pt x="9582" y="6206"/>
                  <a:pt x="9571" y="6193"/>
                </a:cubicBezTo>
                <a:cubicBezTo>
                  <a:pt x="9567" y="6166"/>
                  <a:pt x="9562" y="6146"/>
                  <a:pt x="9557" y="6126"/>
                </a:cubicBezTo>
                <a:cubicBezTo>
                  <a:pt x="9537" y="6060"/>
                  <a:pt x="9512" y="6013"/>
                  <a:pt x="9485" y="6020"/>
                </a:cubicBezTo>
                <a:cubicBezTo>
                  <a:pt x="9460" y="6026"/>
                  <a:pt x="9431" y="6053"/>
                  <a:pt x="9413" y="6126"/>
                </a:cubicBezTo>
                <a:cubicBezTo>
                  <a:pt x="9395" y="6199"/>
                  <a:pt x="9379" y="6266"/>
                  <a:pt x="9361" y="6339"/>
                </a:cubicBezTo>
                <a:cubicBezTo>
                  <a:pt x="9352" y="6372"/>
                  <a:pt x="9344" y="6412"/>
                  <a:pt x="9339" y="6458"/>
                </a:cubicBezTo>
                <a:cubicBezTo>
                  <a:pt x="9332" y="6505"/>
                  <a:pt x="9330" y="6551"/>
                  <a:pt x="9330" y="6605"/>
                </a:cubicBezTo>
                <a:cubicBezTo>
                  <a:pt x="9332" y="6638"/>
                  <a:pt x="9332" y="6671"/>
                  <a:pt x="9334" y="6704"/>
                </a:cubicBezTo>
                <a:cubicBezTo>
                  <a:pt x="9339" y="6764"/>
                  <a:pt x="9346" y="6824"/>
                  <a:pt x="9359" y="6870"/>
                </a:cubicBezTo>
                <a:cubicBezTo>
                  <a:pt x="9361" y="6877"/>
                  <a:pt x="9362" y="6890"/>
                  <a:pt x="9364" y="6897"/>
                </a:cubicBezTo>
                <a:cubicBezTo>
                  <a:pt x="9373" y="6924"/>
                  <a:pt x="9382" y="6950"/>
                  <a:pt x="9391" y="6970"/>
                </a:cubicBezTo>
                <a:cubicBezTo>
                  <a:pt x="9402" y="6997"/>
                  <a:pt x="9416" y="7017"/>
                  <a:pt x="9431" y="7037"/>
                </a:cubicBezTo>
                <a:cubicBezTo>
                  <a:pt x="9443" y="7057"/>
                  <a:pt x="9460" y="7057"/>
                  <a:pt x="9472" y="7063"/>
                </a:cubicBezTo>
                <a:cubicBezTo>
                  <a:pt x="9478" y="7063"/>
                  <a:pt x="9485" y="7063"/>
                  <a:pt x="9490" y="7063"/>
                </a:cubicBezTo>
                <a:cubicBezTo>
                  <a:pt x="9519" y="7050"/>
                  <a:pt x="9546" y="7030"/>
                  <a:pt x="9571" y="6977"/>
                </a:cubicBezTo>
                <a:cubicBezTo>
                  <a:pt x="9594" y="6924"/>
                  <a:pt x="9618" y="6844"/>
                  <a:pt x="9629" y="6751"/>
                </a:cubicBezTo>
                <a:cubicBezTo>
                  <a:pt x="9636" y="6711"/>
                  <a:pt x="9639" y="6664"/>
                  <a:pt x="9641" y="6611"/>
                </a:cubicBezTo>
                <a:cubicBezTo>
                  <a:pt x="9645" y="6565"/>
                  <a:pt x="9643" y="6512"/>
                  <a:pt x="9639" y="6465"/>
                </a:cubicBezTo>
                <a:cubicBezTo>
                  <a:pt x="9643" y="6405"/>
                  <a:pt x="9636" y="6365"/>
                  <a:pt x="9627" y="6325"/>
                </a:cubicBezTo>
                <a:close/>
                <a:moveTo>
                  <a:pt x="10346" y="6179"/>
                </a:moveTo>
                <a:cubicBezTo>
                  <a:pt x="10337" y="6126"/>
                  <a:pt x="10324" y="6080"/>
                  <a:pt x="10310" y="6046"/>
                </a:cubicBezTo>
                <a:cubicBezTo>
                  <a:pt x="10301" y="6026"/>
                  <a:pt x="10294" y="6013"/>
                  <a:pt x="10285" y="5993"/>
                </a:cubicBezTo>
                <a:cubicBezTo>
                  <a:pt x="10269" y="5967"/>
                  <a:pt x="10252" y="5940"/>
                  <a:pt x="10236" y="5927"/>
                </a:cubicBezTo>
                <a:cubicBezTo>
                  <a:pt x="10195" y="5893"/>
                  <a:pt x="10154" y="5900"/>
                  <a:pt x="10118" y="5986"/>
                </a:cubicBezTo>
                <a:cubicBezTo>
                  <a:pt x="10096" y="6040"/>
                  <a:pt x="10083" y="6086"/>
                  <a:pt x="10067" y="6166"/>
                </a:cubicBezTo>
                <a:cubicBezTo>
                  <a:pt x="10065" y="6179"/>
                  <a:pt x="10064" y="6186"/>
                  <a:pt x="10062" y="6199"/>
                </a:cubicBezTo>
                <a:cubicBezTo>
                  <a:pt x="10056" y="6232"/>
                  <a:pt x="10053" y="6272"/>
                  <a:pt x="10049" y="6312"/>
                </a:cubicBezTo>
                <a:cubicBezTo>
                  <a:pt x="10047" y="6325"/>
                  <a:pt x="10047" y="6339"/>
                  <a:pt x="10047" y="6352"/>
                </a:cubicBezTo>
                <a:cubicBezTo>
                  <a:pt x="10047" y="6352"/>
                  <a:pt x="10046" y="6352"/>
                  <a:pt x="10046" y="6359"/>
                </a:cubicBezTo>
                <a:cubicBezTo>
                  <a:pt x="10024" y="6405"/>
                  <a:pt x="10004" y="6492"/>
                  <a:pt x="9999" y="6578"/>
                </a:cubicBezTo>
                <a:cubicBezTo>
                  <a:pt x="9994" y="6671"/>
                  <a:pt x="9994" y="6777"/>
                  <a:pt x="10010" y="6864"/>
                </a:cubicBezTo>
                <a:cubicBezTo>
                  <a:pt x="10024" y="6950"/>
                  <a:pt x="10044" y="7003"/>
                  <a:pt x="10069" y="7037"/>
                </a:cubicBezTo>
                <a:cubicBezTo>
                  <a:pt x="10073" y="7037"/>
                  <a:pt x="10074" y="7043"/>
                  <a:pt x="10078" y="7043"/>
                </a:cubicBezTo>
                <a:cubicBezTo>
                  <a:pt x="10128" y="7209"/>
                  <a:pt x="10207" y="7236"/>
                  <a:pt x="10265" y="7103"/>
                </a:cubicBezTo>
                <a:cubicBezTo>
                  <a:pt x="10299" y="7030"/>
                  <a:pt x="10323" y="6910"/>
                  <a:pt x="10333" y="6777"/>
                </a:cubicBezTo>
                <a:cubicBezTo>
                  <a:pt x="10339" y="6711"/>
                  <a:pt x="10341" y="6644"/>
                  <a:pt x="10341" y="6578"/>
                </a:cubicBezTo>
                <a:cubicBezTo>
                  <a:pt x="10348" y="6545"/>
                  <a:pt x="10353" y="6505"/>
                  <a:pt x="10355" y="6465"/>
                </a:cubicBezTo>
                <a:cubicBezTo>
                  <a:pt x="10359" y="6418"/>
                  <a:pt x="10360" y="6365"/>
                  <a:pt x="10357" y="6319"/>
                </a:cubicBezTo>
                <a:cubicBezTo>
                  <a:pt x="10358" y="6266"/>
                  <a:pt x="10353" y="6219"/>
                  <a:pt x="10346" y="6179"/>
                </a:cubicBezTo>
                <a:close/>
                <a:moveTo>
                  <a:pt x="11103" y="6246"/>
                </a:moveTo>
                <a:cubicBezTo>
                  <a:pt x="11101" y="6246"/>
                  <a:pt x="11099" y="6239"/>
                  <a:pt x="11097" y="6239"/>
                </a:cubicBezTo>
                <a:cubicBezTo>
                  <a:pt x="11096" y="6239"/>
                  <a:pt x="11094" y="6239"/>
                  <a:pt x="11092" y="6239"/>
                </a:cubicBezTo>
                <a:cubicBezTo>
                  <a:pt x="11083" y="6133"/>
                  <a:pt x="11061" y="6033"/>
                  <a:pt x="11035" y="5980"/>
                </a:cubicBezTo>
                <a:cubicBezTo>
                  <a:pt x="11026" y="5960"/>
                  <a:pt x="11015" y="5947"/>
                  <a:pt x="11006" y="5933"/>
                </a:cubicBezTo>
                <a:cubicBezTo>
                  <a:pt x="11004" y="5933"/>
                  <a:pt x="11002" y="5927"/>
                  <a:pt x="10999" y="5927"/>
                </a:cubicBezTo>
                <a:cubicBezTo>
                  <a:pt x="10975" y="5907"/>
                  <a:pt x="10959" y="5907"/>
                  <a:pt x="10936" y="5927"/>
                </a:cubicBezTo>
                <a:cubicBezTo>
                  <a:pt x="10927" y="5933"/>
                  <a:pt x="10916" y="5953"/>
                  <a:pt x="10907" y="5973"/>
                </a:cubicBezTo>
                <a:cubicBezTo>
                  <a:pt x="10901" y="5986"/>
                  <a:pt x="10891" y="6020"/>
                  <a:pt x="10885" y="6033"/>
                </a:cubicBezTo>
                <a:cubicBezTo>
                  <a:pt x="10878" y="6053"/>
                  <a:pt x="10873" y="6086"/>
                  <a:pt x="10869" y="6113"/>
                </a:cubicBezTo>
                <a:cubicBezTo>
                  <a:pt x="10864" y="6146"/>
                  <a:pt x="10860" y="6186"/>
                  <a:pt x="10858" y="6219"/>
                </a:cubicBezTo>
                <a:cubicBezTo>
                  <a:pt x="10857" y="6252"/>
                  <a:pt x="10855" y="6292"/>
                  <a:pt x="10855" y="6325"/>
                </a:cubicBezTo>
                <a:cubicBezTo>
                  <a:pt x="10855" y="6359"/>
                  <a:pt x="10857" y="6399"/>
                  <a:pt x="10858" y="6432"/>
                </a:cubicBezTo>
                <a:cubicBezTo>
                  <a:pt x="10860" y="6452"/>
                  <a:pt x="10862" y="6465"/>
                  <a:pt x="10864" y="6478"/>
                </a:cubicBezTo>
                <a:cubicBezTo>
                  <a:pt x="10853" y="6565"/>
                  <a:pt x="10849" y="6651"/>
                  <a:pt x="10857" y="6744"/>
                </a:cubicBezTo>
                <a:cubicBezTo>
                  <a:pt x="10867" y="6897"/>
                  <a:pt x="10894" y="7017"/>
                  <a:pt x="10930" y="7096"/>
                </a:cubicBezTo>
                <a:cubicBezTo>
                  <a:pt x="10941" y="7123"/>
                  <a:pt x="10952" y="7136"/>
                  <a:pt x="10964" y="7150"/>
                </a:cubicBezTo>
                <a:cubicBezTo>
                  <a:pt x="10968" y="7156"/>
                  <a:pt x="10973" y="7163"/>
                  <a:pt x="10977" y="7163"/>
                </a:cubicBezTo>
                <a:cubicBezTo>
                  <a:pt x="10993" y="7176"/>
                  <a:pt x="11011" y="7189"/>
                  <a:pt x="11027" y="7183"/>
                </a:cubicBezTo>
                <a:cubicBezTo>
                  <a:pt x="11040" y="7183"/>
                  <a:pt x="11052" y="7176"/>
                  <a:pt x="11065" y="7163"/>
                </a:cubicBezTo>
                <a:cubicBezTo>
                  <a:pt x="11069" y="7163"/>
                  <a:pt x="11074" y="7156"/>
                  <a:pt x="11078" y="7150"/>
                </a:cubicBezTo>
                <a:cubicBezTo>
                  <a:pt x="11105" y="7116"/>
                  <a:pt x="11121" y="7083"/>
                  <a:pt x="11142" y="7010"/>
                </a:cubicBezTo>
                <a:cubicBezTo>
                  <a:pt x="11146" y="7003"/>
                  <a:pt x="11148" y="6990"/>
                  <a:pt x="11151" y="6977"/>
                </a:cubicBezTo>
                <a:cubicBezTo>
                  <a:pt x="11159" y="6944"/>
                  <a:pt x="11168" y="6904"/>
                  <a:pt x="11175" y="6857"/>
                </a:cubicBezTo>
                <a:cubicBezTo>
                  <a:pt x="11184" y="6784"/>
                  <a:pt x="11193" y="6711"/>
                  <a:pt x="11191" y="6624"/>
                </a:cubicBezTo>
                <a:cubicBezTo>
                  <a:pt x="11189" y="6518"/>
                  <a:pt x="11180" y="6412"/>
                  <a:pt x="11159" y="6332"/>
                </a:cubicBezTo>
                <a:cubicBezTo>
                  <a:pt x="11139" y="6305"/>
                  <a:pt x="11123" y="6272"/>
                  <a:pt x="11103" y="6246"/>
                </a:cubicBezTo>
                <a:close/>
                <a:moveTo>
                  <a:pt x="11953" y="6538"/>
                </a:moveTo>
                <a:cubicBezTo>
                  <a:pt x="11953" y="6472"/>
                  <a:pt x="11948" y="6405"/>
                  <a:pt x="11939" y="6352"/>
                </a:cubicBezTo>
                <a:cubicBezTo>
                  <a:pt x="11937" y="6339"/>
                  <a:pt x="11935" y="6332"/>
                  <a:pt x="11933" y="6319"/>
                </a:cubicBezTo>
                <a:cubicBezTo>
                  <a:pt x="11932" y="6286"/>
                  <a:pt x="11928" y="6252"/>
                  <a:pt x="11923" y="6219"/>
                </a:cubicBezTo>
                <a:cubicBezTo>
                  <a:pt x="11908" y="6139"/>
                  <a:pt x="11889" y="6066"/>
                  <a:pt x="11863" y="6046"/>
                </a:cubicBezTo>
                <a:cubicBezTo>
                  <a:pt x="11824" y="6020"/>
                  <a:pt x="11784" y="6013"/>
                  <a:pt x="11746" y="6053"/>
                </a:cubicBezTo>
                <a:cubicBezTo>
                  <a:pt x="11716" y="6086"/>
                  <a:pt x="11689" y="6139"/>
                  <a:pt x="11666" y="6206"/>
                </a:cubicBezTo>
                <a:cubicBezTo>
                  <a:pt x="11655" y="6226"/>
                  <a:pt x="11644" y="6246"/>
                  <a:pt x="11635" y="6279"/>
                </a:cubicBezTo>
                <a:cubicBezTo>
                  <a:pt x="11630" y="6305"/>
                  <a:pt x="11624" y="6332"/>
                  <a:pt x="11619" y="6352"/>
                </a:cubicBezTo>
                <a:cubicBezTo>
                  <a:pt x="11610" y="6412"/>
                  <a:pt x="11604" y="6472"/>
                  <a:pt x="11604" y="6538"/>
                </a:cubicBezTo>
                <a:cubicBezTo>
                  <a:pt x="11604" y="6551"/>
                  <a:pt x="11604" y="6571"/>
                  <a:pt x="11604" y="6585"/>
                </a:cubicBezTo>
                <a:cubicBezTo>
                  <a:pt x="11606" y="6631"/>
                  <a:pt x="11606" y="6684"/>
                  <a:pt x="11610" y="6731"/>
                </a:cubicBezTo>
                <a:cubicBezTo>
                  <a:pt x="11613" y="6771"/>
                  <a:pt x="11619" y="6817"/>
                  <a:pt x="11624" y="6857"/>
                </a:cubicBezTo>
                <a:cubicBezTo>
                  <a:pt x="11626" y="6870"/>
                  <a:pt x="11628" y="6884"/>
                  <a:pt x="11631" y="6904"/>
                </a:cubicBezTo>
                <a:cubicBezTo>
                  <a:pt x="11640" y="6950"/>
                  <a:pt x="11651" y="7010"/>
                  <a:pt x="11664" y="7050"/>
                </a:cubicBezTo>
                <a:cubicBezTo>
                  <a:pt x="11673" y="7076"/>
                  <a:pt x="11682" y="7110"/>
                  <a:pt x="11693" y="7130"/>
                </a:cubicBezTo>
                <a:cubicBezTo>
                  <a:pt x="11703" y="7156"/>
                  <a:pt x="11716" y="7169"/>
                  <a:pt x="11727" y="7189"/>
                </a:cubicBezTo>
                <a:cubicBezTo>
                  <a:pt x="11730" y="7196"/>
                  <a:pt x="11734" y="7203"/>
                  <a:pt x="11739" y="7203"/>
                </a:cubicBezTo>
                <a:cubicBezTo>
                  <a:pt x="11752" y="7216"/>
                  <a:pt x="11764" y="7223"/>
                  <a:pt x="11777" y="7223"/>
                </a:cubicBezTo>
                <a:cubicBezTo>
                  <a:pt x="11786" y="7223"/>
                  <a:pt x="11795" y="7216"/>
                  <a:pt x="11802" y="7216"/>
                </a:cubicBezTo>
                <a:cubicBezTo>
                  <a:pt x="11811" y="7209"/>
                  <a:pt x="11820" y="7209"/>
                  <a:pt x="11827" y="7196"/>
                </a:cubicBezTo>
                <a:cubicBezTo>
                  <a:pt x="11844" y="7176"/>
                  <a:pt x="11860" y="7150"/>
                  <a:pt x="11872" y="7116"/>
                </a:cubicBezTo>
                <a:cubicBezTo>
                  <a:pt x="11881" y="7090"/>
                  <a:pt x="11892" y="7063"/>
                  <a:pt x="11901" y="7030"/>
                </a:cubicBezTo>
                <a:cubicBezTo>
                  <a:pt x="11910" y="6997"/>
                  <a:pt x="11917" y="6957"/>
                  <a:pt x="11924" y="6924"/>
                </a:cubicBezTo>
                <a:cubicBezTo>
                  <a:pt x="11928" y="6910"/>
                  <a:pt x="11930" y="6890"/>
                  <a:pt x="11933" y="6877"/>
                </a:cubicBezTo>
                <a:cubicBezTo>
                  <a:pt x="11939" y="6837"/>
                  <a:pt x="11944" y="6791"/>
                  <a:pt x="11948" y="6744"/>
                </a:cubicBezTo>
                <a:cubicBezTo>
                  <a:pt x="11951" y="6698"/>
                  <a:pt x="11953" y="6644"/>
                  <a:pt x="11955" y="6598"/>
                </a:cubicBezTo>
                <a:cubicBezTo>
                  <a:pt x="11953" y="6571"/>
                  <a:pt x="11953" y="6551"/>
                  <a:pt x="11953" y="6538"/>
                </a:cubicBezTo>
                <a:close/>
                <a:moveTo>
                  <a:pt x="11516" y="9894"/>
                </a:moveTo>
                <a:cubicBezTo>
                  <a:pt x="11540" y="9961"/>
                  <a:pt x="11576" y="10007"/>
                  <a:pt x="11604" y="9961"/>
                </a:cubicBezTo>
                <a:cubicBezTo>
                  <a:pt x="11630" y="9921"/>
                  <a:pt x="11655" y="9881"/>
                  <a:pt x="11680" y="9848"/>
                </a:cubicBezTo>
                <a:cubicBezTo>
                  <a:pt x="11707" y="9908"/>
                  <a:pt x="11738" y="9948"/>
                  <a:pt x="11770" y="9941"/>
                </a:cubicBezTo>
                <a:cubicBezTo>
                  <a:pt x="11815" y="9928"/>
                  <a:pt x="11853" y="9868"/>
                  <a:pt x="11889" y="9761"/>
                </a:cubicBezTo>
                <a:cubicBezTo>
                  <a:pt x="11917" y="9675"/>
                  <a:pt x="11935" y="9555"/>
                  <a:pt x="11948" y="9429"/>
                </a:cubicBezTo>
                <a:cubicBezTo>
                  <a:pt x="11962" y="9270"/>
                  <a:pt x="11955" y="9104"/>
                  <a:pt x="11935" y="8951"/>
                </a:cubicBezTo>
                <a:cubicBezTo>
                  <a:pt x="11910" y="8738"/>
                  <a:pt x="11845" y="8578"/>
                  <a:pt x="11784" y="8545"/>
                </a:cubicBezTo>
                <a:cubicBezTo>
                  <a:pt x="11746" y="8525"/>
                  <a:pt x="11709" y="8519"/>
                  <a:pt x="11671" y="8559"/>
                </a:cubicBezTo>
                <a:cubicBezTo>
                  <a:pt x="11633" y="8605"/>
                  <a:pt x="11599" y="8678"/>
                  <a:pt x="11570" y="8784"/>
                </a:cubicBezTo>
                <a:cubicBezTo>
                  <a:pt x="11509" y="9004"/>
                  <a:pt x="11484" y="9303"/>
                  <a:pt x="11477" y="9609"/>
                </a:cubicBezTo>
                <a:cubicBezTo>
                  <a:pt x="11473" y="9715"/>
                  <a:pt x="11493" y="9828"/>
                  <a:pt x="11516" y="9894"/>
                </a:cubicBezTo>
                <a:close/>
                <a:moveTo>
                  <a:pt x="10768" y="9629"/>
                </a:moveTo>
                <a:cubicBezTo>
                  <a:pt x="10772" y="9668"/>
                  <a:pt x="10777" y="9715"/>
                  <a:pt x="10783" y="9748"/>
                </a:cubicBezTo>
                <a:cubicBezTo>
                  <a:pt x="10788" y="9788"/>
                  <a:pt x="10797" y="9821"/>
                  <a:pt x="10804" y="9855"/>
                </a:cubicBezTo>
                <a:cubicBezTo>
                  <a:pt x="10806" y="9861"/>
                  <a:pt x="10806" y="9861"/>
                  <a:pt x="10808" y="9868"/>
                </a:cubicBezTo>
                <a:cubicBezTo>
                  <a:pt x="10815" y="9894"/>
                  <a:pt x="10824" y="9914"/>
                  <a:pt x="10831" y="9934"/>
                </a:cubicBezTo>
                <a:cubicBezTo>
                  <a:pt x="10833" y="9941"/>
                  <a:pt x="10835" y="9941"/>
                  <a:pt x="10837" y="9948"/>
                </a:cubicBezTo>
                <a:cubicBezTo>
                  <a:pt x="10846" y="9968"/>
                  <a:pt x="10857" y="9981"/>
                  <a:pt x="10865" y="9994"/>
                </a:cubicBezTo>
                <a:cubicBezTo>
                  <a:pt x="10867" y="9994"/>
                  <a:pt x="10869" y="10001"/>
                  <a:pt x="10871" y="10001"/>
                </a:cubicBezTo>
                <a:cubicBezTo>
                  <a:pt x="10882" y="10007"/>
                  <a:pt x="10892" y="10014"/>
                  <a:pt x="10903" y="10014"/>
                </a:cubicBezTo>
                <a:cubicBezTo>
                  <a:pt x="10912" y="10007"/>
                  <a:pt x="10921" y="10007"/>
                  <a:pt x="10930" y="10001"/>
                </a:cubicBezTo>
                <a:cubicBezTo>
                  <a:pt x="10943" y="9987"/>
                  <a:pt x="10955" y="9968"/>
                  <a:pt x="10964" y="9934"/>
                </a:cubicBezTo>
                <a:cubicBezTo>
                  <a:pt x="10972" y="9921"/>
                  <a:pt x="10979" y="9894"/>
                  <a:pt x="10982" y="9868"/>
                </a:cubicBezTo>
                <a:cubicBezTo>
                  <a:pt x="10991" y="9835"/>
                  <a:pt x="10997" y="9788"/>
                  <a:pt x="11000" y="9742"/>
                </a:cubicBezTo>
                <a:cubicBezTo>
                  <a:pt x="11002" y="9722"/>
                  <a:pt x="11002" y="9695"/>
                  <a:pt x="11004" y="9675"/>
                </a:cubicBezTo>
                <a:cubicBezTo>
                  <a:pt x="11022" y="9622"/>
                  <a:pt x="11038" y="9555"/>
                  <a:pt x="11052" y="9489"/>
                </a:cubicBezTo>
                <a:cubicBezTo>
                  <a:pt x="11058" y="9462"/>
                  <a:pt x="11061" y="9442"/>
                  <a:pt x="11065" y="9409"/>
                </a:cubicBezTo>
                <a:cubicBezTo>
                  <a:pt x="11072" y="9356"/>
                  <a:pt x="11078" y="9303"/>
                  <a:pt x="11081" y="9243"/>
                </a:cubicBezTo>
                <a:cubicBezTo>
                  <a:pt x="11087" y="9177"/>
                  <a:pt x="11087" y="9110"/>
                  <a:pt x="11081" y="9044"/>
                </a:cubicBezTo>
                <a:cubicBezTo>
                  <a:pt x="11076" y="8984"/>
                  <a:pt x="11069" y="8924"/>
                  <a:pt x="11056" y="8878"/>
                </a:cubicBezTo>
                <a:cubicBezTo>
                  <a:pt x="11043" y="8831"/>
                  <a:pt x="11029" y="8798"/>
                  <a:pt x="11011" y="8785"/>
                </a:cubicBezTo>
                <a:cubicBezTo>
                  <a:pt x="10993" y="8765"/>
                  <a:pt x="10975" y="8765"/>
                  <a:pt x="10957" y="8785"/>
                </a:cubicBezTo>
                <a:cubicBezTo>
                  <a:pt x="10903" y="8811"/>
                  <a:pt x="10848" y="8878"/>
                  <a:pt x="10808" y="9024"/>
                </a:cubicBezTo>
                <a:cubicBezTo>
                  <a:pt x="10799" y="9057"/>
                  <a:pt x="10792" y="9090"/>
                  <a:pt x="10786" y="9130"/>
                </a:cubicBezTo>
                <a:cubicBezTo>
                  <a:pt x="10779" y="9163"/>
                  <a:pt x="10776" y="9210"/>
                  <a:pt x="10772" y="9250"/>
                </a:cubicBezTo>
                <a:cubicBezTo>
                  <a:pt x="10767" y="9303"/>
                  <a:pt x="10765" y="9363"/>
                  <a:pt x="10763" y="9423"/>
                </a:cubicBezTo>
                <a:cubicBezTo>
                  <a:pt x="10761" y="9482"/>
                  <a:pt x="10765" y="9542"/>
                  <a:pt x="10768" y="9595"/>
                </a:cubicBezTo>
                <a:cubicBezTo>
                  <a:pt x="10767" y="9602"/>
                  <a:pt x="10767" y="9615"/>
                  <a:pt x="10768" y="9629"/>
                </a:cubicBezTo>
                <a:close/>
                <a:moveTo>
                  <a:pt x="10092" y="9868"/>
                </a:moveTo>
                <a:cubicBezTo>
                  <a:pt x="10119" y="9941"/>
                  <a:pt x="10148" y="9987"/>
                  <a:pt x="10179" y="10027"/>
                </a:cubicBezTo>
                <a:cubicBezTo>
                  <a:pt x="10202" y="10061"/>
                  <a:pt x="10236" y="10034"/>
                  <a:pt x="10256" y="9987"/>
                </a:cubicBezTo>
                <a:cubicBezTo>
                  <a:pt x="10274" y="9948"/>
                  <a:pt x="10292" y="9874"/>
                  <a:pt x="10299" y="9795"/>
                </a:cubicBezTo>
                <a:cubicBezTo>
                  <a:pt x="10306" y="9788"/>
                  <a:pt x="10314" y="9788"/>
                  <a:pt x="10323" y="9781"/>
                </a:cubicBezTo>
                <a:cubicBezTo>
                  <a:pt x="10339" y="9761"/>
                  <a:pt x="10355" y="9735"/>
                  <a:pt x="10367" y="9688"/>
                </a:cubicBezTo>
                <a:cubicBezTo>
                  <a:pt x="10391" y="9615"/>
                  <a:pt x="10409" y="9489"/>
                  <a:pt x="10414" y="9383"/>
                </a:cubicBezTo>
                <a:cubicBezTo>
                  <a:pt x="10420" y="9276"/>
                  <a:pt x="10420" y="9216"/>
                  <a:pt x="10414" y="9110"/>
                </a:cubicBezTo>
                <a:cubicBezTo>
                  <a:pt x="10412" y="9050"/>
                  <a:pt x="10405" y="8991"/>
                  <a:pt x="10398" y="8937"/>
                </a:cubicBezTo>
                <a:cubicBezTo>
                  <a:pt x="10384" y="8824"/>
                  <a:pt x="10357" y="8731"/>
                  <a:pt x="10328" y="8665"/>
                </a:cubicBezTo>
                <a:cubicBezTo>
                  <a:pt x="10296" y="8592"/>
                  <a:pt x="10261" y="8565"/>
                  <a:pt x="10225" y="8552"/>
                </a:cubicBezTo>
                <a:cubicBezTo>
                  <a:pt x="10197" y="8539"/>
                  <a:pt x="10168" y="8552"/>
                  <a:pt x="10139" y="8572"/>
                </a:cubicBezTo>
                <a:cubicBezTo>
                  <a:pt x="10105" y="8598"/>
                  <a:pt x="10071" y="8665"/>
                  <a:pt x="10046" y="8758"/>
                </a:cubicBezTo>
                <a:cubicBezTo>
                  <a:pt x="10035" y="8798"/>
                  <a:pt x="10022" y="8851"/>
                  <a:pt x="10015" y="8904"/>
                </a:cubicBezTo>
                <a:cubicBezTo>
                  <a:pt x="10002" y="9004"/>
                  <a:pt x="9999" y="9070"/>
                  <a:pt x="9995" y="9177"/>
                </a:cubicBezTo>
                <a:cubicBezTo>
                  <a:pt x="9992" y="9310"/>
                  <a:pt x="10002" y="9442"/>
                  <a:pt x="10017" y="9562"/>
                </a:cubicBezTo>
                <a:cubicBezTo>
                  <a:pt x="10035" y="9688"/>
                  <a:pt x="10064" y="9781"/>
                  <a:pt x="10092" y="9868"/>
                </a:cubicBezTo>
                <a:close/>
                <a:moveTo>
                  <a:pt x="9476" y="9781"/>
                </a:moveTo>
                <a:cubicBezTo>
                  <a:pt x="9490" y="9795"/>
                  <a:pt x="9503" y="9801"/>
                  <a:pt x="9517" y="9801"/>
                </a:cubicBezTo>
                <a:cubicBezTo>
                  <a:pt x="9531" y="9801"/>
                  <a:pt x="9546" y="9795"/>
                  <a:pt x="9560" y="9781"/>
                </a:cubicBezTo>
                <a:cubicBezTo>
                  <a:pt x="9566" y="9775"/>
                  <a:pt x="9571" y="9775"/>
                  <a:pt x="9576" y="9761"/>
                </a:cubicBezTo>
                <a:cubicBezTo>
                  <a:pt x="9589" y="9742"/>
                  <a:pt x="9603" y="9728"/>
                  <a:pt x="9614" y="9695"/>
                </a:cubicBezTo>
                <a:cubicBezTo>
                  <a:pt x="9636" y="9635"/>
                  <a:pt x="9657" y="9569"/>
                  <a:pt x="9668" y="9476"/>
                </a:cubicBezTo>
                <a:cubicBezTo>
                  <a:pt x="9681" y="9383"/>
                  <a:pt x="9682" y="9349"/>
                  <a:pt x="9686" y="9243"/>
                </a:cubicBezTo>
                <a:cubicBezTo>
                  <a:pt x="9688" y="9190"/>
                  <a:pt x="9684" y="9137"/>
                  <a:pt x="9682" y="9090"/>
                </a:cubicBezTo>
                <a:cubicBezTo>
                  <a:pt x="9681" y="9044"/>
                  <a:pt x="9674" y="8997"/>
                  <a:pt x="9668" y="8951"/>
                </a:cubicBezTo>
                <a:cubicBezTo>
                  <a:pt x="9663" y="8904"/>
                  <a:pt x="9654" y="8864"/>
                  <a:pt x="9645" y="8831"/>
                </a:cubicBezTo>
                <a:cubicBezTo>
                  <a:pt x="9629" y="8758"/>
                  <a:pt x="9603" y="8705"/>
                  <a:pt x="9578" y="8678"/>
                </a:cubicBezTo>
                <a:cubicBezTo>
                  <a:pt x="9566" y="8665"/>
                  <a:pt x="9551" y="8658"/>
                  <a:pt x="9539" y="8658"/>
                </a:cubicBezTo>
                <a:cubicBezTo>
                  <a:pt x="9513" y="8665"/>
                  <a:pt x="9499" y="8678"/>
                  <a:pt x="9478" y="8725"/>
                </a:cubicBezTo>
                <a:cubicBezTo>
                  <a:pt x="9456" y="8765"/>
                  <a:pt x="9436" y="8844"/>
                  <a:pt x="9425" y="8917"/>
                </a:cubicBezTo>
                <a:cubicBezTo>
                  <a:pt x="9413" y="9004"/>
                  <a:pt x="9404" y="9103"/>
                  <a:pt x="9406" y="9203"/>
                </a:cubicBezTo>
                <a:cubicBezTo>
                  <a:pt x="9406" y="9230"/>
                  <a:pt x="9407" y="9256"/>
                  <a:pt x="9407" y="9276"/>
                </a:cubicBezTo>
                <a:cubicBezTo>
                  <a:pt x="9406" y="9290"/>
                  <a:pt x="9404" y="9296"/>
                  <a:pt x="9404" y="9310"/>
                </a:cubicBezTo>
                <a:cubicBezTo>
                  <a:pt x="9402" y="9343"/>
                  <a:pt x="9402" y="9376"/>
                  <a:pt x="9400" y="9409"/>
                </a:cubicBezTo>
                <a:cubicBezTo>
                  <a:pt x="9400" y="9476"/>
                  <a:pt x="9406" y="9542"/>
                  <a:pt x="9415" y="9595"/>
                </a:cubicBezTo>
                <a:cubicBezTo>
                  <a:pt x="9429" y="9695"/>
                  <a:pt x="9451" y="9761"/>
                  <a:pt x="9476" y="9781"/>
                </a:cubicBezTo>
                <a:close/>
                <a:moveTo>
                  <a:pt x="8758" y="9403"/>
                </a:moveTo>
                <a:cubicBezTo>
                  <a:pt x="8762" y="9449"/>
                  <a:pt x="8767" y="9496"/>
                  <a:pt x="8775" y="9536"/>
                </a:cubicBezTo>
                <a:cubicBezTo>
                  <a:pt x="8784" y="9602"/>
                  <a:pt x="8796" y="9655"/>
                  <a:pt x="8807" y="9708"/>
                </a:cubicBezTo>
                <a:cubicBezTo>
                  <a:pt x="8814" y="9742"/>
                  <a:pt x="8821" y="9775"/>
                  <a:pt x="8830" y="9801"/>
                </a:cubicBezTo>
                <a:cubicBezTo>
                  <a:pt x="8848" y="9868"/>
                  <a:pt x="8875" y="9908"/>
                  <a:pt x="8902" y="9908"/>
                </a:cubicBezTo>
                <a:cubicBezTo>
                  <a:pt x="8913" y="9908"/>
                  <a:pt x="8922" y="9901"/>
                  <a:pt x="8931" y="9888"/>
                </a:cubicBezTo>
                <a:cubicBezTo>
                  <a:pt x="8933" y="9888"/>
                  <a:pt x="8935" y="9888"/>
                  <a:pt x="8938" y="9888"/>
                </a:cubicBezTo>
                <a:cubicBezTo>
                  <a:pt x="8956" y="9888"/>
                  <a:pt x="8974" y="9868"/>
                  <a:pt x="8988" y="9835"/>
                </a:cubicBezTo>
                <a:cubicBezTo>
                  <a:pt x="9003" y="9815"/>
                  <a:pt x="9014" y="9775"/>
                  <a:pt x="9026" y="9742"/>
                </a:cubicBezTo>
                <a:cubicBezTo>
                  <a:pt x="9032" y="9722"/>
                  <a:pt x="9037" y="9708"/>
                  <a:pt x="9041" y="9688"/>
                </a:cubicBezTo>
                <a:cubicBezTo>
                  <a:pt x="9050" y="9642"/>
                  <a:pt x="9060" y="9602"/>
                  <a:pt x="9066" y="9549"/>
                </a:cubicBezTo>
                <a:cubicBezTo>
                  <a:pt x="9073" y="9502"/>
                  <a:pt x="9078" y="9442"/>
                  <a:pt x="9082" y="9389"/>
                </a:cubicBezTo>
                <a:cubicBezTo>
                  <a:pt x="9084" y="9363"/>
                  <a:pt x="9084" y="9336"/>
                  <a:pt x="9086" y="9303"/>
                </a:cubicBezTo>
                <a:cubicBezTo>
                  <a:pt x="9087" y="9276"/>
                  <a:pt x="9087" y="9243"/>
                  <a:pt x="9087" y="9216"/>
                </a:cubicBezTo>
                <a:cubicBezTo>
                  <a:pt x="9087" y="9203"/>
                  <a:pt x="9087" y="9190"/>
                  <a:pt x="9087" y="9177"/>
                </a:cubicBezTo>
                <a:cubicBezTo>
                  <a:pt x="9086" y="9130"/>
                  <a:pt x="9086" y="9090"/>
                  <a:pt x="9082" y="9044"/>
                </a:cubicBezTo>
                <a:cubicBezTo>
                  <a:pt x="9082" y="9030"/>
                  <a:pt x="9080" y="9017"/>
                  <a:pt x="9078" y="9010"/>
                </a:cubicBezTo>
                <a:cubicBezTo>
                  <a:pt x="9075" y="8971"/>
                  <a:pt x="9069" y="8931"/>
                  <a:pt x="9064" y="8891"/>
                </a:cubicBezTo>
                <a:cubicBezTo>
                  <a:pt x="9059" y="8858"/>
                  <a:pt x="9051" y="8824"/>
                  <a:pt x="9044" y="8791"/>
                </a:cubicBezTo>
                <a:cubicBezTo>
                  <a:pt x="9042" y="8784"/>
                  <a:pt x="9041" y="8771"/>
                  <a:pt x="9037" y="8765"/>
                </a:cubicBezTo>
                <a:cubicBezTo>
                  <a:pt x="9015" y="8691"/>
                  <a:pt x="8990" y="8632"/>
                  <a:pt x="8962" y="8612"/>
                </a:cubicBezTo>
                <a:cubicBezTo>
                  <a:pt x="8931" y="8585"/>
                  <a:pt x="8904" y="8585"/>
                  <a:pt x="8873" y="8612"/>
                </a:cubicBezTo>
                <a:cubicBezTo>
                  <a:pt x="8859" y="8625"/>
                  <a:pt x="8846" y="8645"/>
                  <a:pt x="8834" y="8671"/>
                </a:cubicBezTo>
                <a:cubicBezTo>
                  <a:pt x="8821" y="8691"/>
                  <a:pt x="8810" y="8731"/>
                  <a:pt x="8800" y="8765"/>
                </a:cubicBezTo>
                <a:cubicBezTo>
                  <a:pt x="8789" y="8798"/>
                  <a:pt x="8780" y="8844"/>
                  <a:pt x="8773" y="8884"/>
                </a:cubicBezTo>
                <a:cubicBezTo>
                  <a:pt x="8771" y="8891"/>
                  <a:pt x="8769" y="8904"/>
                  <a:pt x="8769" y="8911"/>
                </a:cubicBezTo>
                <a:cubicBezTo>
                  <a:pt x="8764" y="8951"/>
                  <a:pt x="8758" y="8990"/>
                  <a:pt x="8757" y="9037"/>
                </a:cubicBezTo>
                <a:cubicBezTo>
                  <a:pt x="8749" y="9143"/>
                  <a:pt x="8751" y="9223"/>
                  <a:pt x="8757" y="9329"/>
                </a:cubicBezTo>
                <a:cubicBezTo>
                  <a:pt x="8757" y="9363"/>
                  <a:pt x="8757" y="9383"/>
                  <a:pt x="8758" y="9403"/>
                </a:cubicBezTo>
                <a:close/>
                <a:moveTo>
                  <a:pt x="8124" y="9735"/>
                </a:moveTo>
                <a:cubicBezTo>
                  <a:pt x="8118" y="9801"/>
                  <a:pt x="8117" y="9868"/>
                  <a:pt x="8122" y="9941"/>
                </a:cubicBezTo>
                <a:cubicBezTo>
                  <a:pt x="8129" y="10027"/>
                  <a:pt x="8147" y="10120"/>
                  <a:pt x="8169" y="10160"/>
                </a:cubicBezTo>
                <a:cubicBezTo>
                  <a:pt x="8192" y="10207"/>
                  <a:pt x="8221" y="10227"/>
                  <a:pt x="8246" y="10200"/>
                </a:cubicBezTo>
                <a:cubicBezTo>
                  <a:pt x="8269" y="10174"/>
                  <a:pt x="8295" y="10114"/>
                  <a:pt x="8305" y="10027"/>
                </a:cubicBezTo>
                <a:cubicBezTo>
                  <a:pt x="8329" y="9861"/>
                  <a:pt x="8352" y="9695"/>
                  <a:pt x="8374" y="9529"/>
                </a:cubicBezTo>
                <a:cubicBezTo>
                  <a:pt x="8388" y="9423"/>
                  <a:pt x="8404" y="9316"/>
                  <a:pt x="8415" y="9210"/>
                </a:cubicBezTo>
                <a:cubicBezTo>
                  <a:pt x="8435" y="9017"/>
                  <a:pt x="8413" y="8771"/>
                  <a:pt x="8361" y="8672"/>
                </a:cubicBezTo>
                <a:cubicBezTo>
                  <a:pt x="8323" y="8598"/>
                  <a:pt x="8282" y="8598"/>
                  <a:pt x="8241" y="8632"/>
                </a:cubicBezTo>
                <a:cubicBezTo>
                  <a:pt x="8215" y="8652"/>
                  <a:pt x="8190" y="8691"/>
                  <a:pt x="8170" y="8738"/>
                </a:cubicBezTo>
                <a:cubicBezTo>
                  <a:pt x="8116" y="8864"/>
                  <a:pt x="8077" y="9084"/>
                  <a:pt x="8079" y="9329"/>
                </a:cubicBezTo>
                <a:cubicBezTo>
                  <a:pt x="8081" y="9449"/>
                  <a:pt x="8088" y="9575"/>
                  <a:pt x="8106" y="9668"/>
                </a:cubicBezTo>
                <a:cubicBezTo>
                  <a:pt x="8115" y="9695"/>
                  <a:pt x="8118" y="9715"/>
                  <a:pt x="8124" y="9735"/>
                </a:cubicBezTo>
                <a:close/>
                <a:moveTo>
                  <a:pt x="7500" y="9403"/>
                </a:moveTo>
                <a:cubicBezTo>
                  <a:pt x="7509" y="9456"/>
                  <a:pt x="7518" y="9502"/>
                  <a:pt x="7529" y="9549"/>
                </a:cubicBezTo>
                <a:cubicBezTo>
                  <a:pt x="7534" y="9569"/>
                  <a:pt x="7539" y="9595"/>
                  <a:pt x="7545" y="9609"/>
                </a:cubicBezTo>
                <a:cubicBezTo>
                  <a:pt x="7548" y="9622"/>
                  <a:pt x="7552" y="9629"/>
                  <a:pt x="7554" y="9635"/>
                </a:cubicBezTo>
                <a:cubicBezTo>
                  <a:pt x="7556" y="9682"/>
                  <a:pt x="7559" y="9722"/>
                  <a:pt x="7565" y="9761"/>
                </a:cubicBezTo>
                <a:cubicBezTo>
                  <a:pt x="7570" y="9788"/>
                  <a:pt x="7575" y="9815"/>
                  <a:pt x="7581" y="9835"/>
                </a:cubicBezTo>
                <a:cubicBezTo>
                  <a:pt x="7593" y="9881"/>
                  <a:pt x="7608" y="9914"/>
                  <a:pt x="7626" y="9928"/>
                </a:cubicBezTo>
                <a:cubicBezTo>
                  <a:pt x="7635" y="9934"/>
                  <a:pt x="7644" y="9934"/>
                  <a:pt x="7653" y="9941"/>
                </a:cubicBezTo>
                <a:cubicBezTo>
                  <a:pt x="7671" y="9941"/>
                  <a:pt x="7689" y="9921"/>
                  <a:pt x="7703" y="9888"/>
                </a:cubicBezTo>
                <a:cubicBezTo>
                  <a:pt x="7707" y="9881"/>
                  <a:pt x="7710" y="9874"/>
                  <a:pt x="7712" y="9868"/>
                </a:cubicBezTo>
                <a:cubicBezTo>
                  <a:pt x="7721" y="9848"/>
                  <a:pt x="7732" y="9815"/>
                  <a:pt x="7739" y="9788"/>
                </a:cubicBezTo>
                <a:cubicBezTo>
                  <a:pt x="7746" y="9755"/>
                  <a:pt x="7753" y="9722"/>
                  <a:pt x="7761" y="9688"/>
                </a:cubicBezTo>
                <a:cubicBezTo>
                  <a:pt x="7762" y="9675"/>
                  <a:pt x="7764" y="9662"/>
                  <a:pt x="7766" y="9648"/>
                </a:cubicBezTo>
                <a:cubicBezTo>
                  <a:pt x="7773" y="9595"/>
                  <a:pt x="7780" y="9542"/>
                  <a:pt x="7782" y="9489"/>
                </a:cubicBezTo>
                <a:cubicBezTo>
                  <a:pt x="7784" y="9449"/>
                  <a:pt x="7786" y="9396"/>
                  <a:pt x="7786" y="9356"/>
                </a:cubicBezTo>
                <a:cubicBezTo>
                  <a:pt x="7786" y="9349"/>
                  <a:pt x="7786" y="9343"/>
                  <a:pt x="7786" y="9336"/>
                </a:cubicBezTo>
                <a:cubicBezTo>
                  <a:pt x="7784" y="9296"/>
                  <a:pt x="7784" y="9256"/>
                  <a:pt x="7782" y="9223"/>
                </a:cubicBezTo>
                <a:cubicBezTo>
                  <a:pt x="7779" y="9170"/>
                  <a:pt x="7773" y="9110"/>
                  <a:pt x="7766" y="9064"/>
                </a:cubicBezTo>
                <a:cubicBezTo>
                  <a:pt x="7761" y="9024"/>
                  <a:pt x="7752" y="8990"/>
                  <a:pt x="7744" y="8957"/>
                </a:cubicBezTo>
                <a:cubicBezTo>
                  <a:pt x="7737" y="8924"/>
                  <a:pt x="7725" y="8897"/>
                  <a:pt x="7717" y="8878"/>
                </a:cubicBezTo>
                <a:cubicBezTo>
                  <a:pt x="7705" y="8844"/>
                  <a:pt x="7690" y="8824"/>
                  <a:pt x="7676" y="8804"/>
                </a:cubicBezTo>
                <a:cubicBezTo>
                  <a:pt x="7672" y="8798"/>
                  <a:pt x="7669" y="8798"/>
                  <a:pt x="7665" y="8798"/>
                </a:cubicBezTo>
                <a:cubicBezTo>
                  <a:pt x="7653" y="8791"/>
                  <a:pt x="7640" y="8784"/>
                  <a:pt x="7629" y="8778"/>
                </a:cubicBezTo>
                <a:cubicBezTo>
                  <a:pt x="7617" y="8778"/>
                  <a:pt x="7604" y="8784"/>
                  <a:pt x="7592" y="8791"/>
                </a:cubicBezTo>
                <a:cubicBezTo>
                  <a:pt x="7588" y="8791"/>
                  <a:pt x="7583" y="8798"/>
                  <a:pt x="7579" y="8804"/>
                </a:cubicBezTo>
                <a:cubicBezTo>
                  <a:pt x="7554" y="8838"/>
                  <a:pt x="7536" y="8871"/>
                  <a:pt x="7516" y="8944"/>
                </a:cubicBezTo>
                <a:cubicBezTo>
                  <a:pt x="7511" y="8971"/>
                  <a:pt x="7505" y="8997"/>
                  <a:pt x="7500" y="9017"/>
                </a:cubicBezTo>
                <a:cubicBezTo>
                  <a:pt x="7493" y="9057"/>
                  <a:pt x="7489" y="9103"/>
                  <a:pt x="7487" y="9157"/>
                </a:cubicBezTo>
                <a:cubicBezTo>
                  <a:pt x="7485" y="9190"/>
                  <a:pt x="7485" y="9223"/>
                  <a:pt x="7487" y="9256"/>
                </a:cubicBezTo>
                <a:cubicBezTo>
                  <a:pt x="7489" y="9316"/>
                  <a:pt x="7493" y="9363"/>
                  <a:pt x="7500" y="9403"/>
                </a:cubicBezTo>
                <a:close/>
                <a:moveTo>
                  <a:pt x="6912" y="9761"/>
                </a:moveTo>
                <a:cubicBezTo>
                  <a:pt x="6916" y="9768"/>
                  <a:pt x="6921" y="9775"/>
                  <a:pt x="6924" y="9788"/>
                </a:cubicBezTo>
                <a:cubicBezTo>
                  <a:pt x="6928" y="9815"/>
                  <a:pt x="6933" y="9841"/>
                  <a:pt x="6939" y="9861"/>
                </a:cubicBezTo>
                <a:cubicBezTo>
                  <a:pt x="6957" y="9921"/>
                  <a:pt x="6984" y="9981"/>
                  <a:pt x="7011" y="9968"/>
                </a:cubicBezTo>
                <a:cubicBezTo>
                  <a:pt x="7031" y="9961"/>
                  <a:pt x="7049" y="9948"/>
                  <a:pt x="7068" y="9941"/>
                </a:cubicBezTo>
                <a:cubicBezTo>
                  <a:pt x="7083" y="9941"/>
                  <a:pt x="7095" y="9934"/>
                  <a:pt x="7108" y="9908"/>
                </a:cubicBezTo>
                <a:cubicBezTo>
                  <a:pt x="7120" y="9894"/>
                  <a:pt x="7131" y="9868"/>
                  <a:pt x="7140" y="9828"/>
                </a:cubicBezTo>
                <a:cubicBezTo>
                  <a:pt x="7158" y="9762"/>
                  <a:pt x="7171" y="9655"/>
                  <a:pt x="7169" y="9562"/>
                </a:cubicBezTo>
                <a:cubicBezTo>
                  <a:pt x="7169" y="9555"/>
                  <a:pt x="7169" y="9555"/>
                  <a:pt x="7169" y="9549"/>
                </a:cubicBezTo>
                <a:cubicBezTo>
                  <a:pt x="7173" y="9522"/>
                  <a:pt x="7174" y="9496"/>
                  <a:pt x="7176" y="9476"/>
                </a:cubicBezTo>
                <a:cubicBezTo>
                  <a:pt x="7180" y="9429"/>
                  <a:pt x="7182" y="9376"/>
                  <a:pt x="7182" y="9323"/>
                </a:cubicBezTo>
                <a:cubicBezTo>
                  <a:pt x="7182" y="9276"/>
                  <a:pt x="7180" y="9217"/>
                  <a:pt x="7174" y="9170"/>
                </a:cubicBezTo>
                <a:cubicBezTo>
                  <a:pt x="7165" y="9077"/>
                  <a:pt x="7151" y="8984"/>
                  <a:pt x="7131" y="8917"/>
                </a:cubicBezTo>
                <a:cubicBezTo>
                  <a:pt x="7111" y="8851"/>
                  <a:pt x="7093" y="8811"/>
                  <a:pt x="7070" y="8778"/>
                </a:cubicBezTo>
                <a:cubicBezTo>
                  <a:pt x="7034" y="8725"/>
                  <a:pt x="6996" y="8691"/>
                  <a:pt x="6959" y="8691"/>
                </a:cubicBezTo>
                <a:cubicBezTo>
                  <a:pt x="6905" y="8691"/>
                  <a:pt x="6853" y="8758"/>
                  <a:pt x="6813" y="8897"/>
                </a:cubicBezTo>
                <a:cubicBezTo>
                  <a:pt x="6808" y="8924"/>
                  <a:pt x="6802" y="8951"/>
                  <a:pt x="6797" y="8971"/>
                </a:cubicBezTo>
                <a:cubicBezTo>
                  <a:pt x="6790" y="9010"/>
                  <a:pt x="6786" y="9057"/>
                  <a:pt x="6784" y="9110"/>
                </a:cubicBezTo>
                <a:cubicBezTo>
                  <a:pt x="6781" y="9190"/>
                  <a:pt x="6784" y="9283"/>
                  <a:pt x="6797" y="9349"/>
                </a:cubicBezTo>
                <a:cubicBezTo>
                  <a:pt x="6827" y="9516"/>
                  <a:pt x="6865" y="9655"/>
                  <a:pt x="6912" y="9761"/>
                </a:cubicBezTo>
                <a:close/>
                <a:moveTo>
                  <a:pt x="6130" y="9635"/>
                </a:moveTo>
                <a:cubicBezTo>
                  <a:pt x="6137" y="9682"/>
                  <a:pt x="6146" y="9728"/>
                  <a:pt x="6155" y="9768"/>
                </a:cubicBezTo>
                <a:cubicBezTo>
                  <a:pt x="6164" y="9808"/>
                  <a:pt x="6177" y="9841"/>
                  <a:pt x="6189" y="9868"/>
                </a:cubicBezTo>
                <a:cubicBezTo>
                  <a:pt x="6202" y="9894"/>
                  <a:pt x="6216" y="9921"/>
                  <a:pt x="6229" y="9928"/>
                </a:cubicBezTo>
                <a:cubicBezTo>
                  <a:pt x="6241" y="9941"/>
                  <a:pt x="6256" y="9948"/>
                  <a:pt x="6268" y="9934"/>
                </a:cubicBezTo>
                <a:cubicBezTo>
                  <a:pt x="6281" y="9934"/>
                  <a:pt x="6293" y="9914"/>
                  <a:pt x="6306" y="9888"/>
                </a:cubicBezTo>
                <a:cubicBezTo>
                  <a:pt x="6313" y="9874"/>
                  <a:pt x="6319" y="9855"/>
                  <a:pt x="6324" y="9835"/>
                </a:cubicBezTo>
                <a:cubicBezTo>
                  <a:pt x="6329" y="9828"/>
                  <a:pt x="6335" y="9821"/>
                  <a:pt x="6340" y="9808"/>
                </a:cubicBezTo>
                <a:cubicBezTo>
                  <a:pt x="6351" y="9788"/>
                  <a:pt x="6362" y="9755"/>
                  <a:pt x="6371" y="9722"/>
                </a:cubicBezTo>
                <a:cubicBezTo>
                  <a:pt x="6380" y="9688"/>
                  <a:pt x="6389" y="9648"/>
                  <a:pt x="6394" y="9602"/>
                </a:cubicBezTo>
                <a:cubicBezTo>
                  <a:pt x="6400" y="9562"/>
                  <a:pt x="6407" y="9516"/>
                  <a:pt x="6409" y="9469"/>
                </a:cubicBezTo>
                <a:cubicBezTo>
                  <a:pt x="6410" y="9423"/>
                  <a:pt x="6414" y="9369"/>
                  <a:pt x="6414" y="9316"/>
                </a:cubicBezTo>
                <a:cubicBezTo>
                  <a:pt x="6412" y="9216"/>
                  <a:pt x="6407" y="9123"/>
                  <a:pt x="6392" y="9037"/>
                </a:cubicBezTo>
                <a:cubicBezTo>
                  <a:pt x="6385" y="8997"/>
                  <a:pt x="6378" y="8957"/>
                  <a:pt x="6369" y="8924"/>
                </a:cubicBezTo>
                <a:cubicBezTo>
                  <a:pt x="6347" y="8858"/>
                  <a:pt x="6338" y="8838"/>
                  <a:pt x="6313" y="8804"/>
                </a:cubicBezTo>
                <a:cubicBezTo>
                  <a:pt x="6301" y="8784"/>
                  <a:pt x="6286" y="8784"/>
                  <a:pt x="6274" y="8778"/>
                </a:cubicBezTo>
                <a:cubicBezTo>
                  <a:pt x="6259" y="8771"/>
                  <a:pt x="6245" y="8785"/>
                  <a:pt x="6232" y="8791"/>
                </a:cubicBezTo>
                <a:cubicBezTo>
                  <a:pt x="6227" y="8791"/>
                  <a:pt x="6223" y="8798"/>
                  <a:pt x="6220" y="8804"/>
                </a:cubicBezTo>
                <a:cubicBezTo>
                  <a:pt x="6207" y="8824"/>
                  <a:pt x="6193" y="8838"/>
                  <a:pt x="6182" y="8871"/>
                </a:cubicBezTo>
                <a:cubicBezTo>
                  <a:pt x="6171" y="8897"/>
                  <a:pt x="6160" y="8931"/>
                  <a:pt x="6151" y="8964"/>
                </a:cubicBezTo>
                <a:cubicBezTo>
                  <a:pt x="6144" y="8991"/>
                  <a:pt x="6137" y="9024"/>
                  <a:pt x="6132" y="9057"/>
                </a:cubicBezTo>
                <a:cubicBezTo>
                  <a:pt x="6126" y="9090"/>
                  <a:pt x="6121" y="9143"/>
                  <a:pt x="6117" y="9170"/>
                </a:cubicBezTo>
                <a:cubicBezTo>
                  <a:pt x="6112" y="9216"/>
                  <a:pt x="6112" y="9276"/>
                  <a:pt x="6110" y="9323"/>
                </a:cubicBezTo>
                <a:cubicBezTo>
                  <a:pt x="6108" y="9376"/>
                  <a:pt x="6112" y="9429"/>
                  <a:pt x="6114" y="9476"/>
                </a:cubicBezTo>
                <a:cubicBezTo>
                  <a:pt x="6115" y="9536"/>
                  <a:pt x="6123" y="9589"/>
                  <a:pt x="6130" y="9635"/>
                </a:cubicBezTo>
                <a:close/>
                <a:moveTo>
                  <a:pt x="5560" y="9722"/>
                </a:moveTo>
                <a:cubicBezTo>
                  <a:pt x="5569" y="9755"/>
                  <a:pt x="5578" y="9781"/>
                  <a:pt x="5589" y="9801"/>
                </a:cubicBezTo>
                <a:cubicBezTo>
                  <a:pt x="5594" y="9815"/>
                  <a:pt x="5601" y="9821"/>
                  <a:pt x="5607" y="9828"/>
                </a:cubicBezTo>
                <a:cubicBezTo>
                  <a:pt x="5612" y="9835"/>
                  <a:pt x="5619" y="9848"/>
                  <a:pt x="5625" y="9855"/>
                </a:cubicBezTo>
                <a:cubicBezTo>
                  <a:pt x="5650" y="9881"/>
                  <a:pt x="5679" y="9868"/>
                  <a:pt x="5702" y="9815"/>
                </a:cubicBezTo>
                <a:cubicBezTo>
                  <a:pt x="5709" y="9801"/>
                  <a:pt x="5714" y="9781"/>
                  <a:pt x="5720" y="9768"/>
                </a:cubicBezTo>
                <a:cubicBezTo>
                  <a:pt x="5723" y="9768"/>
                  <a:pt x="5727" y="9768"/>
                  <a:pt x="5729" y="9761"/>
                </a:cubicBezTo>
                <a:cubicBezTo>
                  <a:pt x="5736" y="9748"/>
                  <a:pt x="5745" y="9735"/>
                  <a:pt x="5752" y="9722"/>
                </a:cubicBezTo>
                <a:cubicBezTo>
                  <a:pt x="5767" y="9688"/>
                  <a:pt x="5779" y="9642"/>
                  <a:pt x="5788" y="9589"/>
                </a:cubicBezTo>
                <a:cubicBezTo>
                  <a:pt x="5808" y="9489"/>
                  <a:pt x="5830" y="9389"/>
                  <a:pt x="5849" y="9290"/>
                </a:cubicBezTo>
                <a:cubicBezTo>
                  <a:pt x="5857" y="9250"/>
                  <a:pt x="5860" y="9203"/>
                  <a:pt x="5862" y="9150"/>
                </a:cubicBezTo>
                <a:cubicBezTo>
                  <a:pt x="5866" y="9103"/>
                  <a:pt x="5864" y="9050"/>
                  <a:pt x="5860" y="9004"/>
                </a:cubicBezTo>
                <a:cubicBezTo>
                  <a:pt x="5853" y="8911"/>
                  <a:pt x="5837" y="8831"/>
                  <a:pt x="5813" y="8784"/>
                </a:cubicBezTo>
                <a:cubicBezTo>
                  <a:pt x="5779" y="8711"/>
                  <a:pt x="5741" y="8671"/>
                  <a:pt x="5702" y="8665"/>
                </a:cubicBezTo>
                <a:cubicBezTo>
                  <a:pt x="5682" y="8658"/>
                  <a:pt x="5662" y="8671"/>
                  <a:pt x="5644" y="8685"/>
                </a:cubicBezTo>
                <a:cubicBezTo>
                  <a:pt x="5639" y="8691"/>
                  <a:pt x="5634" y="8691"/>
                  <a:pt x="5630" y="8705"/>
                </a:cubicBezTo>
                <a:cubicBezTo>
                  <a:pt x="5617" y="8725"/>
                  <a:pt x="5605" y="8738"/>
                  <a:pt x="5592" y="8765"/>
                </a:cubicBezTo>
                <a:cubicBezTo>
                  <a:pt x="5569" y="8818"/>
                  <a:pt x="5555" y="8871"/>
                  <a:pt x="5538" y="8957"/>
                </a:cubicBezTo>
                <a:cubicBezTo>
                  <a:pt x="5529" y="9004"/>
                  <a:pt x="5522" y="9064"/>
                  <a:pt x="5519" y="9123"/>
                </a:cubicBezTo>
                <a:cubicBezTo>
                  <a:pt x="5515" y="9170"/>
                  <a:pt x="5515" y="9210"/>
                  <a:pt x="5513" y="9256"/>
                </a:cubicBezTo>
                <a:cubicBezTo>
                  <a:pt x="5513" y="9270"/>
                  <a:pt x="5513" y="9290"/>
                  <a:pt x="5513" y="9303"/>
                </a:cubicBezTo>
                <a:cubicBezTo>
                  <a:pt x="5513" y="9363"/>
                  <a:pt x="5515" y="9429"/>
                  <a:pt x="5520" y="9482"/>
                </a:cubicBezTo>
                <a:cubicBezTo>
                  <a:pt x="5531" y="9575"/>
                  <a:pt x="5542" y="9655"/>
                  <a:pt x="5560" y="9722"/>
                </a:cubicBezTo>
                <a:close/>
                <a:moveTo>
                  <a:pt x="4988" y="9569"/>
                </a:moveTo>
                <a:cubicBezTo>
                  <a:pt x="4995" y="9609"/>
                  <a:pt x="5004" y="9642"/>
                  <a:pt x="5017" y="9662"/>
                </a:cubicBezTo>
                <a:cubicBezTo>
                  <a:pt x="5026" y="9675"/>
                  <a:pt x="5033" y="9688"/>
                  <a:pt x="5044" y="9702"/>
                </a:cubicBezTo>
                <a:cubicBezTo>
                  <a:pt x="5047" y="9728"/>
                  <a:pt x="5053" y="9748"/>
                  <a:pt x="5058" y="9768"/>
                </a:cubicBezTo>
                <a:cubicBezTo>
                  <a:pt x="5078" y="9835"/>
                  <a:pt x="5103" y="9881"/>
                  <a:pt x="5130" y="9874"/>
                </a:cubicBezTo>
                <a:cubicBezTo>
                  <a:pt x="5155" y="9868"/>
                  <a:pt x="5184" y="9841"/>
                  <a:pt x="5202" y="9768"/>
                </a:cubicBezTo>
                <a:cubicBezTo>
                  <a:pt x="5220" y="9695"/>
                  <a:pt x="5236" y="9629"/>
                  <a:pt x="5254" y="9555"/>
                </a:cubicBezTo>
                <a:cubicBezTo>
                  <a:pt x="5263" y="9522"/>
                  <a:pt x="5270" y="9482"/>
                  <a:pt x="5276" y="9436"/>
                </a:cubicBezTo>
                <a:cubicBezTo>
                  <a:pt x="5283" y="9389"/>
                  <a:pt x="5285" y="9343"/>
                  <a:pt x="5285" y="9290"/>
                </a:cubicBezTo>
                <a:cubicBezTo>
                  <a:pt x="5283" y="9256"/>
                  <a:pt x="5283" y="9223"/>
                  <a:pt x="5281" y="9190"/>
                </a:cubicBezTo>
                <a:cubicBezTo>
                  <a:pt x="5276" y="9130"/>
                  <a:pt x="5269" y="9070"/>
                  <a:pt x="5256" y="9024"/>
                </a:cubicBezTo>
                <a:cubicBezTo>
                  <a:pt x="5254" y="9017"/>
                  <a:pt x="5252" y="9004"/>
                  <a:pt x="5251" y="8997"/>
                </a:cubicBezTo>
                <a:cubicBezTo>
                  <a:pt x="5242" y="8971"/>
                  <a:pt x="5233" y="8944"/>
                  <a:pt x="5224" y="8924"/>
                </a:cubicBezTo>
                <a:cubicBezTo>
                  <a:pt x="5213" y="8897"/>
                  <a:pt x="5198" y="8878"/>
                  <a:pt x="5184" y="8858"/>
                </a:cubicBezTo>
                <a:cubicBezTo>
                  <a:pt x="5172" y="8838"/>
                  <a:pt x="5155" y="8838"/>
                  <a:pt x="5143" y="8831"/>
                </a:cubicBezTo>
                <a:cubicBezTo>
                  <a:pt x="5137" y="8831"/>
                  <a:pt x="5130" y="8831"/>
                  <a:pt x="5125" y="8831"/>
                </a:cubicBezTo>
                <a:cubicBezTo>
                  <a:pt x="5096" y="8844"/>
                  <a:pt x="5069" y="8864"/>
                  <a:pt x="5044" y="8917"/>
                </a:cubicBezTo>
                <a:cubicBezTo>
                  <a:pt x="5021" y="8971"/>
                  <a:pt x="4997" y="9050"/>
                  <a:pt x="4986" y="9143"/>
                </a:cubicBezTo>
                <a:cubicBezTo>
                  <a:pt x="4979" y="9183"/>
                  <a:pt x="4976" y="9230"/>
                  <a:pt x="4974" y="9283"/>
                </a:cubicBezTo>
                <a:cubicBezTo>
                  <a:pt x="4970" y="9329"/>
                  <a:pt x="4972" y="9383"/>
                  <a:pt x="4976" y="9429"/>
                </a:cubicBezTo>
                <a:cubicBezTo>
                  <a:pt x="4972" y="9489"/>
                  <a:pt x="4979" y="9529"/>
                  <a:pt x="4988" y="9569"/>
                </a:cubicBezTo>
                <a:close/>
                <a:moveTo>
                  <a:pt x="4269" y="9722"/>
                </a:moveTo>
                <a:cubicBezTo>
                  <a:pt x="4278" y="9775"/>
                  <a:pt x="4291" y="9821"/>
                  <a:pt x="4305" y="9855"/>
                </a:cubicBezTo>
                <a:cubicBezTo>
                  <a:pt x="4314" y="9874"/>
                  <a:pt x="4321" y="9888"/>
                  <a:pt x="4330" y="9908"/>
                </a:cubicBezTo>
                <a:cubicBezTo>
                  <a:pt x="4346" y="9934"/>
                  <a:pt x="4362" y="9961"/>
                  <a:pt x="4379" y="9974"/>
                </a:cubicBezTo>
                <a:cubicBezTo>
                  <a:pt x="4420" y="10007"/>
                  <a:pt x="4461" y="10001"/>
                  <a:pt x="4497" y="9914"/>
                </a:cubicBezTo>
                <a:cubicBezTo>
                  <a:pt x="4519" y="9861"/>
                  <a:pt x="4531" y="9815"/>
                  <a:pt x="4548" y="9735"/>
                </a:cubicBezTo>
                <a:cubicBezTo>
                  <a:pt x="4549" y="9722"/>
                  <a:pt x="4551" y="9715"/>
                  <a:pt x="4553" y="9702"/>
                </a:cubicBezTo>
                <a:cubicBezTo>
                  <a:pt x="4558" y="9668"/>
                  <a:pt x="4562" y="9629"/>
                  <a:pt x="4566" y="9589"/>
                </a:cubicBezTo>
                <a:cubicBezTo>
                  <a:pt x="4567" y="9575"/>
                  <a:pt x="4567" y="9562"/>
                  <a:pt x="4567" y="9549"/>
                </a:cubicBezTo>
                <a:cubicBezTo>
                  <a:pt x="4567" y="9549"/>
                  <a:pt x="4569" y="9549"/>
                  <a:pt x="4569" y="9542"/>
                </a:cubicBezTo>
                <a:cubicBezTo>
                  <a:pt x="4591" y="9496"/>
                  <a:pt x="4611" y="9409"/>
                  <a:pt x="4616" y="9323"/>
                </a:cubicBezTo>
                <a:cubicBezTo>
                  <a:pt x="4621" y="9230"/>
                  <a:pt x="4621" y="9123"/>
                  <a:pt x="4605" y="9037"/>
                </a:cubicBezTo>
                <a:cubicBezTo>
                  <a:pt x="4591" y="8951"/>
                  <a:pt x="4571" y="8897"/>
                  <a:pt x="4546" y="8864"/>
                </a:cubicBezTo>
                <a:cubicBezTo>
                  <a:pt x="4542" y="8864"/>
                  <a:pt x="4540" y="8858"/>
                  <a:pt x="4537" y="8858"/>
                </a:cubicBezTo>
                <a:cubicBezTo>
                  <a:pt x="4487" y="8691"/>
                  <a:pt x="4407" y="8665"/>
                  <a:pt x="4350" y="8798"/>
                </a:cubicBezTo>
                <a:cubicBezTo>
                  <a:pt x="4316" y="8871"/>
                  <a:pt x="4292" y="8991"/>
                  <a:pt x="4282" y="9123"/>
                </a:cubicBezTo>
                <a:cubicBezTo>
                  <a:pt x="4276" y="9190"/>
                  <a:pt x="4274" y="9256"/>
                  <a:pt x="4274" y="9323"/>
                </a:cubicBezTo>
                <a:cubicBezTo>
                  <a:pt x="4267" y="9356"/>
                  <a:pt x="4262" y="9396"/>
                  <a:pt x="4260" y="9436"/>
                </a:cubicBezTo>
                <a:cubicBezTo>
                  <a:pt x="4256" y="9482"/>
                  <a:pt x="4255" y="9535"/>
                  <a:pt x="4258" y="9582"/>
                </a:cubicBezTo>
                <a:cubicBezTo>
                  <a:pt x="4256" y="9629"/>
                  <a:pt x="4262" y="9675"/>
                  <a:pt x="4269" y="9722"/>
                </a:cubicBezTo>
                <a:close/>
                <a:moveTo>
                  <a:pt x="3512" y="9649"/>
                </a:moveTo>
                <a:cubicBezTo>
                  <a:pt x="3514" y="9649"/>
                  <a:pt x="3516" y="9655"/>
                  <a:pt x="3517" y="9655"/>
                </a:cubicBezTo>
                <a:cubicBezTo>
                  <a:pt x="3519" y="9655"/>
                  <a:pt x="3521" y="9655"/>
                  <a:pt x="3523" y="9655"/>
                </a:cubicBezTo>
                <a:cubicBezTo>
                  <a:pt x="3532" y="9762"/>
                  <a:pt x="3553" y="9861"/>
                  <a:pt x="3580" y="9914"/>
                </a:cubicBezTo>
                <a:cubicBezTo>
                  <a:pt x="3589" y="9934"/>
                  <a:pt x="3600" y="9948"/>
                  <a:pt x="3609" y="9961"/>
                </a:cubicBezTo>
                <a:cubicBezTo>
                  <a:pt x="3611" y="9961"/>
                  <a:pt x="3613" y="9968"/>
                  <a:pt x="3616" y="9968"/>
                </a:cubicBezTo>
                <a:cubicBezTo>
                  <a:pt x="3640" y="9987"/>
                  <a:pt x="3656" y="9987"/>
                  <a:pt x="3679" y="9968"/>
                </a:cubicBezTo>
                <a:cubicBezTo>
                  <a:pt x="3688" y="9961"/>
                  <a:pt x="3699" y="9941"/>
                  <a:pt x="3708" y="9921"/>
                </a:cubicBezTo>
                <a:cubicBezTo>
                  <a:pt x="3713" y="9908"/>
                  <a:pt x="3724" y="9874"/>
                  <a:pt x="3730" y="9861"/>
                </a:cubicBezTo>
                <a:cubicBezTo>
                  <a:pt x="3737" y="9841"/>
                  <a:pt x="3742" y="9808"/>
                  <a:pt x="3746" y="9781"/>
                </a:cubicBezTo>
                <a:cubicBezTo>
                  <a:pt x="3751" y="9748"/>
                  <a:pt x="3755" y="9708"/>
                  <a:pt x="3757" y="9675"/>
                </a:cubicBezTo>
                <a:cubicBezTo>
                  <a:pt x="3758" y="9642"/>
                  <a:pt x="3760" y="9602"/>
                  <a:pt x="3760" y="9569"/>
                </a:cubicBezTo>
                <a:cubicBezTo>
                  <a:pt x="3760" y="9536"/>
                  <a:pt x="3758" y="9496"/>
                  <a:pt x="3757" y="9462"/>
                </a:cubicBezTo>
                <a:cubicBezTo>
                  <a:pt x="3755" y="9442"/>
                  <a:pt x="3753" y="9429"/>
                  <a:pt x="3751" y="9416"/>
                </a:cubicBezTo>
                <a:cubicBezTo>
                  <a:pt x="3762" y="9329"/>
                  <a:pt x="3766" y="9243"/>
                  <a:pt x="3758" y="9150"/>
                </a:cubicBezTo>
                <a:cubicBezTo>
                  <a:pt x="3748" y="8997"/>
                  <a:pt x="3721" y="8878"/>
                  <a:pt x="3685" y="8798"/>
                </a:cubicBezTo>
                <a:cubicBezTo>
                  <a:pt x="3674" y="8771"/>
                  <a:pt x="3663" y="8758"/>
                  <a:pt x="3651" y="8745"/>
                </a:cubicBezTo>
                <a:cubicBezTo>
                  <a:pt x="3647" y="8738"/>
                  <a:pt x="3642" y="8731"/>
                  <a:pt x="3638" y="8731"/>
                </a:cubicBezTo>
                <a:cubicBezTo>
                  <a:pt x="3622" y="8718"/>
                  <a:pt x="3604" y="8705"/>
                  <a:pt x="3588" y="8711"/>
                </a:cubicBezTo>
                <a:cubicBezTo>
                  <a:pt x="3575" y="8711"/>
                  <a:pt x="3562" y="8718"/>
                  <a:pt x="3550" y="8731"/>
                </a:cubicBezTo>
                <a:cubicBezTo>
                  <a:pt x="3546" y="8731"/>
                  <a:pt x="3541" y="8738"/>
                  <a:pt x="3537" y="8745"/>
                </a:cubicBezTo>
                <a:cubicBezTo>
                  <a:pt x="3510" y="8778"/>
                  <a:pt x="3494" y="8811"/>
                  <a:pt x="3473" y="8884"/>
                </a:cubicBezTo>
                <a:cubicBezTo>
                  <a:pt x="3469" y="8891"/>
                  <a:pt x="3467" y="8904"/>
                  <a:pt x="3464" y="8917"/>
                </a:cubicBezTo>
                <a:cubicBezTo>
                  <a:pt x="3456" y="8951"/>
                  <a:pt x="3447" y="8991"/>
                  <a:pt x="3440" y="9037"/>
                </a:cubicBezTo>
                <a:cubicBezTo>
                  <a:pt x="3431" y="9110"/>
                  <a:pt x="3422" y="9183"/>
                  <a:pt x="3424" y="9270"/>
                </a:cubicBezTo>
                <a:cubicBezTo>
                  <a:pt x="3426" y="9376"/>
                  <a:pt x="3435" y="9482"/>
                  <a:pt x="3456" y="9562"/>
                </a:cubicBezTo>
                <a:cubicBezTo>
                  <a:pt x="3476" y="9589"/>
                  <a:pt x="3492" y="9629"/>
                  <a:pt x="3512" y="9649"/>
                </a:cubicBezTo>
                <a:close/>
                <a:moveTo>
                  <a:pt x="2662" y="9363"/>
                </a:moveTo>
                <a:cubicBezTo>
                  <a:pt x="2662" y="9429"/>
                  <a:pt x="2667" y="9496"/>
                  <a:pt x="2676" y="9549"/>
                </a:cubicBezTo>
                <a:cubicBezTo>
                  <a:pt x="2678" y="9562"/>
                  <a:pt x="2680" y="9569"/>
                  <a:pt x="2681" y="9582"/>
                </a:cubicBezTo>
                <a:cubicBezTo>
                  <a:pt x="2683" y="9615"/>
                  <a:pt x="2687" y="9649"/>
                  <a:pt x="2692" y="9682"/>
                </a:cubicBezTo>
                <a:cubicBezTo>
                  <a:pt x="2707" y="9761"/>
                  <a:pt x="2726" y="9835"/>
                  <a:pt x="2752" y="9855"/>
                </a:cubicBezTo>
                <a:cubicBezTo>
                  <a:pt x="2791" y="9881"/>
                  <a:pt x="2831" y="9888"/>
                  <a:pt x="2868" y="9848"/>
                </a:cubicBezTo>
                <a:cubicBezTo>
                  <a:pt x="2899" y="9815"/>
                  <a:pt x="2926" y="9761"/>
                  <a:pt x="2949" y="9695"/>
                </a:cubicBezTo>
                <a:cubicBezTo>
                  <a:pt x="2960" y="9675"/>
                  <a:pt x="2971" y="9655"/>
                  <a:pt x="2980" y="9622"/>
                </a:cubicBezTo>
                <a:cubicBezTo>
                  <a:pt x="2985" y="9595"/>
                  <a:pt x="2991" y="9569"/>
                  <a:pt x="2996" y="9549"/>
                </a:cubicBezTo>
                <a:cubicBezTo>
                  <a:pt x="3005" y="9489"/>
                  <a:pt x="3010" y="9429"/>
                  <a:pt x="3010" y="9363"/>
                </a:cubicBezTo>
                <a:cubicBezTo>
                  <a:pt x="3010" y="9349"/>
                  <a:pt x="3010" y="9329"/>
                  <a:pt x="3010" y="9316"/>
                </a:cubicBezTo>
                <a:cubicBezTo>
                  <a:pt x="3009" y="9270"/>
                  <a:pt x="3009" y="9216"/>
                  <a:pt x="3005" y="9170"/>
                </a:cubicBezTo>
                <a:cubicBezTo>
                  <a:pt x="3001" y="9130"/>
                  <a:pt x="2996" y="9084"/>
                  <a:pt x="2991" y="9044"/>
                </a:cubicBezTo>
                <a:cubicBezTo>
                  <a:pt x="2989" y="9030"/>
                  <a:pt x="2987" y="9017"/>
                  <a:pt x="2983" y="8997"/>
                </a:cubicBezTo>
                <a:cubicBezTo>
                  <a:pt x="2974" y="8951"/>
                  <a:pt x="2964" y="8891"/>
                  <a:pt x="2951" y="8851"/>
                </a:cubicBezTo>
                <a:cubicBezTo>
                  <a:pt x="2942" y="8824"/>
                  <a:pt x="2933" y="8791"/>
                  <a:pt x="2922" y="8771"/>
                </a:cubicBezTo>
                <a:cubicBezTo>
                  <a:pt x="2912" y="8745"/>
                  <a:pt x="2899" y="8731"/>
                  <a:pt x="2888" y="8711"/>
                </a:cubicBezTo>
                <a:cubicBezTo>
                  <a:pt x="2885" y="8705"/>
                  <a:pt x="2881" y="8698"/>
                  <a:pt x="2876" y="8698"/>
                </a:cubicBezTo>
                <a:cubicBezTo>
                  <a:pt x="2863" y="8685"/>
                  <a:pt x="2850" y="8678"/>
                  <a:pt x="2838" y="8678"/>
                </a:cubicBezTo>
                <a:cubicBezTo>
                  <a:pt x="2829" y="8678"/>
                  <a:pt x="2820" y="8685"/>
                  <a:pt x="2813" y="8685"/>
                </a:cubicBezTo>
                <a:cubicBezTo>
                  <a:pt x="2804" y="8691"/>
                  <a:pt x="2795" y="8691"/>
                  <a:pt x="2788" y="8705"/>
                </a:cubicBezTo>
                <a:cubicBezTo>
                  <a:pt x="2771" y="8725"/>
                  <a:pt x="2755" y="8751"/>
                  <a:pt x="2743" y="8785"/>
                </a:cubicBezTo>
                <a:cubicBezTo>
                  <a:pt x="2734" y="8811"/>
                  <a:pt x="2723" y="8838"/>
                  <a:pt x="2714" y="8871"/>
                </a:cubicBezTo>
                <a:cubicBezTo>
                  <a:pt x="2705" y="8904"/>
                  <a:pt x="2698" y="8944"/>
                  <a:pt x="2690" y="8977"/>
                </a:cubicBezTo>
                <a:cubicBezTo>
                  <a:pt x="2687" y="8991"/>
                  <a:pt x="2685" y="9011"/>
                  <a:pt x="2681" y="9024"/>
                </a:cubicBezTo>
                <a:cubicBezTo>
                  <a:pt x="2676" y="9064"/>
                  <a:pt x="2671" y="9110"/>
                  <a:pt x="2667" y="9157"/>
                </a:cubicBezTo>
                <a:cubicBezTo>
                  <a:pt x="2663" y="9203"/>
                  <a:pt x="2662" y="9256"/>
                  <a:pt x="2660" y="9303"/>
                </a:cubicBezTo>
                <a:cubicBezTo>
                  <a:pt x="2662" y="9323"/>
                  <a:pt x="2662" y="9343"/>
                  <a:pt x="2662" y="9363"/>
                </a:cubicBezTo>
                <a:close/>
                <a:moveTo>
                  <a:pt x="3099" y="11682"/>
                </a:moveTo>
                <a:cubicBezTo>
                  <a:pt x="3075" y="11616"/>
                  <a:pt x="3039" y="11569"/>
                  <a:pt x="3010" y="11616"/>
                </a:cubicBezTo>
                <a:cubicBezTo>
                  <a:pt x="2985" y="11656"/>
                  <a:pt x="2960" y="11696"/>
                  <a:pt x="2935" y="11729"/>
                </a:cubicBezTo>
                <a:cubicBezTo>
                  <a:pt x="2908" y="11669"/>
                  <a:pt x="2877" y="11629"/>
                  <a:pt x="2845" y="11636"/>
                </a:cubicBezTo>
                <a:cubicBezTo>
                  <a:pt x="2800" y="11649"/>
                  <a:pt x="2762" y="11709"/>
                  <a:pt x="2726" y="11815"/>
                </a:cubicBezTo>
                <a:cubicBezTo>
                  <a:pt x="2698" y="11902"/>
                  <a:pt x="2680" y="12021"/>
                  <a:pt x="2667" y="12147"/>
                </a:cubicBezTo>
                <a:cubicBezTo>
                  <a:pt x="2653" y="12307"/>
                  <a:pt x="2660" y="12473"/>
                  <a:pt x="2680" y="12626"/>
                </a:cubicBezTo>
                <a:cubicBezTo>
                  <a:pt x="2705" y="12839"/>
                  <a:pt x="2770" y="12998"/>
                  <a:pt x="2831" y="13031"/>
                </a:cubicBezTo>
                <a:cubicBezTo>
                  <a:pt x="2868" y="13051"/>
                  <a:pt x="2906" y="13058"/>
                  <a:pt x="2944" y="13018"/>
                </a:cubicBezTo>
                <a:cubicBezTo>
                  <a:pt x="2982" y="12972"/>
                  <a:pt x="3016" y="12898"/>
                  <a:pt x="3045" y="12792"/>
                </a:cubicBezTo>
                <a:cubicBezTo>
                  <a:pt x="3106" y="12573"/>
                  <a:pt x="3131" y="12274"/>
                  <a:pt x="3138" y="11968"/>
                </a:cubicBezTo>
                <a:cubicBezTo>
                  <a:pt x="3142" y="11862"/>
                  <a:pt x="3122" y="11749"/>
                  <a:pt x="3099" y="11682"/>
                </a:cubicBezTo>
                <a:close/>
                <a:moveTo>
                  <a:pt x="3846" y="11948"/>
                </a:moveTo>
                <a:cubicBezTo>
                  <a:pt x="3843" y="11908"/>
                  <a:pt x="3837" y="11862"/>
                  <a:pt x="3832" y="11828"/>
                </a:cubicBezTo>
                <a:cubicBezTo>
                  <a:pt x="3827" y="11789"/>
                  <a:pt x="3818" y="11755"/>
                  <a:pt x="3811" y="11722"/>
                </a:cubicBezTo>
                <a:cubicBezTo>
                  <a:pt x="3809" y="11715"/>
                  <a:pt x="3809" y="11715"/>
                  <a:pt x="3807" y="11709"/>
                </a:cubicBezTo>
                <a:cubicBezTo>
                  <a:pt x="3800" y="11682"/>
                  <a:pt x="3791" y="11662"/>
                  <a:pt x="3784" y="11642"/>
                </a:cubicBezTo>
                <a:cubicBezTo>
                  <a:pt x="3782" y="11636"/>
                  <a:pt x="3780" y="11636"/>
                  <a:pt x="3778" y="11629"/>
                </a:cubicBezTo>
                <a:cubicBezTo>
                  <a:pt x="3769" y="11609"/>
                  <a:pt x="3758" y="11596"/>
                  <a:pt x="3749" y="11583"/>
                </a:cubicBezTo>
                <a:cubicBezTo>
                  <a:pt x="3748" y="11583"/>
                  <a:pt x="3746" y="11576"/>
                  <a:pt x="3744" y="11576"/>
                </a:cubicBezTo>
                <a:cubicBezTo>
                  <a:pt x="3733" y="11569"/>
                  <a:pt x="3722" y="11563"/>
                  <a:pt x="3712" y="11563"/>
                </a:cubicBezTo>
                <a:cubicBezTo>
                  <a:pt x="3703" y="11569"/>
                  <a:pt x="3694" y="11569"/>
                  <a:pt x="3685" y="11576"/>
                </a:cubicBezTo>
                <a:cubicBezTo>
                  <a:pt x="3672" y="11589"/>
                  <a:pt x="3660" y="11609"/>
                  <a:pt x="3651" y="11642"/>
                </a:cubicBezTo>
                <a:cubicBezTo>
                  <a:pt x="3643" y="11656"/>
                  <a:pt x="3636" y="11682"/>
                  <a:pt x="3633" y="11709"/>
                </a:cubicBezTo>
                <a:cubicBezTo>
                  <a:pt x="3624" y="11742"/>
                  <a:pt x="3618" y="11789"/>
                  <a:pt x="3615" y="11835"/>
                </a:cubicBezTo>
                <a:cubicBezTo>
                  <a:pt x="3613" y="11855"/>
                  <a:pt x="3613" y="11882"/>
                  <a:pt x="3611" y="11902"/>
                </a:cubicBezTo>
                <a:cubicBezTo>
                  <a:pt x="3593" y="11955"/>
                  <a:pt x="3577" y="12021"/>
                  <a:pt x="3562" y="12088"/>
                </a:cubicBezTo>
                <a:cubicBezTo>
                  <a:pt x="3557" y="12114"/>
                  <a:pt x="3553" y="12134"/>
                  <a:pt x="3550" y="12167"/>
                </a:cubicBezTo>
                <a:cubicBezTo>
                  <a:pt x="3543" y="12221"/>
                  <a:pt x="3535" y="12274"/>
                  <a:pt x="3534" y="12334"/>
                </a:cubicBezTo>
                <a:cubicBezTo>
                  <a:pt x="3528" y="12400"/>
                  <a:pt x="3528" y="12466"/>
                  <a:pt x="3534" y="12533"/>
                </a:cubicBezTo>
                <a:cubicBezTo>
                  <a:pt x="3539" y="12593"/>
                  <a:pt x="3546" y="12653"/>
                  <a:pt x="3559" y="12699"/>
                </a:cubicBezTo>
                <a:cubicBezTo>
                  <a:pt x="3571" y="12746"/>
                  <a:pt x="3586" y="12779"/>
                  <a:pt x="3604" y="12792"/>
                </a:cubicBezTo>
                <a:cubicBezTo>
                  <a:pt x="3622" y="12812"/>
                  <a:pt x="3640" y="12812"/>
                  <a:pt x="3658" y="12792"/>
                </a:cubicBezTo>
                <a:cubicBezTo>
                  <a:pt x="3712" y="12766"/>
                  <a:pt x="3767" y="12699"/>
                  <a:pt x="3807" y="12553"/>
                </a:cubicBezTo>
                <a:cubicBezTo>
                  <a:pt x="3816" y="12520"/>
                  <a:pt x="3823" y="12486"/>
                  <a:pt x="3829" y="12446"/>
                </a:cubicBezTo>
                <a:cubicBezTo>
                  <a:pt x="3836" y="12413"/>
                  <a:pt x="3839" y="12367"/>
                  <a:pt x="3843" y="12327"/>
                </a:cubicBezTo>
                <a:cubicBezTo>
                  <a:pt x="3848" y="12274"/>
                  <a:pt x="3850" y="12214"/>
                  <a:pt x="3852" y="12154"/>
                </a:cubicBezTo>
                <a:cubicBezTo>
                  <a:pt x="3854" y="12094"/>
                  <a:pt x="3850" y="12034"/>
                  <a:pt x="3846" y="11981"/>
                </a:cubicBezTo>
                <a:cubicBezTo>
                  <a:pt x="3848" y="11975"/>
                  <a:pt x="3848" y="11961"/>
                  <a:pt x="3846" y="11948"/>
                </a:cubicBezTo>
                <a:close/>
                <a:moveTo>
                  <a:pt x="4523" y="11709"/>
                </a:moveTo>
                <a:cubicBezTo>
                  <a:pt x="4496" y="11636"/>
                  <a:pt x="4467" y="11589"/>
                  <a:pt x="4436" y="11549"/>
                </a:cubicBezTo>
                <a:cubicBezTo>
                  <a:pt x="4413" y="11516"/>
                  <a:pt x="4379" y="11543"/>
                  <a:pt x="4359" y="11589"/>
                </a:cubicBezTo>
                <a:cubicBezTo>
                  <a:pt x="4341" y="11629"/>
                  <a:pt x="4323" y="11702"/>
                  <a:pt x="4316" y="11782"/>
                </a:cubicBezTo>
                <a:cubicBezTo>
                  <a:pt x="4309" y="11789"/>
                  <a:pt x="4301" y="11789"/>
                  <a:pt x="4292" y="11795"/>
                </a:cubicBezTo>
                <a:cubicBezTo>
                  <a:pt x="4276" y="11815"/>
                  <a:pt x="4260" y="11842"/>
                  <a:pt x="4247" y="11888"/>
                </a:cubicBezTo>
                <a:cubicBezTo>
                  <a:pt x="4224" y="11961"/>
                  <a:pt x="4206" y="12088"/>
                  <a:pt x="4201" y="12194"/>
                </a:cubicBezTo>
                <a:cubicBezTo>
                  <a:pt x="4195" y="12300"/>
                  <a:pt x="4195" y="12360"/>
                  <a:pt x="4201" y="12466"/>
                </a:cubicBezTo>
                <a:cubicBezTo>
                  <a:pt x="4202" y="12526"/>
                  <a:pt x="4210" y="12586"/>
                  <a:pt x="4217" y="12639"/>
                </a:cubicBezTo>
                <a:cubicBezTo>
                  <a:pt x="4231" y="12752"/>
                  <a:pt x="4258" y="12845"/>
                  <a:pt x="4287" y="12912"/>
                </a:cubicBezTo>
                <a:cubicBezTo>
                  <a:pt x="4319" y="12985"/>
                  <a:pt x="4354" y="13011"/>
                  <a:pt x="4389" y="13025"/>
                </a:cubicBezTo>
                <a:cubicBezTo>
                  <a:pt x="4418" y="13038"/>
                  <a:pt x="4447" y="13025"/>
                  <a:pt x="4476" y="13005"/>
                </a:cubicBezTo>
                <a:cubicBezTo>
                  <a:pt x="4510" y="12978"/>
                  <a:pt x="4544" y="12912"/>
                  <a:pt x="4569" y="12819"/>
                </a:cubicBezTo>
                <a:cubicBezTo>
                  <a:pt x="4580" y="12779"/>
                  <a:pt x="4593" y="12726"/>
                  <a:pt x="4600" y="12673"/>
                </a:cubicBezTo>
                <a:cubicBezTo>
                  <a:pt x="4612" y="12573"/>
                  <a:pt x="4616" y="12506"/>
                  <a:pt x="4620" y="12400"/>
                </a:cubicBezTo>
                <a:cubicBezTo>
                  <a:pt x="4623" y="12267"/>
                  <a:pt x="4612" y="12134"/>
                  <a:pt x="4598" y="12015"/>
                </a:cubicBezTo>
                <a:cubicBezTo>
                  <a:pt x="4580" y="11888"/>
                  <a:pt x="4551" y="11795"/>
                  <a:pt x="4523" y="11709"/>
                </a:cubicBezTo>
                <a:close/>
                <a:moveTo>
                  <a:pt x="5139" y="11789"/>
                </a:moveTo>
                <a:cubicBezTo>
                  <a:pt x="5125" y="11775"/>
                  <a:pt x="5112" y="11769"/>
                  <a:pt x="5098" y="11769"/>
                </a:cubicBezTo>
                <a:cubicBezTo>
                  <a:pt x="5083" y="11769"/>
                  <a:pt x="5069" y="11775"/>
                  <a:pt x="5055" y="11789"/>
                </a:cubicBezTo>
                <a:cubicBezTo>
                  <a:pt x="5049" y="11795"/>
                  <a:pt x="5044" y="11795"/>
                  <a:pt x="5038" y="11809"/>
                </a:cubicBezTo>
                <a:cubicBezTo>
                  <a:pt x="5026" y="11828"/>
                  <a:pt x="5012" y="11842"/>
                  <a:pt x="5001" y="11875"/>
                </a:cubicBezTo>
                <a:cubicBezTo>
                  <a:pt x="4979" y="11935"/>
                  <a:pt x="4958" y="12001"/>
                  <a:pt x="4947" y="12094"/>
                </a:cubicBezTo>
                <a:cubicBezTo>
                  <a:pt x="4934" y="12187"/>
                  <a:pt x="4932" y="12221"/>
                  <a:pt x="4929" y="12327"/>
                </a:cubicBezTo>
                <a:cubicBezTo>
                  <a:pt x="4927" y="12380"/>
                  <a:pt x="4931" y="12433"/>
                  <a:pt x="4932" y="12480"/>
                </a:cubicBezTo>
                <a:cubicBezTo>
                  <a:pt x="4934" y="12526"/>
                  <a:pt x="4941" y="12573"/>
                  <a:pt x="4947" y="12619"/>
                </a:cubicBezTo>
                <a:cubicBezTo>
                  <a:pt x="4952" y="12666"/>
                  <a:pt x="4961" y="12706"/>
                  <a:pt x="4970" y="12739"/>
                </a:cubicBezTo>
                <a:cubicBezTo>
                  <a:pt x="4986" y="12812"/>
                  <a:pt x="5012" y="12865"/>
                  <a:pt x="5037" y="12892"/>
                </a:cubicBezTo>
                <a:cubicBezTo>
                  <a:pt x="5049" y="12905"/>
                  <a:pt x="5064" y="12912"/>
                  <a:pt x="5076" y="12912"/>
                </a:cubicBezTo>
                <a:cubicBezTo>
                  <a:pt x="5101" y="12905"/>
                  <a:pt x="5116" y="12892"/>
                  <a:pt x="5137" y="12845"/>
                </a:cubicBezTo>
                <a:cubicBezTo>
                  <a:pt x="5159" y="12805"/>
                  <a:pt x="5179" y="12726"/>
                  <a:pt x="5190" y="12653"/>
                </a:cubicBezTo>
                <a:cubicBezTo>
                  <a:pt x="5202" y="12566"/>
                  <a:pt x="5211" y="12467"/>
                  <a:pt x="5209" y="12367"/>
                </a:cubicBezTo>
                <a:cubicBezTo>
                  <a:pt x="5209" y="12340"/>
                  <a:pt x="5208" y="12314"/>
                  <a:pt x="5208" y="12294"/>
                </a:cubicBezTo>
                <a:cubicBezTo>
                  <a:pt x="5209" y="12280"/>
                  <a:pt x="5211" y="12274"/>
                  <a:pt x="5211" y="12260"/>
                </a:cubicBezTo>
                <a:cubicBezTo>
                  <a:pt x="5213" y="12227"/>
                  <a:pt x="5213" y="12194"/>
                  <a:pt x="5215" y="12161"/>
                </a:cubicBezTo>
                <a:cubicBezTo>
                  <a:pt x="5215" y="12094"/>
                  <a:pt x="5209" y="12028"/>
                  <a:pt x="5200" y="11975"/>
                </a:cubicBezTo>
                <a:cubicBezTo>
                  <a:pt x="5186" y="11882"/>
                  <a:pt x="5164" y="11815"/>
                  <a:pt x="5139" y="11789"/>
                </a:cubicBezTo>
                <a:close/>
                <a:moveTo>
                  <a:pt x="5857" y="12174"/>
                </a:moveTo>
                <a:cubicBezTo>
                  <a:pt x="5853" y="12128"/>
                  <a:pt x="5848" y="12081"/>
                  <a:pt x="5840" y="12041"/>
                </a:cubicBezTo>
                <a:cubicBezTo>
                  <a:pt x="5831" y="11975"/>
                  <a:pt x="5819" y="11921"/>
                  <a:pt x="5808" y="11868"/>
                </a:cubicBezTo>
                <a:cubicBezTo>
                  <a:pt x="5801" y="11835"/>
                  <a:pt x="5794" y="11802"/>
                  <a:pt x="5785" y="11775"/>
                </a:cubicBezTo>
                <a:cubicBezTo>
                  <a:pt x="5767" y="11709"/>
                  <a:pt x="5740" y="11669"/>
                  <a:pt x="5713" y="11669"/>
                </a:cubicBezTo>
                <a:cubicBezTo>
                  <a:pt x="5702" y="11669"/>
                  <a:pt x="5693" y="11676"/>
                  <a:pt x="5684" y="11689"/>
                </a:cubicBezTo>
                <a:cubicBezTo>
                  <a:pt x="5682" y="11689"/>
                  <a:pt x="5680" y="11689"/>
                  <a:pt x="5677" y="11689"/>
                </a:cubicBezTo>
                <a:cubicBezTo>
                  <a:pt x="5659" y="11689"/>
                  <a:pt x="5641" y="11709"/>
                  <a:pt x="5626" y="11742"/>
                </a:cubicBezTo>
                <a:cubicBezTo>
                  <a:pt x="5612" y="11762"/>
                  <a:pt x="5601" y="11802"/>
                  <a:pt x="5589" y="11835"/>
                </a:cubicBezTo>
                <a:cubicBezTo>
                  <a:pt x="5583" y="11855"/>
                  <a:pt x="5578" y="11868"/>
                  <a:pt x="5574" y="11888"/>
                </a:cubicBezTo>
                <a:cubicBezTo>
                  <a:pt x="5565" y="11935"/>
                  <a:pt x="5555" y="11975"/>
                  <a:pt x="5549" y="12028"/>
                </a:cubicBezTo>
                <a:cubicBezTo>
                  <a:pt x="5542" y="12074"/>
                  <a:pt x="5537" y="12134"/>
                  <a:pt x="5533" y="12187"/>
                </a:cubicBezTo>
                <a:cubicBezTo>
                  <a:pt x="5531" y="12214"/>
                  <a:pt x="5531" y="12241"/>
                  <a:pt x="5529" y="12274"/>
                </a:cubicBezTo>
                <a:cubicBezTo>
                  <a:pt x="5528" y="12300"/>
                  <a:pt x="5528" y="12334"/>
                  <a:pt x="5528" y="12360"/>
                </a:cubicBezTo>
                <a:cubicBezTo>
                  <a:pt x="5528" y="12373"/>
                  <a:pt x="5528" y="12387"/>
                  <a:pt x="5528" y="12400"/>
                </a:cubicBezTo>
                <a:cubicBezTo>
                  <a:pt x="5529" y="12447"/>
                  <a:pt x="5529" y="12486"/>
                  <a:pt x="5533" y="12533"/>
                </a:cubicBezTo>
                <a:cubicBezTo>
                  <a:pt x="5533" y="12546"/>
                  <a:pt x="5535" y="12560"/>
                  <a:pt x="5537" y="12566"/>
                </a:cubicBezTo>
                <a:cubicBezTo>
                  <a:pt x="5540" y="12606"/>
                  <a:pt x="5546" y="12646"/>
                  <a:pt x="5551" y="12686"/>
                </a:cubicBezTo>
                <a:cubicBezTo>
                  <a:pt x="5556" y="12719"/>
                  <a:pt x="5563" y="12752"/>
                  <a:pt x="5571" y="12786"/>
                </a:cubicBezTo>
                <a:cubicBezTo>
                  <a:pt x="5572" y="12792"/>
                  <a:pt x="5574" y="12805"/>
                  <a:pt x="5578" y="12812"/>
                </a:cubicBezTo>
                <a:cubicBezTo>
                  <a:pt x="5599" y="12885"/>
                  <a:pt x="5625" y="12945"/>
                  <a:pt x="5653" y="12965"/>
                </a:cubicBezTo>
                <a:cubicBezTo>
                  <a:pt x="5684" y="12992"/>
                  <a:pt x="5711" y="12992"/>
                  <a:pt x="5741" y="12965"/>
                </a:cubicBezTo>
                <a:cubicBezTo>
                  <a:pt x="5756" y="12952"/>
                  <a:pt x="5768" y="12932"/>
                  <a:pt x="5781" y="12905"/>
                </a:cubicBezTo>
                <a:cubicBezTo>
                  <a:pt x="5794" y="12885"/>
                  <a:pt x="5804" y="12845"/>
                  <a:pt x="5815" y="12812"/>
                </a:cubicBezTo>
                <a:cubicBezTo>
                  <a:pt x="5826" y="12779"/>
                  <a:pt x="5835" y="12732"/>
                  <a:pt x="5842" y="12692"/>
                </a:cubicBezTo>
                <a:cubicBezTo>
                  <a:pt x="5844" y="12686"/>
                  <a:pt x="5846" y="12673"/>
                  <a:pt x="5846" y="12666"/>
                </a:cubicBezTo>
                <a:cubicBezTo>
                  <a:pt x="5851" y="12626"/>
                  <a:pt x="5857" y="12586"/>
                  <a:pt x="5858" y="12540"/>
                </a:cubicBezTo>
                <a:cubicBezTo>
                  <a:pt x="5866" y="12433"/>
                  <a:pt x="5864" y="12354"/>
                  <a:pt x="5858" y="12247"/>
                </a:cubicBezTo>
                <a:cubicBezTo>
                  <a:pt x="5858" y="12214"/>
                  <a:pt x="5858" y="12194"/>
                  <a:pt x="5857" y="12174"/>
                </a:cubicBezTo>
                <a:close/>
                <a:moveTo>
                  <a:pt x="6491" y="11842"/>
                </a:moveTo>
                <a:cubicBezTo>
                  <a:pt x="6497" y="11775"/>
                  <a:pt x="6498" y="11709"/>
                  <a:pt x="6493" y="11636"/>
                </a:cubicBezTo>
                <a:cubicBezTo>
                  <a:pt x="6486" y="11549"/>
                  <a:pt x="6468" y="11456"/>
                  <a:pt x="6446" y="11416"/>
                </a:cubicBezTo>
                <a:cubicBezTo>
                  <a:pt x="6423" y="11370"/>
                  <a:pt x="6394" y="11350"/>
                  <a:pt x="6369" y="11376"/>
                </a:cubicBezTo>
                <a:cubicBezTo>
                  <a:pt x="6346" y="11403"/>
                  <a:pt x="6320" y="11463"/>
                  <a:pt x="6310" y="11549"/>
                </a:cubicBezTo>
                <a:cubicBezTo>
                  <a:pt x="6286" y="11715"/>
                  <a:pt x="6263" y="11882"/>
                  <a:pt x="6241" y="12048"/>
                </a:cubicBezTo>
                <a:cubicBezTo>
                  <a:pt x="6227" y="12154"/>
                  <a:pt x="6211" y="12260"/>
                  <a:pt x="6200" y="12367"/>
                </a:cubicBezTo>
                <a:cubicBezTo>
                  <a:pt x="6180" y="12560"/>
                  <a:pt x="6202" y="12805"/>
                  <a:pt x="6254" y="12905"/>
                </a:cubicBezTo>
                <a:cubicBezTo>
                  <a:pt x="6292" y="12978"/>
                  <a:pt x="6333" y="12978"/>
                  <a:pt x="6374" y="12945"/>
                </a:cubicBezTo>
                <a:cubicBezTo>
                  <a:pt x="6400" y="12925"/>
                  <a:pt x="6425" y="12885"/>
                  <a:pt x="6444" y="12839"/>
                </a:cubicBezTo>
                <a:cubicBezTo>
                  <a:pt x="6498" y="12712"/>
                  <a:pt x="6538" y="12493"/>
                  <a:pt x="6536" y="12247"/>
                </a:cubicBezTo>
                <a:cubicBezTo>
                  <a:pt x="6534" y="12128"/>
                  <a:pt x="6527" y="12001"/>
                  <a:pt x="6509" y="11908"/>
                </a:cubicBezTo>
                <a:cubicBezTo>
                  <a:pt x="6500" y="11882"/>
                  <a:pt x="6497" y="11862"/>
                  <a:pt x="6491" y="11842"/>
                </a:cubicBezTo>
                <a:close/>
                <a:moveTo>
                  <a:pt x="7115" y="12174"/>
                </a:moveTo>
                <a:cubicBezTo>
                  <a:pt x="7106" y="12121"/>
                  <a:pt x="7097" y="12074"/>
                  <a:pt x="7086" y="12028"/>
                </a:cubicBezTo>
                <a:cubicBezTo>
                  <a:pt x="7081" y="12008"/>
                  <a:pt x="7076" y="11981"/>
                  <a:pt x="7070" y="11968"/>
                </a:cubicBezTo>
                <a:cubicBezTo>
                  <a:pt x="7067" y="11955"/>
                  <a:pt x="7063" y="11948"/>
                  <a:pt x="7061" y="11941"/>
                </a:cubicBezTo>
                <a:cubicBezTo>
                  <a:pt x="7059" y="11895"/>
                  <a:pt x="7056" y="11855"/>
                  <a:pt x="7050" y="11815"/>
                </a:cubicBezTo>
                <a:cubicBezTo>
                  <a:pt x="7045" y="11789"/>
                  <a:pt x="7040" y="11762"/>
                  <a:pt x="7034" y="11742"/>
                </a:cubicBezTo>
                <a:cubicBezTo>
                  <a:pt x="7022" y="11696"/>
                  <a:pt x="7007" y="11662"/>
                  <a:pt x="6989" y="11649"/>
                </a:cubicBezTo>
                <a:cubicBezTo>
                  <a:pt x="6980" y="11642"/>
                  <a:pt x="6971" y="11642"/>
                  <a:pt x="6962" y="11636"/>
                </a:cubicBezTo>
                <a:cubicBezTo>
                  <a:pt x="6944" y="11636"/>
                  <a:pt x="6926" y="11656"/>
                  <a:pt x="6912" y="11689"/>
                </a:cubicBezTo>
                <a:cubicBezTo>
                  <a:pt x="6908" y="11696"/>
                  <a:pt x="6905" y="11702"/>
                  <a:pt x="6903" y="11709"/>
                </a:cubicBezTo>
                <a:cubicBezTo>
                  <a:pt x="6894" y="11729"/>
                  <a:pt x="6883" y="11762"/>
                  <a:pt x="6876" y="11789"/>
                </a:cubicBezTo>
                <a:cubicBezTo>
                  <a:pt x="6869" y="11822"/>
                  <a:pt x="6862" y="11855"/>
                  <a:pt x="6854" y="11888"/>
                </a:cubicBezTo>
                <a:cubicBezTo>
                  <a:pt x="6853" y="11902"/>
                  <a:pt x="6851" y="11915"/>
                  <a:pt x="6849" y="11928"/>
                </a:cubicBezTo>
                <a:cubicBezTo>
                  <a:pt x="6842" y="11981"/>
                  <a:pt x="6835" y="12035"/>
                  <a:pt x="6833" y="12088"/>
                </a:cubicBezTo>
                <a:cubicBezTo>
                  <a:pt x="6831" y="12128"/>
                  <a:pt x="6829" y="12181"/>
                  <a:pt x="6829" y="12221"/>
                </a:cubicBezTo>
                <a:cubicBezTo>
                  <a:pt x="6829" y="12227"/>
                  <a:pt x="6829" y="12234"/>
                  <a:pt x="6829" y="12241"/>
                </a:cubicBezTo>
                <a:cubicBezTo>
                  <a:pt x="6831" y="12280"/>
                  <a:pt x="6831" y="12320"/>
                  <a:pt x="6833" y="12354"/>
                </a:cubicBezTo>
                <a:cubicBezTo>
                  <a:pt x="6836" y="12407"/>
                  <a:pt x="6842" y="12467"/>
                  <a:pt x="6849" y="12513"/>
                </a:cubicBezTo>
                <a:cubicBezTo>
                  <a:pt x="6854" y="12553"/>
                  <a:pt x="6863" y="12586"/>
                  <a:pt x="6871" y="12619"/>
                </a:cubicBezTo>
                <a:cubicBezTo>
                  <a:pt x="6878" y="12653"/>
                  <a:pt x="6890" y="12679"/>
                  <a:pt x="6898" y="12699"/>
                </a:cubicBezTo>
                <a:cubicBezTo>
                  <a:pt x="6910" y="12732"/>
                  <a:pt x="6924" y="12752"/>
                  <a:pt x="6939" y="12772"/>
                </a:cubicBezTo>
                <a:cubicBezTo>
                  <a:pt x="6942" y="12779"/>
                  <a:pt x="6946" y="12779"/>
                  <a:pt x="6950" y="12779"/>
                </a:cubicBezTo>
                <a:cubicBezTo>
                  <a:pt x="6962" y="12786"/>
                  <a:pt x="6975" y="12792"/>
                  <a:pt x="6986" y="12799"/>
                </a:cubicBezTo>
                <a:cubicBezTo>
                  <a:pt x="6998" y="12799"/>
                  <a:pt x="7011" y="12792"/>
                  <a:pt x="7023" y="12786"/>
                </a:cubicBezTo>
                <a:cubicBezTo>
                  <a:pt x="7027" y="12786"/>
                  <a:pt x="7032" y="12779"/>
                  <a:pt x="7036" y="12772"/>
                </a:cubicBezTo>
                <a:cubicBezTo>
                  <a:pt x="7061" y="12739"/>
                  <a:pt x="7079" y="12706"/>
                  <a:pt x="7099" y="12633"/>
                </a:cubicBezTo>
                <a:cubicBezTo>
                  <a:pt x="7104" y="12606"/>
                  <a:pt x="7110" y="12580"/>
                  <a:pt x="7115" y="12560"/>
                </a:cubicBezTo>
                <a:cubicBezTo>
                  <a:pt x="7122" y="12520"/>
                  <a:pt x="7126" y="12473"/>
                  <a:pt x="7128" y="12420"/>
                </a:cubicBezTo>
                <a:cubicBezTo>
                  <a:pt x="7129" y="12387"/>
                  <a:pt x="7129" y="12354"/>
                  <a:pt x="7128" y="12320"/>
                </a:cubicBezTo>
                <a:cubicBezTo>
                  <a:pt x="7126" y="12260"/>
                  <a:pt x="7122" y="12214"/>
                  <a:pt x="7115" y="12174"/>
                </a:cubicBezTo>
                <a:close/>
                <a:moveTo>
                  <a:pt x="7703" y="11815"/>
                </a:moveTo>
                <a:cubicBezTo>
                  <a:pt x="7699" y="11808"/>
                  <a:pt x="7694" y="11802"/>
                  <a:pt x="7690" y="11789"/>
                </a:cubicBezTo>
                <a:cubicBezTo>
                  <a:pt x="7687" y="11762"/>
                  <a:pt x="7681" y="11735"/>
                  <a:pt x="7676" y="11715"/>
                </a:cubicBezTo>
                <a:cubicBezTo>
                  <a:pt x="7658" y="11656"/>
                  <a:pt x="7631" y="11596"/>
                  <a:pt x="7604" y="11609"/>
                </a:cubicBezTo>
                <a:cubicBezTo>
                  <a:pt x="7584" y="11616"/>
                  <a:pt x="7566" y="11629"/>
                  <a:pt x="7547" y="11636"/>
                </a:cubicBezTo>
                <a:cubicBezTo>
                  <a:pt x="7532" y="11636"/>
                  <a:pt x="7520" y="11642"/>
                  <a:pt x="7507" y="11669"/>
                </a:cubicBezTo>
                <a:cubicBezTo>
                  <a:pt x="7494" y="11682"/>
                  <a:pt x="7484" y="11709"/>
                  <a:pt x="7475" y="11749"/>
                </a:cubicBezTo>
                <a:cubicBezTo>
                  <a:pt x="7457" y="11815"/>
                  <a:pt x="7444" y="11921"/>
                  <a:pt x="7446" y="12015"/>
                </a:cubicBezTo>
                <a:cubicBezTo>
                  <a:pt x="7446" y="12021"/>
                  <a:pt x="7446" y="12021"/>
                  <a:pt x="7446" y="12028"/>
                </a:cubicBezTo>
                <a:cubicBezTo>
                  <a:pt x="7442" y="12054"/>
                  <a:pt x="7441" y="12081"/>
                  <a:pt x="7439" y="12101"/>
                </a:cubicBezTo>
                <a:cubicBezTo>
                  <a:pt x="7435" y="12147"/>
                  <a:pt x="7433" y="12201"/>
                  <a:pt x="7433" y="12254"/>
                </a:cubicBezTo>
                <a:cubicBezTo>
                  <a:pt x="7433" y="12300"/>
                  <a:pt x="7435" y="12360"/>
                  <a:pt x="7441" y="12407"/>
                </a:cubicBezTo>
                <a:cubicBezTo>
                  <a:pt x="7449" y="12500"/>
                  <a:pt x="7464" y="12593"/>
                  <a:pt x="7484" y="12659"/>
                </a:cubicBezTo>
                <a:cubicBezTo>
                  <a:pt x="7503" y="12726"/>
                  <a:pt x="7521" y="12766"/>
                  <a:pt x="7545" y="12799"/>
                </a:cubicBezTo>
                <a:cubicBezTo>
                  <a:pt x="7581" y="12852"/>
                  <a:pt x="7618" y="12885"/>
                  <a:pt x="7656" y="12885"/>
                </a:cubicBezTo>
                <a:cubicBezTo>
                  <a:pt x="7710" y="12885"/>
                  <a:pt x="7762" y="12819"/>
                  <a:pt x="7802" y="12679"/>
                </a:cubicBezTo>
                <a:cubicBezTo>
                  <a:pt x="7807" y="12653"/>
                  <a:pt x="7813" y="12626"/>
                  <a:pt x="7818" y="12606"/>
                </a:cubicBezTo>
                <a:cubicBezTo>
                  <a:pt x="7825" y="12566"/>
                  <a:pt x="7829" y="12520"/>
                  <a:pt x="7831" y="12466"/>
                </a:cubicBezTo>
                <a:cubicBezTo>
                  <a:pt x="7834" y="12387"/>
                  <a:pt x="7831" y="12294"/>
                  <a:pt x="7818" y="12227"/>
                </a:cubicBezTo>
                <a:cubicBezTo>
                  <a:pt x="7787" y="12061"/>
                  <a:pt x="7750" y="11921"/>
                  <a:pt x="7703" y="11815"/>
                </a:cubicBezTo>
                <a:close/>
                <a:moveTo>
                  <a:pt x="8485" y="11941"/>
                </a:moveTo>
                <a:cubicBezTo>
                  <a:pt x="8478" y="11895"/>
                  <a:pt x="8469" y="11848"/>
                  <a:pt x="8460" y="11809"/>
                </a:cubicBezTo>
                <a:cubicBezTo>
                  <a:pt x="8451" y="11769"/>
                  <a:pt x="8438" y="11735"/>
                  <a:pt x="8426" y="11709"/>
                </a:cubicBezTo>
                <a:cubicBezTo>
                  <a:pt x="8413" y="11682"/>
                  <a:pt x="8399" y="11656"/>
                  <a:pt x="8386" y="11649"/>
                </a:cubicBezTo>
                <a:cubicBezTo>
                  <a:pt x="8374" y="11636"/>
                  <a:pt x="8359" y="11629"/>
                  <a:pt x="8347" y="11642"/>
                </a:cubicBezTo>
                <a:cubicBezTo>
                  <a:pt x="8334" y="11642"/>
                  <a:pt x="8321" y="11662"/>
                  <a:pt x="8309" y="11689"/>
                </a:cubicBezTo>
                <a:cubicBezTo>
                  <a:pt x="8302" y="11702"/>
                  <a:pt x="8296" y="11722"/>
                  <a:pt x="8291" y="11742"/>
                </a:cubicBezTo>
                <a:cubicBezTo>
                  <a:pt x="8285" y="11749"/>
                  <a:pt x="8280" y="11755"/>
                  <a:pt x="8275" y="11769"/>
                </a:cubicBezTo>
                <a:cubicBezTo>
                  <a:pt x="8264" y="11789"/>
                  <a:pt x="8253" y="11822"/>
                  <a:pt x="8244" y="11855"/>
                </a:cubicBezTo>
                <a:cubicBezTo>
                  <a:pt x="8235" y="11888"/>
                  <a:pt x="8226" y="11928"/>
                  <a:pt x="8221" y="11975"/>
                </a:cubicBezTo>
                <a:cubicBezTo>
                  <a:pt x="8215" y="12015"/>
                  <a:pt x="8208" y="12061"/>
                  <a:pt x="8206" y="12108"/>
                </a:cubicBezTo>
                <a:cubicBezTo>
                  <a:pt x="8205" y="12154"/>
                  <a:pt x="8201" y="12207"/>
                  <a:pt x="8201" y="12260"/>
                </a:cubicBezTo>
                <a:cubicBezTo>
                  <a:pt x="8203" y="12360"/>
                  <a:pt x="8208" y="12453"/>
                  <a:pt x="8223" y="12540"/>
                </a:cubicBezTo>
                <a:cubicBezTo>
                  <a:pt x="8230" y="12579"/>
                  <a:pt x="8237" y="12619"/>
                  <a:pt x="8246" y="12653"/>
                </a:cubicBezTo>
                <a:cubicBezTo>
                  <a:pt x="8268" y="12719"/>
                  <a:pt x="8277" y="12739"/>
                  <a:pt x="8302" y="12772"/>
                </a:cubicBezTo>
                <a:cubicBezTo>
                  <a:pt x="8314" y="12792"/>
                  <a:pt x="8329" y="12792"/>
                  <a:pt x="8341" y="12799"/>
                </a:cubicBezTo>
                <a:cubicBezTo>
                  <a:pt x="8356" y="12805"/>
                  <a:pt x="8370" y="12792"/>
                  <a:pt x="8383" y="12785"/>
                </a:cubicBezTo>
                <a:cubicBezTo>
                  <a:pt x="8388" y="12785"/>
                  <a:pt x="8392" y="12779"/>
                  <a:pt x="8395" y="12772"/>
                </a:cubicBezTo>
                <a:cubicBezTo>
                  <a:pt x="8408" y="12752"/>
                  <a:pt x="8422" y="12739"/>
                  <a:pt x="8433" y="12706"/>
                </a:cubicBezTo>
                <a:cubicBezTo>
                  <a:pt x="8444" y="12679"/>
                  <a:pt x="8454" y="12646"/>
                  <a:pt x="8463" y="12613"/>
                </a:cubicBezTo>
                <a:cubicBezTo>
                  <a:pt x="8471" y="12586"/>
                  <a:pt x="8478" y="12553"/>
                  <a:pt x="8483" y="12520"/>
                </a:cubicBezTo>
                <a:cubicBezTo>
                  <a:pt x="8489" y="12486"/>
                  <a:pt x="8494" y="12433"/>
                  <a:pt x="8498" y="12407"/>
                </a:cubicBezTo>
                <a:cubicBezTo>
                  <a:pt x="8503" y="12360"/>
                  <a:pt x="8503" y="12300"/>
                  <a:pt x="8505" y="12254"/>
                </a:cubicBezTo>
                <a:cubicBezTo>
                  <a:pt x="8507" y="12201"/>
                  <a:pt x="8503" y="12147"/>
                  <a:pt x="8501" y="12101"/>
                </a:cubicBezTo>
                <a:cubicBezTo>
                  <a:pt x="8499" y="12041"/>
                  <a:pt x="8492" y="11988"/>
                  <a:pt x="8485" y="11941"/>
                </a:cubicBezTo>
                <a:close/>
                <a:moveTo>
                  <a:pt x="9055" y="11855"/>
                </a:moveTo>
                <a:cubicBezTo>
                  <a:pt x="9046" y="11822"/>
                  <a:pt x="9037" y="11795"/>
                  <a:pt x="9026" y="11775"/>
                </a:cubicBezTo>
                <a:cubicBezTo>
                  <a:pt x="9021" y="11762"/>
                  <a:pt x="9014" y="11755"/>
                  <a:pt x="9008" y="11749"/>
                </a:cubicBezTo>
                <a:cubicBezTo>
                  <a:pt x="9003" y="11742"/>
                  <a:pt x="8996" y="11729"/>
                  <a:pt x="8990" y="11722"/>
                </a:cubicBezTo>
                <a:cubicBezTo>
                  <a:pt x="8965" y="11696"/>
                  <a:pt x="8936" y="11709"/>
                  <a:pt x="8913" y="11762"/>
                </a:cubicBezTo>
                <a:cubicBezTo>
                  <a:pt x="8906" y="11775"/>
                  <a:pt x="8900" y="11795"/>
                  <a:pt x="8895" y="11809"/>
                </a:cubicBezTo>
                <a:cubicBezTo>
                  <a:pt x="8891" y="11809"/>
                  <a:pt x="8888" y="11809"/>
                  <a:pt x="8886" y="11815"/>
                </a:cubicBezTo>
                <a:cubicBezTo>
                  <a:pt x="8879" y="11828"/>
                  <a:pt x="8870" y="11842"/>
                  <a:pt x="8863" y="11855"/>
                </a:cubicBezTo>
                <a:cubicBezTo>
                  <a:pt x="8848" y="11888"/>
                  <a:pt x="8836" y="11935"/>
                  <a:pt x="8827" y="11988"/>
                </a:cubicBezTo>
                <a:cubicBezTo>
                  <a:pt x="8807" y="12088"/>
                  <a:pt x="8785" y="12187"/>
                  <a:pt x="8766" y="12287"/>
                </a:cubicBezTo>
                <a:cubicBezTo>
                  <a:pt x="8758" y="12327"/>
                  <a:pt x="8755" y="12373"/>
                  <a:pt x="8753" y="12427"/>
                </a:cubicBezTo>
                <a:cubicBezTo>
                  <a:pt x="8749" y="12473"/>
                  <a:pt x="8751" y="12526"/>
                  <a:pt x="8755" y="12573"/>
                </a:cubicBezTo>
                <a:cubicBezTo>
                  <a:pt x="8762" y="12666"/>
                  <a:pt x="8778" y="12746"/>
                  <a:pt x="8802" y="12792"/>
                </a:cubicBezTo>
                <a:cubicBezTo>
                  <a:pt x="8836" y="12865"/>
                  <a:pt x="8873" y="12905"/>
                  <a:pt x="8913" y="12912"/>
                </a:cubicBezTo>
                <a:cubicBezTo>
                  <a:pt x="8933" y="12918"/>
                  <a:pt x="8953" y="12905"/>
                  <a:pt x="8971" y="12892"/>
                </a:cubicBezTo>
                <a:cubicBezTo>
                  <a:pt x="8976" y="12885"/>
                  <a:pt x="8981" y="12885"/>
                  <a:pt x="8985" y="12872"/>
                </a:cubicBezTo>
                <a:cubicBezTo>
                  <a:pt x="8997" y="12852"/>
                  <a:pt x="9010" y="12839"/>
                  <a:pt x="9023" y="12812"/>
                </a:cubicBezTo>
                <a:cubicBezTo>
                  <a:pt x="9046" y="12759"/>
                  <a:pt x="9060" y="12706"/>
                  <a:pt x="9077" y="12619"/>
                </a:cubicBezTo>
                <a:cubicBezTo>
                  <a:pt x="9086" y="12573"/>
                  <a:pt x="9093" y="12513"/>
                  <a:pt x="9096" y="12453"/>
                </a:cubicBezTo>
                <a:cubicBezTo>
                  <a:pt x="9100" y="12407"/>
                  <a:pt x="9100" y="12367"/>
                  <a:pt x="9102" y="12320"/>
                </a:cubicBezTo>
                <a:cubicBezTo>
                  <a:pt x="9102" y="12307"/>
                  <a:pt x="9102" y="12287"/>
                  <a:pt x="9102" y="12274"/>
                </a:cubicBezTo>
                <a:cubicBezTo>
                  <a:pt x="9102" y="12214"/>
                  <a:pt x="9100" y="12148"/>
                  <a:pt x="9095" y="12094"/>
                </a:cubicBezTo>
                <a:cubicBezTo>
                  <a:pt x="9084" y="12001"/>
                  <a:pt x="9073" y="11921"/>
                  <a:pt x="9055" y="11855"/>
                </a:cubicBezTo>
                <a:close/>
                <a:moveTo>
                  <a:pt x="9627" y="12008"/>
                </a:moveTo>
                <a:cubicBezTo>
                  <a:pt x="9620" y="11968"/>
                  <a:pt x="9611" y="11935"/>
                  <a:pt x="9598" y="11915"/>
                </a:cubicBezTo>
                <a:cubicBezTo>
                  <a:pt x="9589" y="11902"/>
                  <a:pt x="9582" y="11888"/>
                  <a:pt x="9571" y="11875"/>
                </a:cubicBezTo>
                <a:cubicBezTo>
                  <a:pt x="9567" y="11848"/>
                  <a:pt x="9562" y="11828"/>
                  <a:pt x="9557" y="11809"/>
                </a:cubicBezTo>
                <a:cubicBezTo>
                  <a:pt x="9537" y="11742"/>
                  <a:pt x="9512" y="11696"/>
                  <a:pt x="9485" y="11702"/>
                </a:cubicBezTo>
                <a:cubicBezTo>
                  <a:pt x="9460" y="11709"/>
                  <a:pt x="9431" y="11735"/>
                  <a:pt x="9413" y="11809"/>
                </a:cubicBezTo>
                <a:cubicBezTo>
                  <a:pt x="9395" y="11882"/>
                  <a:pt x="9379" y="11948"/>
                  <a:pt x="9361" y="12021"/>
                </a:cubicBezTo>
                <a:cubicBezTo>
                  <a:pt x="9352" y="12054"/>
                  <a:pt x="9344" y="12094"/>
                  <a:pt x="9339" y="12141"/>
                </a:cubicBezTo>
                <a:cubicBezTo>
                  <a:pt x="9332" y="12187"/>
                  <a:pt x="9330" y="12234"/>
                  <a:pt x="9330" y="12287"/>
                </a:cubicBezTo>
                <a:cubicBezTo>
                  <a:pt x="9332" y="12320"/>
                  <a:pt x="9332" y="12353"/>
                  <a:pt x="9334" y="12387"/>
                </a:cubicBezTo>
                <a:cubicBezTo>
                  <a:pt x="9339" y="12447"/>
                  <a:pt x="9346" y="12506"/>
                  <a:pt x="9359" y="12553"/>
                </a:cubicBezTo>
                <a:cubicBezTo>
                  <a:pt x="9361" y="12560"/>
                  <a:pt x="9362" y="12573"/>
                  <a:pt x="9364" y="12579"/>
                </a:cubicBezTo>
                <a:cubicBezTo>
                  <a:pt x="9373" y="12606"/>
                  <a:pt x="9382" y="12633"/>
                  <a:pt x="9391" y="12653"/>
                </a:cubicBezTo>
                <a:cubicBezTo>
                  <a:pt x="9402" y="12679"/>
                  <a:pt x="9416" y="12699"/>
                  <a:pt x="9431" y="12719"/>
                </a:cubicBezTo>
                <a:cubicBezTo>
                  <a:pt x="9443" y="12739"/>
                  <a:pt x="9460" y="12739"/>
                  <a:pt x="9472" y="12746"/>
                </a:cubicBezTo>
                <a:cubicBezTo>
                  <a:pt x="9478" y="12746"/>
                  <a:pt x="9485" y="12746"/>
                  <a:pt x="9490" y="12746"/>
                </a:cubicBezTo>
                <a:cubicBezTo>
                  <a:pt x="9519" y="12732"/>
                  <a:pt x="9546" y="12712"/>
                  <a:pt x="9571" y="12659"/>
                </a:cubicBezTo>
                <a:cubicBezTo>
                  <a:pt x="9594" y="12606"/>
                  <a:pt x="9618" y="12526"/>
                  <a:pt x="9629" y="12433"/>
                </a:cubicBezTo>
                <a:cubicBezTo>
                  <a:pt x="9636" y="12393"/>
                  <a:pt x="9639" y="12347"/>
                  <a:pt x="9641" y="12294"/>
                </a:cubicBezTo>
                <a:cubicBezTo>
                  <a:pt x="9645" y="12247"/>
                  <a:pt x="9643" y="12194"/>
                  <a:pt x="9639" y="12147"/>
                </a:cubicBezTo>
                <a:cubicBezTo>
                  <a:pt x="9643" y="12088"/>
                  <a:pt x="9636" y="12041"/>
                  <a:pt x="9627" y="12008"/>
                </a:cubicBezTo>
                <a:close/>
                <a:moveTo>
                  <a:pt x="10346" y="11855"/>
                </a:moveTo>
                <a:cubicBezTo>
                  <a:pt x="10337" y="11802"/>
                  <a:pt x="10324" y="11755"/>
                  <a:pt x="10310" y="11722"/>
                </a:cubicBezTo>
                <a:cubicBezTo>
                  <a:pt x="10301" y="11702"/>
                  <a:pt x="10294" y="11689"/>
                  <a:pt x="10285" y="11669"/>
                </a:cubicBezTo>
                <a:cubicBezTo>
                  <a:pt x="10269" y="11642"/>
                  <a:pt x="10252" y="11616"/>
                  <a:pt x="10236" y="11602"/>
                </a:cubicBezTo>
                <a:cubicBezTo>
                  <a:pt x="10195" y="11569"/>
                  <a:pt x="10154" y="11576"/>
                  <a:pt x="10118" y="11662"/>
                </a:cubicBezTo>
                <a:cubicBezTo>
                  <a:pt x="10096" y="11715"/>
                  <a:pt x="10083" y="11762"/>
                  <a:pt x="10067" y="11842"/>
                </a:cubicBezTo>
                <a:cubicBezTo>
                  <a:pt x="10065" y="11855"/>
                  <a:pt x="10064" y="11862"/>
                  <a:pt x="10062" y="11875"/>
                </a:cubicBezTo>
                <a:cubicBezTo>
                  <a:pt x="10056" y="11908"/>
                  <a:pt x="10053" y="11948"/>
                  <a:pt x="10049" y="11988"/>
                </a:cubicBezTo>
                <a:cubicBezTo>
                  <a:pt x="10047" y="12001"/>
                  <a:pt x="10047" y="12015"/>
                  <a:pt x="10047" y="12028"/>
                </a:cubicBezTo>
                <a:cubicBezTo>
                  <a:pt x="10047" y="12028"/>
                  <a:pt x="10046" y="12028"/>
                  <a:pt x="10046" y="12034"/>
                </a:cubicBezTo>
                <a:cubicBezTo>
                  <a:pt x="10024" y="12081"/>
                  <a:pt x="10004" y="12167"/>
                  <a:pt x="9999" y="12254"/>
                </a:cubicBezTo>
                <a:cubicBezTo>
                  <a:pt x="9994" y="12347"/>
                  <a:pt x="9994" y="12453"/>
                  <a:pt x="10010" y="12540"/>
                </a:cubicBezTo>
                <a:cubicBezTo>
                  <a:pt x="10024" y="12626"/>
                  <a:pt x="10044" y="12679"/>
                  <a:pt x="10069" y="12712"/>
                </a:cubicBezTo>
                <a:cubicBezTo>
                  <a:pt x="10073" y="12712"/>
                  <a:pt x="10074" y="12719"/>
                  <a:pt x="10078" y="12719"/>
                </a:cubicBezTo>
                <a:cubicBezTo>
                  <a:pt x="10128" y="12885"/>
                  <a:pt x="10207" y="12912"/>
                  <a:pt x="10265" y="12779"/>
                </a:cubicBezTo>
                <a:cubicBezTo>
                  <a:pt x="10299" y="12706"/>
                  <a:pt x="10323" y="12586"/>
                  <a:pt x="10333" y="12453"/>
                </a:cubicBezTo>
                <a:cubicBezTo>
                  <a:pt x="10339" y="12387"/>
                  <a:pt x="10341" y="12320"/>
                  <a:pt x="10341" y="12254"/>
                </a:cubicBezTo>
                <a:cubicBezTo>
                  <a:pt x="10348" y="12221"/>
                  <a:pt x="10353" y="12181"/>
                  <a:pt x="10355" y="12141"/>
                </a:cubicBezTo>
                <a:cubicBezTo>
                  <a:pt x="10359" y="12094"/>
                  <a:pt x="10360" y="12041"/>
                  <a:pt x="10357" y="11995"/>
                </a:cubicBezTo>
                <a:cubicBezTo>
                  <a:pt x="10358" y="11948"/>
                  <a:pt x="10353" y="11902"/>
                  <a:pt x="10346" y="11855"/>
                </a:cubicBezTo>
                <a:close/>
                <a:moveTo>
                  <a:pt x="11103" y="11928"/>
                </a:moveTo>
                <a:cubicBezTo>
                  <a:pt x="11101" y="11928"/>
                  <a:pt x="11099" y="11921"/>
                  <a:pt x="11097" y="11921"/>
                </a:cubicBezTo>
                <a:cubicBezTo>
                  <a:pt x="11096" y="11921"/>
                  <a:pt x="11094" y="11921"/>
                  <a:pt x="11092" y="11921"/>
                </a:cubicBezTo>
                <a:cubicBezTo>
                  <a:pt x="11083" y="11815"/>
                  <a:pt x="11061" y="11715"/>
                  <a:pt x="11035" y="11662"/>
                </a:cubicBezTo>
                <a:cubicBezTo>
                  <a:pt x="11026" y="11642"/>
                  <a:pt x="11015" y="11629"/>
                  <a:pt x="11006" y="11616"/>
                </a:cubicBezTo>
                <a:cubicBezTo>
                  <a:pt x="11004" y="11616"/>
                  <a:pt x="11002" y="11609"/>
                  <a:pt x="10999" y="11609"/>
                </a:cubicBezTo>
                <a:cubicBezTo>
                  <a:pt x="10975" y="11589"/>
                  <a:pt x="10959" y="11589"/>
                  <a:pt x="10936" y="11609"/>
                </a:cubicBezTo>
                <a:cubicBezTo>
                  <a:pt x="10927" y="11616"/>
                  <a:pt x="10916" y="11636"/>
                  <a:pt x="10907" y="11656"/>
                </a:cubicBezTo>
                <a:cubicBezTo>
                  <a:pt x="10901" y="11669"/>
                  <a:pt x="10891" y="11702"/>
                  <a:pt x="10885" y="11715"/>
                </a:cubicBezTo>
                <a:cubicBezTo>
                  <a:pt x="10878" y="11735"/>
                  <a:pt x="10873" y="11769"/>
                  <a:pt x="10869" y="11795"/>
                </a:cubicBezTo>
                <a:cubicBezTo>
                  <a:pt x="10864" y="11828"/>
                  <a:pt x="10860" y="11868"/>
                  <a:pt x="10858" y="11902"/>
                </a:cubicBezTo>
                <a:cubicBezTo>
                  <a:pt x="10857" y="11935"/>
                  <a:pt x="10855" y="11975"/>
                  <a:pt x="10855" y="12008"/>
                </a:cubicBezTo>
                <a:cubicBezTo>
                  <a:pt x="10855" y="12041"/>
                  <a:pt x="10857" y="12081"/>
                  <a:pt x="10858" y="12114"/>
                </a:cubicBezTo>
                <a:cubicBezTo>
                  <a:pt x="10860" y="12134"/>
                  <a:pt x="10862" y="12147"/>
                  <a:pt x="10864" y="12161"/>
                </a:cubicBezTo>
                <a:cubicBezTo>
                  <a:pt x="10853" y="12247"/>
                  <a:pt x="10849" y="12334"/>
                  <a:pt x="10857" y="12427"/>
                </a:cubicBezTo>
                <a:cubicBezTo>
                  <a:pt x="10867" y="12579"/>
                  <a:pt x="10894" y="12699"/>
                  <a:pt x="10930" y="12779"/>
                </a:cubicBezTo>
                <a:cubicBezTo>
                  <a:pt x="10941" y="12805"/>
                  <a:pt x="10952" y="12819"/>
                  <a:pt x="10964" y="12832"/>
                </a:cubicBezTo>
                <a:cubicBezTo>
                  <a:pt x="10968" y="12839"/>
                  <a:pt x="10973" y="12845"/>
                  <a:pt x="10977" y="12845"/>
                </a:cubicBezTo>
                <a:cubicBezTo>
                  <a:pt x="10993" y="12859"/>
                  <a:pt x="11011" y="12872"/>
                  <a:pt x="11027" y="12865"/>
                </a:cubicBezTo>
                <a:cubicBezTo>
                  <a:pt x="11040" y="12865"/>
                  <a:pt x="11052" y="12859"/>
                  <a:pt x="11065" y="12845"/>
                </a:cubicBezTo>
                <a:cubicBezTo>
                  <a:pt x="11069" y="12845"/>
                  <a:pt x="11074" y="12839"/>
                  <a:pt x="11078" y="12832"/>
                </a:cubicBezTo>
                <a:cubicBezTo>
                  <a:pt x="11105" y="12799"/>
                  <a:pt x="11121" y="12766"/>
                  <a:pt x="11142" y="12692"/>
                </a:cubicBezTo>
                <a:cubicBezTo>
                  <a:pt x="11146" y="12686"/>
                  <a:pt x="11148" y="12672"/>
                  <a:pt x="11151" y="12659"/>
                </a:cubicBezTo>
                <a:cubicBezTo>
                  <a:pt x="11159" y="12626"/>
                  <a:pt x="11168" y="12586"/>
                  <a:pt x="11175" y="12540"/>
                </a:cubicBezTo>
                <a:cubicBezTo>
                  <a:pt x="11184" y="12466"/>
                  <a:pt x="11193" y="12393"/>
                  <a:pt x="11191" y="12307"/>
                </a:cubicBezTo>
                <a:cubicBezTo>
                  <a:pt x="11189" y="12201"/>
                  <a:pt x="11180" y="12094"/>
                  <a:pt x="11159" y="12015"/>
                </a:cubicBezTo>
                <a:cubicBezTo>
                  <a:pt x="11139" y="11988"/>
                  <a:pt x="11123" y="11948"/>
                  <a:pt x="11103" y="11928"/>
                </a:cubicBezTo>
                <a:close/>
                <a:moveTo>
                  <a:pt x="11953" y="12214"/>
                </a:moveTo>
                <a:cubicBezTo>
                  <a:pt x="11953" y="12147"/>
                  <a:pt x="11948" y="12081"/>
                  <a:pt x="11939" y="12028"/>
                </a:cubicBezTo>
                <a:cubicBezTo>
                  <a:pt x="11937" y="12015"/>
                  <a:pt x="11935" y="12008"/>
                  <a:pt x="11933" y="11995"/>
                </a:cubicBezTo>
                <a:cubicBezTo>
                  <a:pt x="11932" y="11961"/>
                  <a:pt x="11928" y="11928"/>
                  <a:pt x="11923" y="11895"/>
                </a:cubicBezTo>
                <a:cubicBezTo>
                  <a:pt x="11908" y="11815"/>
                  <a:pt x="11889" y="11742"/>
                  <a:pt x="11863" y="11722"/>
                </a:cubicBezTo>
                <a:cubicBezTo>
                  <a:pt x="11824" y="11696"/>
                  <a:pt x="11784" y="11689"/>
                  <a:pt x="11746" y="11729"/>
                </a:cubicBezTo>
                <a:cubicBezTo>
                  <a:pt x="11716" y="11762"/>
                  <a:pt x="11689" y="11815"/>
                  <a:pt x="11666" y="11882"/>
                </a:cubicBezTo>
                <a:cubicBezTo>
                  <a:pt x="11655" y="11902"/>
                  <a:pt x="11644" y="11921"/>
                  <a:pt x="11635" y="11955"/>
                </a:cubicBezTo>
                <a:cubicBezTo>
                  <a:pt x="11630" y="11981"/>
                  <a:pt x="11624" y="12008"/>
                  <a:pt x="11619" y="12028"/>
                </a:cubicBezTo>
                <a:cubicBezTo>
                  <a:pt x="11610" y="12088"/>
                  <a:pt x="11604" y="12147"/>
                  <a:pt x="11604" y="12214"/>
                </a:cubicBezTo>
                <a:cubicBezTo>
                  <a:pt x="11604" y="12227"/>
                  <a:pt x="11604" y="12247"/>
                  <a:pt x="11604" y="12260"/>
                </a:cubicBezTo>
                <a:cubicBezTo>
                  <a:pt x="11606" y="12307"/>
                  <a:pt x="11606" y="12360"/>
                  <a:pt x="11610" y="12407"/>
                </a:cubicBezTo>
                <a:cubicBezTo>
                  <a:pt x="11613" y="12447"/>
                  <a:pt x="11619" y="12493"/>
                  <a:pt x="11624" y="12533"/>
                </a:cubicBezTo>
                <a:cubicBezTo>
                  <a:pt x="11626" y="12546"/>
                  <a:pt x="11628" y="12560"/>
                  <a:pt x="11631" y="12579"/>
                </a:cubicBezTo>
                <a:cubicBezTo>
                  <a:pt x="11640" y="12626"/>
                  <a:pt x="11651" y="12686"/>
                  <a:pt x="11664" y="12726"/>
                </a:cubicBezTo>
                <a:cubicBezTo>
                  <a:pt x="11673" y="12752"/>
                  <a:pt x="11682" y="12785"/>
                  <a:pt x="11693" y="12805"/>
                </a:cubicBezTo>
                <a:cubicBezTo>
                  <a:pt x="11703" y="12832"/>
                  <a:pt x="11716" y="12845"/>
                  <a:pt x="11727" y="12865"/>
                </a:cubicBezTo>
                <a:cubicBezTo>
                  <a:pt x="11730" y="12872"/>
                  <a:pt x="11734" y="12879"/>
                  <a:pt x="11739" y="12879"/>
                </a:cubicBezTo>
                <a:cubicBezTo>
                  <a:pt x="11752" y="12892"/>
                  <a:pt x="11764" y="12898"/>
                  <a:pt x="11777" y="12898"/>
                </a:cubicBezTo>
                <a:cubicBezTo>
                  <a:pt x="11786" y="12898"/>
                  <a:pt x="11795" y="12892"/>
                  <a:pt x="11802" y="12892"/>
                </a:cubicBezTo>
                <a:cubicBezTo>
                  <a:pt x="11811" y="12885"/>
                  <a:pt x="11820" y="12885"/>
                  <a:pt x="11827" y="12872"/>
                </a:cubicBezTo>
                <a:cubicBezTo>
                  <a:pt x="11844" y="12852"/>
                  <a:pt x="11860" y="12825"/>
                  <a:pt x="11872" y="12792"/>
                </a:cubicBezTo>
                <a:cubicBezTo>
                  <a:pt x="11881" y="12766"/>
                  <a:pt x="11892" y="12739"/>
                  <a:pt x="11901" y="12706"/>
                </a:cubicBezTo>
                <a:cubicBezTo>
                  <a:pt x="11910" y="12672"/>
                  <a:pt x="11917" y="12633"/>
                  <a:pt x="11924" y="12599"/>
                </a:cubicBezTo>
                <a:cubicBezTo>
                  <a:pt x="11928" y="12586"/>
                  <a:pt x="11930" y="12566"/>
                  <a:pt x="11933" y="12553"/>
                </a:cubicBezTo>
                <a:cubicBezTo>
                  <a:pt x="11939" y="12513"/>
                  <a:pt x="11944" y="12466"/>
                  <a:pt x="11948" y="12420"/>
                </a:cubicBezTo>
                <a:cubicBezTo>
                  <a:pt x="11951" y="12373"/>
                  <a:pt x="11953" y="12320"/>
                  <a:pt x="11955" y="12274"/>
                </a:cubicBezTo>
                <a:cubicBezTo>
                  <a:pt x="11953" y="12254"/>
                  <a:pt x="11953" y="12234"/>
                  <a:pt x="11953" y="12214"/>
                </a:cubicBezTo>
                <a:close/>
                <a:moveTo>
                  <a:pt x="11516" y="15577"/>
                </a:moveTo>
                <a:cubicBezTo>
                  <a:pt x="11540" y="15643"/>
                  <a:pt x="11576" y="15690"/>
                  <a:pt x="11604" y="15643"/>
                </a:cubicBezTo>
                <a:cubicBezTo>
                  <a:pt x="11630" y="15603"/>
                  <a:pt x="11655" y="15564"/>
                  <a:pt x="11680" y="15530"/>
                </a:cubicBezTo>
                <a:cubicBezTo>
                  <a:pt x="11707" y="15590"/>
                  <a:pt x="11738" y="15630"/>
                  <a:pt x="11770" y="15623"/>
                </a:cubicBezTo>
                <a:cubicBezTo>
                  <a:pt x="11815" y="15610"/>
                  <a:pt x="11853" y="15550"/>
                  <a:pt x="11889" y="15444"/>
                </a:cubicBezTo>
                <a:cubicBezTo>
                  <a:pt x="11917" y="15358"/>
                  <a:pt x="11935" y="15238"/>
                  <a:pt x="11948" y="15112"/>
                </a:cubicBezTo>
                <a:cubicBezTo>
                  <a:pt x="11962" y="14952"/>
                  <a:pt x="11955" y="14786"/>
                  <a:pt x="11935" y="14633"/>
                </a:cubicBezTo>
                <a:cubicBezTo>
                  <a:pt x="11910" y="14420"/>
                  <a:pt x="11845" y="14261"/>
                  <a:pt x="11784" y="14228"/>
                </a:cubicBezTo>
                <a:cubicBezTo>
                  <a:pt x="11746" y="14208"/>
                  <a:pt x="11709" y="14201"/>
                  <a:pt x="11671" y="14241"/>
                </a:cubicBezTo>
                <a:cubicBezTo>
                  <a:pt x="11633" y="14288"/>
                  <a:pt x="11599" y="14361"/>
                  <a:pt x="11570" y="14467"/>
                </a:cubicBezTo>
                <a:cubicBezTo>
                  <a:pt x="11509" y="14686"/>
                  <a:pt x="11484" y="14985"/>
                  <a:pt x="11477" y="15291"/>
                </a:cubicBezTo>
                <a:cubicBezTo>
                  <a:pt x="11473" y="15397"/>
                  <a:pt x="11493" y="15510"/>
                  <a:pt x="11516" y="15577"/>
                </a:cubicBezTo>
                <a:close/>
                <a:moveTo>
                  <a:pt x="10768" y="15304"/>
                </a:moveTo>
                <a:cubicBezTo>
                  <a:pt x="10772" y="15344"/>
                  <a:pt x="10777" y="15391"/>
                  <a:pt x="10783" y="15424"/>
                </a:cubicBezTo>
                <a:cubicBezTo>
                  <a:pt x="10788" y="15464"/>
                  <a:pt x="10797" y="15497"/>
                  <a:pt x="10804" y="15530"/>
                </a:cubicBezTo>
                <a:cubicBezTo>
                  <a:pt x="10806" y="15537"/>
                  <a:pt x="10806" y="15537"/>
                  <a:pt x="10808" y="15544"/>
                </a:cubicBezTo>
                <a:cubicBezTo>
                  <a:pt x="10815" y="15570"/>
                  <a:pt x="10824" y="15590"/>
                  <a:pt x="10831" y="15610"/>
                </a:cubicBezTo>
                <a:cubicBezTo>
                  <a:pt x="10833" y="15617"/>
                  <a:pt x="10835" y="15617"/>
                  <a:pt x="10837" y="15623"/>
                </a:cubicBezTo>
                <a:cubicBezTo>
                  <a:pt x="10846" y="15643"/>
                  <a:pt x="10857" y="15657"/>
                  <a:pt x="10865" y="15670"/>
                </a:cubicBezTo>
                <a:cubicBezTo>
                  <a:pt x="10867" y="15670"/>
                  <a:pt x="10869" y="15677"/>
                  <a:pt x="10871" y="15677"/>
                </a:cubicBezTo>
                <a:cubicBezTo>
                  <a:pt x="10882" y="15683"/>
                  <a:pt x="10892" y="15690"/>
                  <a:pt x="10903" y="15690"/>
                </a:cubicBezTo>
                <a:cubicBezTo>
                  <a:pt x="10912" y="15683"/>
                  <a:pt x="10921" y="15683"/>
                  <a:pt x="10930" y="15677"/>
                </a:cubicBezTo>
                <a:cubicBezTo>
                  <a:pt x="10943" y="15663"/>
                  <a:pt x="10955" y="15643"/>
                  <a:pt x="10964" y="15610"/>
                </a:cubicBezTo>
                <a:cubicBezTo>
                  <a:pt x="10972" y="15597"/>
                  <a:pt x="10979" y="15570"/>
                  <a:pt x="10982" y="15544"/>
                </a:cubicBezTo>
                <a:cubicBezTo>
                  <a:pt x="10991" y="15510"/>
                  <a:pt x="10997" y="15464"/>
                  <a:pt x="11000" y="15417"/>
                </a:cubicBezTo>
                <a:cubicBezTo>
                  <a:pt x="11002" y="15397"/>
                  <a:pt x="11002" y="15371"/>
                  <a:pt x="11004" y="15351"/>
                </a:cubicBezTo>
                <a:cubicBezTo>
                  <a:pt x="11022" y="15298"/>
                  <a:pt x="11038" y="15231"/>
                  <a:pt x="11052" y="15165"/>
                </a:cubicBezTo>
                <a:cubicBezTo>
                  <a:pt x="11058" y="15138"/>
                  <a:pt x="11061" y="15118"/>
                  <a:pt x="11065" y="15085"/>
                </a:cubicBezTo>
                <a:cubicBezTo>
                  <a:pt x="11072" y="15032"/>
                  <a:pt x="11078" y="14979"/>
                  <a:pt x="11081" y="14919"/>
                </a:cubicBezTo>
                <a:cubicBezTo>
                  <a:pt x="11087" y="14852"/>
                  <a:pt x="11087" y="14786"/>
                  <a:pt x="11081" y="14720"/>
                </a:cubicBezTo>
                <a:cubicBezTo>
                  <a:pt x="11076" y="14660"/>
                  <a:pt x="11069" y="14600"/>
                  <a:pt x="11056" y="14553"/>
                </a:cubicBezTo>
                <a:cubicBezTo>
                  <a:pt x="11043" y="14507"/>
                  <a:pt x="11029" y="14474"/>
                  <a:pt x="11011" y="14460"/>
                </a:cubicBezTo>
                <a:cubicBezTo>
                  <a:pt x="10993" y="14440"/>
                  <a:pt x="10975" y="14440"/>
                  <a:pt x="10957" y="14460"/>
                </a:cubicBezTo>
                <a:cubicBezTo>
                  <a:pt x="10903" y="14487"/>
                  <a:pt x="10848" y="14553"/>
                  <a:pt x="10808" y="14700"/>
                </a:cubicBezTo>
                <a:cubicBezTo>
                  <a:pt x="10799" y="14733"/>
                  <a:pt x="10792" y="14766"/>
                  <a:pt x="10786" y="14806"/>
                </a:cubicBezTo>
                <a:cubicBezTo>
                  <a:pt x="10779" y="14839"/>
                  <a:pt x="10776" y="14886"/>
                  <a:pt x="10772" y="14926"/>
                </a:cubicBezTo>
                <a:cubicBezTo>
                  <a:pt x="10767" y="14979"/>
                  <a:pt x="10765" y="15039"/>
                  <a:pt x="10763" y="15098"/>
                </a:cubicBezTo>
                <a:cubicBezTo>
                  <a:pt x="10761" y="15158"/>
                  <a:pt x="10765" y="15218"/>
                  <a:pt x="10768" y="15271"/>
                </a:cubicBezTo>
                <a:cubicBezTo>
                  <a:pt x="10767" y="15284"/>
                  <a:pt x="10767" y="15291"/>
                  <a:pt x="10768" y="15304"/>
                </a:cubicBezTo>
                <a:close/>
                <a:moveTo>
                  <a:pt x="10092" y="15544"/>
                </a:moveTo>
                <a:cubicBezTo>
                  <a:pt x="10119" y="15617"/>
                  <a:pt x="10148" y="15663"/>
                  <a:pt x="10179" y="15703"/>
                </a:cubicBezTo>
                <a:cubicBezTo>
                  <a:pt x="10202" y="15736"/>
                  <a:pt x="10236" y="15710"/>
                  <a:pt x="10256" y="15663"/>
                </a:cubicBezTo>
                <a:cubicBezTo>
                  <a:pt x="10274" y="15623"/>
                  <a:pt x="10292" y="15550"/>
                  <a:pt x="10299" y="15471"/>
                </a:cubicBezTo>
                <a:cubicBezTo>
                  <a:pt x="10306" y="15464"/>
                  <a:pt x="10314" y="15464"/>
                  <a:pt x="10323" y="15457"/>
                </a:cubicBezTo>
                <a:cubicBezTo>
                  <a:pt x="10339" y="15437"/>
                  <a:pt x="10355" y="15411"/>
                  <a:pt x="10367" y="15364"/>
                </a:cubicBezTo>
                <a:cubicBezTo>
                  <a:pt x="10391" y="15291"/>
                  <a:pt x="10409" y="15165"/>
                  <a:pt x="10414" y="15058"/>
                </a:cubicBezTo>
                <a:cubicBezTo>
                  <a:pt x="10420" y="14952"/>
                  <a:pt x="10420" y="14892"/>
                  <a:pt x="10414" y="14786"/>
                </a:cubicBezTo>
                <a:cubicBezTo>
                  <a:pt x="10412" y="14726"/>
                  <a:pt x="10405" y="14666"/>
                  <a:pt x="10398" y="14613"/>
                </a:cubicBezTo>
                <a:cubicBezTo>
                  <a:pt x="10384" y="14500"/>
                  <a:pt x="10357" y="14407"/>
                  <a:pt x="10328" y="14341"/>
                </a:cubicBezTo>
                <a:cubicBezTo>
                  <a:pt x="10296" y="14268"/>
                  <a:pt x="10261" y="14241"/>
                  <a:pt x="10225" y="14228"/>
                </a:cubicBezTo>
                <a:cubicBezTo>
                  <a:pt x="10197" y="14214"/>
                  <a:pt x="10168" y="14228"/>
                  <a:pt x="10139" y="14248"/>
                </a:cubicBezTo>
                <a:cubicBezTo>
                  <a:pt x="10105" y="14274"/>
                  <a:pt x="10071" y="14341"/>
                  <a:pt x="10046" y="14434"/>
                </a:cubicBezTo>
                <a:cubicBezTo>
                  <a:pt x="10035" y="14474"/>
                  <a:pt x="10022" y="14527"/>
                  <a:pt x="10015" y="14580"/>
                </a:cubicBezTo>
                <a:cubicBezTo>
                  <a:pt x="10002" y="14680"/>
                  <a:pt x="9999" y="14746"/>
                  <a:pt x="9995" y="14852"/>
                </a:cubicBezTo>
                <a:cubicBezTo>
                  <a:pt x="9992" y="14985"/>
                  <a:pt x="10002" y="15118"/>
                  <a:pt x="10017" y="15238"/>
                </a:cubicBezTo>
                <a:cubicBezTo>
                  <a:pt x="10035" y="15364"/>
                  <a:pt x="10064" y="15464"/>
                  <a:pt x="10092" y="15544"/>
                </a:cubicBezTo>
                <a:close/>
                <a:moveTo>
                  <a:pt x="9476" y="15464"/>
                </a:moveTo>
                <a:cubicBezTo>
                  <a:pt x="9490" y="15477"/>
                  <a:pt x="9503" y="15484"/>
                  <a:pt x="9517" y="15484"/>
                </a:cubicBezTo>
                <a:cubicBezTo>
                  <a:pt x="9531" y="15484"/>
                  <a:pt x="9546" y="15477"/>
                  <a:pt x="9560" y="15464"/>
                </a:cubicBezTo>
                <a:cubicBezTo>
                  <a:pt x="9566" y="15457"/>
                  <a:pt x="9571" y="15457"/>
                  <a:pt x="9576" y="15444"/>
                </a:cubicBezTo>
                <a:cubicBezTo>
                  <a:pt x="9589" y="15424"/>
                  <a:pt x="9603" y="15411"/>
                  <a:pt x="9614" y="15377"/>
                </a:cubicBezTo>
                <a:cubicBezTo>
                  <a:pt x="9636" y="15318"/>
                  <a:pt x="9657" y="15251"/>
                  <a:pt x="9668" y="15158"/>
                </a:cubicBezTo>
                <a:cubicBezTo>
                  <a:pt x="9681" y="15065"/>
                  <a:pt x="9682" y="15032"/>
                  <a:pt x="9686" y="14926"/>
                </a:cubicBezTo>
                <a:cubicBezTo>
                  <a:pt x="9688" y="14872"/>
                  <a:pt x="9684" y="14819"/>
                  <a:pt x="9682" y="14773"/>
                </a:cubicBezTo>
                <a:cubicBezTo>
                  <a:pt x="9681" y="14726"/>
                  <a:pt x="9674" y="14680"/>
                  <a:pt x="9668" y="14633"/>
                </a:cubicBezTo>
                <a:cubicBezTo>
                  <a:pt x="9663" y="14587"/>
                  <a:pt x="9654" y="14547"/>
                  <a:pt x="9645" y="14513"/>
                </a:cubicBezTo>
                <a:cubicBezTo>
                  <a:pt x="9629" y="14440"/>
                  <a:pt x="9603" y="14387"/>
                  <a:pt x="9578" y="14361"/>
                </a:cubicBezTo>
                <a:cubicBezTo>
                  <a:pt x="9566" y="14347"/>
                  <a:pt x="9551" y="14341"/>
                  <a:pt x="9539" y="14341"/>
                </a:cubicBezTo>
                <a:cubicBezTo>
                  <a:pt x="9513" y="14347"/>
                  <a:pt x="9499" y="14361"/>
                  <a:pt x="9478" y="14407"/>
                </a:cubicBezTo>
                <a:cubicBezTo>
                  <a:pt x="9456" y="14447"/>
                  <a:pt x="9436" y="14527"/>
                  <a:pt x="9425" y="14600"/>
                </a:cubicBezTo>
                <a:cubicBezTo>
                  <a:pt x="9413" y="14686"/>
                  <a:pt x="9404" y="14786"/>
                  <a:pt x="9406" y="14886"/>
                </a:cubicBezTo>
                <a:cubicBezTo>
                  <a:pt x="9406" y="14912"/>
                  <a:pt x="9407" y="14939"/>
                  <a:pt x="9407" y="14959"/>
                </a:cubicBezTo>
                <a:cubicBezTo>
                  <a:pt x="9406" y="14972"/>
                  <a:pt x="9404" y="14979"/>
                  <a:pt x="9404" y="14992"/>
                </a:cubicBezTo>
                <a:cubicBezTo>
                  <a:pt x="9402" y="15025"/>
                  <a:pt x="9402" y="15058"/>
                  <a:pt x="9400" y="15092"/>
                </a:cubicBezTo>
                <a:cubicBezTo>
                  <a:pt x="9400" y="15158"/>
                  <a:pt x="9406" y="15225"/>
                  <a:pt x="9415" y="15278"/>
                </a:cubicBezTo>
                <a:cubicBezTo>
                  <a:pt x="9429" y="15377"/>
                  <a:pt x="9451" y="15444"/>
                  <a:pt x="9476" y="15464"/>
                </a:cubicBezTo>
                <a:close/>
                <a:moveTo>
                  <a:pt x="8758" y="15078"/>
                </a:moveTo>
                <a:cubicBezTo>
                  <a:pt x="8762" y="15125"/>
                  <a:pt x="8767" y="15171"/>
                  <a:pt x="8775" y="15211"/>
                </a:cubicBezTo>
                <a:cubicBezTo>
                  <a:pt x="8784" y="15278"/>
                  <a:pt x="8796" y="15331"/>
                  <a:pt x="8807" y="15384"/>
                </a:cubicBezTo>
                <a:cubicBezTo>
                  <a:pt x="8814" y="15417"/>
                  <a:pt x="8821" y="15451"/>
                  <a:pt x="8830" y="15477"/>
                </a:cubicBezTo>
                <a:cubicBezTo>
                  <a:pt x="8848" y="15544"/>
                  <a:pt x="8875" y="15584"/>
                  <a:pt x="8902" y="15584"/>
                </a:cubicBezTo>
                <a:cubicBezTo>
                  <a:pt x="8913" y="15584"/>
                  <a:pt x="8922" y="15577"/>
                  <a:pt x="8931" y="15564"/>
                </a:cubicBezTo>
                <a:cubicBezTo>
                  <a:pt x="8933" y="15564"/>
                  <a:pt x="8935" y="15564"/>
                  <a:pt x="8938" y="15564"/>
                </a:cubicBezTo>
                <a:cubicBezTo>
                  <a:pt x="8956" y="15564"/>
                  <a:pt x="8974" y="15544"/>
                  <a:pt x="8988" y="15510"/>
                </a:cubicBezTo>
                <a:cubicBezTo>
                  <a:pt x="9003" y="15490"/>
                  <a:pt x="9014" y="15451"/>
                  <a:pt x="9026" y="15417"/>
                </a:cubicBezTo>
                <a:cubicBezTo>
                  <a:pt x="9032" y="15397"/>
                  <a:pt x="9037" y="15384"/>
                  <a:pt x="9041" y="15364"/>
                </a:cubicBezTo>
                <a:cubicBezTo>
                  <a:pt x="9050" y="15318"/>
                  <a:pt x="9060" y="15278"/>
                  <a:pt x="9066" y="15225"/>
                </a:cubicBezTo>
                <a:cubicBezTo>
                  <a:pt x="9073" y="15178"/>
                  <a:pt x="9078" y="15118"/>
                  <a:pt x="9082" y="15065"/>
                </a:cubicBezTo>
                <a:cubicBezTo>
                  <a:pt x="9084" y="15039"/>
                  <a:pt x="9084" y="15012"/>
                  <a:pt x="9086" y="14979"/>
                </a:cubicBezTo>
                <a:cubicBezTo>
                  <a:pt x="9087" y="14952"/>
                  <a:pt x="9087" y="14919"/>
                  <a:pt x="9087" y="14892"/>
                </a:cubicBezTo>
                <a:cubicBezTo>
                  <a:pt x="9087" y="14879"/>
                  <a:pt x="9087" y="14866"/>
                  <a:pt x="9087" y="14852"/>
                </a:cubicBezTo>
                <a:cubicBezTo>
                  <a:pt x="9086" y="14806"/>
                  <a:pt x="9086" y="14766"/>
                  <a:pt x="9082" y="14720"/>
                </a:cubicBezTo>
                <a:cubicBezTo>
                  <a:pt x="9082" y="14706"/>
                  <a:pt x="9080" y="14693"/>
                  <a:pt x="9078" y="14686"/>
                </a:cubicBezTo>
                <a:cubicBezTo>
                  <a:pt x="9075" y="14646"/>
                  <a:pt x="9069" y="14607"/>
                  <a:pt x="9064" y="14567"/>
                </a:cubicBezTo>
                <a:cubicBezTo>
                  <a:pt x="9059" y="14533"/>
                  <a:pt x="9051" y="14500"/>
                  <a:pt x="9044" y="14467"/>
                </a:cubicBezTo>
                <a:cubicBezTo>
                  <a:pt x="9042" y="14460"/>
                  <a:pt x="9041" y="14447"/>
                  <a:pt x="9037" y="14440"/>
                </a:cubicBezTo>
                <a:cubicBezTo>
                  <a:pt x="9015" y="14367"/>
                  <a:pt x="8990" y="14307"/>
                  <a:pt x="8962" y="14288"/>
                </a:cubicBezTo>
                <a:cubicBezTo>
                  <a:pt x="8931" y="14261"/>
                  <a:pt x="8904" y="14261"/>
                  <a:pt x="8873" y="14288"/>
                </a:cubicBezTo>
                <a:cubicBezTo>
                  <a:pt x="8859" y="14301"/>
                  <a:pt x="8846" y="14321"/>
                  <a:pt x="8834" y="14347"/>
                </a:cubicBezTo>
                <a:cubicBezTo>
                  <a:pt x="8821" y="14367"/>
                  <a:pt x="8810" y="14407"/>
                  <a:pt x="8800" y="14440"/>
                </a:cubicBezTo>
                <a:cubicBezTo>
                  <a:pt x="8789" y="14474"/>
                  <a:pt x="8780" y="14520"/>
                  <a:pt x="8773" y="14560"/>
                </a:cubicBezTo>
                <a:cubicBezTo>
                  <a:pt x="8771" y="14567"/>
                  <a:pt x="8769" y="14580"/>
                  <a:pt x="8769" y="14587"/>
                </a:cubicBezTo>
                <a:cubicBezTo>
                  <a:pt x="8764" y="14626"/>
                  <a:pt x="8758" y="14666"/>
                  <a:pt x="8757" y="14713"/>
                </a:cubicBezTo>
                <a:cubicBezTo>
                  <a:pt x="8749" y="14819"/>
                  <a:pt x="8751" y="14899"/>
                  <a:pt x="8757" y="15005"/>
                </a:cubicBezTo>
                <a:cubicBezTo>
                  <a:pt x="8757" y="15045"/>
                  <a:pt x="8757" y="15065"/>
                  <a:pt x="8758" y="15078"/>
                </a:cubicBezTo>
                <a:close/>
                <a:moveTo>
                  <a:pt x="8124" y="15417"/>
                </a:moveTo>
                <a:cubicBezTo>
                  <a:pt x="8118" y="15484"/>
                  <a:pt x="8117" y="15550"/>
                  <a:pt x="8122" y="15623"/>
                </a:cubicBezTo>
                <a:cubicBezTo>
                  <a:pt x="8129" y="15710"/>
                  <a:pt x="8147" y="15803"/>
                  <a:pt x="8169" y="15843"/>
                </a:cubicBezTo>
                <a:cubicBezTo>
                  <a:pt x="8192" y="15889"/>
                  <a:pt x="8221" y="15909"/>
                  <a:pt x="8246" y="15883"/>
                </a:cubicBezTo>
                <a:cubicBezTo>
                  <a:pt x="8269" y="15856"/>
                  <a:pt x="8295" y="15796"/>
                  <a:pt x="8305" y="15710"/>
                </a:cubicBezTo>
                <a:cubicBezTo>
                  <a:pt x="8329" y="15544"/>
                  <a:pt x="8352" y="15377"/>
                  <a:pt x="8374" y="15211"/>
                </a:cubicBezTo>
                <a:cubicBezTo>
                  <a:pt x="8388" y="15105"/>
                  <a:pt x="8404" y="14999"/>
                  <a:pt x="8415" y="14892"/>
                </a:cubicBezTo>
                <a:cubicBezTo>
                  <a:pt x="8435" y="14700"/>
                  <a:pt x="8413" y="14454"/>
                  <a:pt x="8361" y="14354"/>
                </a:cubicBezTo>
                <a:cubicBezTo>
                  <a:pt x="8323" y="14281"/>
                  <a:pt x="8282" y="14281"/>
                  <a:pt x="8241" y="14314"/>
                </a:cubicBezTo>
                <a:cubicBezTo>
                  <a:pt x="8215" y="14334"/>
                  <a:pt x="8190" y="14374"/>
                  <a:pt x="8170" y="14420"/>
                </a:cubicBezTo>
                <a:cubicBezTo>
                  <a:pt x="8116" y="14547"/>
                  <a:pt x="8077" y="14766"/>
                  <a:pt x="8079" y="15012"/>
                </a:cubicBezTo>
                <a:cubicBezTo>
                  <a:pt x="8081" y="15132"/>
                  <a:pt x="8088" y="15258"/>
                  <a:pt x="8106" y="15351"/>
                </a:cubicBezTo>
                <a:cubicBezTo>
                  <a:pt x="8115" y="15371"/>
                  <a:pt x="8118" y="15397"/>
                  <a:pt x="8124" y="15417"/>
                </a:cubicBezTo>
                <a:close/>
                <a:moveTo>
                  <a:pt x="7500" y="15085"/>
                </a:moveTo>
                <a:cubicBezTo>
                  <a:pt x="7509" y="15138"/>
                  <a:pt x="7518" y="15185"/>
                  <a:pt x="7529" y="15231"/>
                </a:cubicBezTo>
                <a:cubicBezTo>
                  <a:pt x="7534" y="15251"/>
                  <a:pt x="7539" y="15278"/>
                  <a:pt x="7545" y="15291"/>
                </a:cubicBezTo>
                <a:cubicBezTo>
                  <a:pt x="7548" y="15304"/>
                  <a:pt x="7552" y="15311"/>
                  <a:pt x="7554" y="15318"/>
                </a:cubicBezTo>
                <a:cubicBezTo>
                  <a:pt x="7556" y="15364"/>
                  <a:pt x="7559" y="15404"/>
                  <a:pt x="7565" y="15444"/>
                </a:cubicBezTo>
                <a:cubicBezTo>
                  <a:pt x="7570" y="15470"/>
                  <a:pt x="7575" y="15497"/>
                  <a:pt x="7581" y="15517"/>
                </a:cubicBezTo>
                <a:cubicBezTo>
                  <a:pt x="7593" y="15564"/>
                  <a:pt x="7608" y="15597"/>
                  <a:pt x="7626" y="15610"/>
                </a:cubicBezTo>
                <a:cubicBezTo>
                  <a:pt x="7635" y="15617"/>
                  <a:pt x="7644" y="15617"/>
                  <a:pt x="7653" y="15623"/>
                </a:cubicBezTo>
                <a:cubicBezTo>
                  <a:pt x="7671" y="15623"/>
                  <a:pt x="7689" y="15603"/>
                  <a:pt x="7703" y="15570"/>
                </a:cubicBezTo>
                <a:cubicBezTo>
                  <a:pt x="7707" y="15564"/>
                  <a:pt x="7710" y="15557"/>
                  <a:pt x="7712" y="15550"/>
                </a:cubicBezTo>
                <a:cubicBezTo>
                  <a:pt x="7721" y="15530"/>
                  <a:pt x="7732" y="15497"/>
                  <a:pt x="7739" y="15470"/>
                </a:cubicBezTo>
                <a:cubicBezTo>
                  <a:pt x="7746" y="15437"/>
                  <a:pt x="7753" y="15404"/>
                  <a:pt x="7761" y="15371"/>
                </a:cubicBezTo>
                <a:cubicBezTo>
                  <a:pt x="7762" y="15358"/>
                  <a:pt x="7764" y="15344"/>
                  <a:pt x="7766" y="15331"/>
                </a:cubicBezTo>
                <a:cubicBezTo>
                  <a:pt x="7773" y="15278"/>
                  <a:pt x="7780" y="15225"/>
                  <a:pt x="7782" y="15171"/>
                </a:cubicBezTo>
                <a:cubicBezTo>
                  <a:pt x="7784" y="15132"/>
                  <a:pt x="7786" y="15078"/>
                  <a:pt x="7786" y="15038"/>
                </a:cubicBezTo>
                <a:cubicBezTo>
                  <a:pt x="7786" y="15032"/>
                  <a:pt x="7786" y="15025"/>
                  <a:pt x="7786" y="15019"/>
                </a:cubicBezTo>
                <a:cubicBezTo>
                  <a:pt x="7784" y="14979"/>
                  <a:pt x="7784" y="14939"/>
                  <a:pt x="7782" y="14906"/>
                </a:cubicBezTo>
                <a:cubicBezTo>
                  <a:pt x="7779" y="14852"/>
                  <a:pt x="7773" y="14793"/>
                  <a:pt x="7766" y="14746"/>
                </a:cubicBezTo>
                <a:cubicBezTo>
                  <a:pt x="7761" y="14706"/>
                  <a:pt x="7752" y="14673"/>
                  <a:pt x="7744" y="14640"/>
                </a:cubicBezTo>
                <a:cubicBezTo>
                  <a:pt x="7737" y="14606"/>
                  <a:pt x="7725" y="14580"/>
                  <a:pt x="7717" y="14560"/>
                </a:cubicBezTo>
                <a:cubicBezTo>
                  <a:pt x="7705" y="14527"/>
                  <a:pt x="7690" y="14507"/>
                  <a:pt x="7676" y="14487"/>
                </a:cubicBezTo>
                <a:cubicBezTo>
                  <a:pt x="7672" y="14480"/>
                  <a:pt x="7669" y="14480"/>
                  <a:pt x="7665" y="14480"/>
                </a:cubicBezTo>
                <a:cubicBezTo>
                  <a:pt x="7653" y="14474"/>
                  <a:pt x="7640" y="14467"/>
                  <a:pt x="7629" y="14460"/>
                </a:cubicBezTo>
                <a:cubicBezTo>
                  <a:pt x="7617" y="14460"/>
                  <a:pt x="7604" y="14467"/>
                  <a:pt x="7592" y="14474"/>
                </a:cubicBezTo>
                <a:cubicBezTo>
                  <a:pt x="7588" y="14474"/>
                  <a:pt x="7583" y="14480"/>
                  <a:pt x="7579" y="14487"/>
                </a:cubicBezTo>
                <a:cubicBezTo>
                  <a:pt x="7554" y="14520"/>
                  <a:pt x="7536" y="14553"/>
                  <a:pt x="7516" y="14626"/>
                </a:cubicBezTo>
                <a:cubicBezTo>
                  <a:pt x="7511" y="14653"/>
                  <a:pt x="7505" y="14680"/>
                  <a:pt x="7500" y="14700"/>
                </a:cubicBezTo>
                <a:cubicBezTo>
                  <a:pt x="7493" y="14739"/>
                  <a:pt x="7489" y="14786"/>
                  <a:pt x="7487" y="14839"/>
                </a:cubicBezTo>
                <a:cubicBezTo>
                  <a:pt x="7485" y="14872"/>
                  <a:pt x="7485" y="14906"/>
                  <a:pt x="7487" y="14939"/>
                </a:cubicBezTo>
                <a:cubicBezTo>
                  <a:pt x="7489" y="14992"/>
                  <a:pt x="7493" y="15039"/>
                  <a:pt x="7500" y="15085"/>
                </a:cubicBezTo>
                <a:close/>
                <a:moveTo>
                  <a:pt x="6912" y="15444"/>
                </a:moveTo>
                <a:cubicBezTo>
                  <a:pt x="6916" y="15451"/>
                  <a:pt x="6921" y="15457"/>
                  <a:pt x="6924" y="15471"/>
                </a:cubicBezTo>
                <a:cubicBezTo>
                  <a:pt x="6928" y="15497"/>
                  <a:pt x="6933" y="15524"/>
                  <a:pt x="6939" y="15544"/>
                </a:cubicBezTo>
                <a:cubicBezTo>
                  <a:pt x="6957" y="15603"/>
                  <a:pt x="6984" y="15663"/>
                  <a:pt x="7011" y="15650"/>
                </a:cubicBezTo>
                <a:cubicBezTo>
                  <a:pt x="7031" y="15643"/>
                  <a:pt x="7049" y="15630"/>
                  <a:pt x="7068" y="15623"/>
                </a:cubicBezTo>
                <a:cubicBezTo>
                  <a:pt x="7083" y="15623"/>
                  <a:pt x="7095" y="15617"/>
                  <a:pt x="7108" y="15590"/>
                </a:cubicBezTo>
                <a:cubicBezTo>
                  <a:pt x="7120" y="15577"/>
                  <a:pt x="7131" y="15550"/>
                  <a:pt x="7140" y="15510"/>
                </a:cubicBezTo>
                <a:cubicBezTo>
                  <a:pt x="7158" y="15444"/>
                  <a:pt x="7171" y="15338"/>
                  <a:pt x="7169" y="15245"/>
                </a:cubicBezTo>
                <a:cubicBezTo>
                  <a:pt x="7169" y="15238"/>
                  <a:pt x="7169" y="15238"/>
                  <a:pt x="7169" y="15231"/>
                </a:cubicBezTo>
                <a:cubicBezTo>
                  <a:pt x="7173" y="15205"/>
                  <a:pt x="7174" y="15178"/>
                  <a:pt x="7176" y="15158"/>
                </a:cubicBezTo>
                <a:cubicBezTo>
                  <a:pt x="7180" y="15112"/>
                  <a:pt x="7182" y="15058"/>
                  <a:pt x="7182" y="15005"/>
                </a:cubicBezTo>
                <a:cubicBezTo>
                  <a:pt x="7182" y="14959"/>
                  <a:pt x="7180" y="14899"/>
                  <a:pt x="7174" y="14852"/>
                </a:cubicBezTo>
                <a:cubicBezTo>
                  <a:pt x="7165" y="14759"/>
                  <a:pt x="7151" y="14666"/>
                  <a:pt x="7131" y="14600"/>
                </a:cubicBezTo>
                <a:cubicBezTo>
                  <a:pt x="7111" y="14533"/>
                  <a:pt x="7093" y="14494"/>
                  <a:pt x="7070" y="14460"/>
                </a:cubicBezTo>
                <a:cubicBezTo>
                  <a:pt x="7034" y="14407"/>
                  <a:pt x="6996" y="14374"/>
                  <a:pt x="6959" y="14374"/>
                </a:cubicBezTo>
                <a:cubicBezTo>
                  <a:pt x="6905" y="14374"/>
                  <a:pt x="6853" y="14440"/>
                  <a:pt x="6813" y="14580"/>
                </a:cubicBezTo>
                <a:cubicBezTo>
                  <a:pt x="6808" y="14607"/>
                  <a:pt x="6802" y="14633"/>
                  <a:pt x="6797" y="14653"/>
                </a:cubicBezTo>
                <a:cubicBezTo>
                  <a:pt x="6790" y="14693"/>
                  <a:pt x="6786" y="14739"/>
                  <a:pt x="6784" y="14793"/>
                </a:cubicBezTo>
                <a:cubicBezTo>
                  <a:pt x="6781" y="14872"/>
                  <a:pt x="6784" y="14965"/>
                  <a:pt x="6797" y="15032"/>
                </a:cubicBezTo>
                <a:cubicBezTo>
                  <a:pt x="6827" y="15198"/>
                  <a:pt x="6865" y="15338"/>
                  <a:pt x="6912" y="15444"/>
                </a:cubicBezTo>
                <a:close/>
                <a:moveTo>
                  <a:pt x="6130" y="15318"/>
                </a:moveTo>
                <a:cubicBezTo>
                  <a:pt x="6137" y="15364"/>
                  <a:pt x="6146" y="15411"/>
                  <a:pt x="6155" y="15451"/>
                </a:cubicBezTo>
                <a:cubicBezTo>
                  <a:pt x="6164" y="15490"/>
                  <a:pt x="6177" y="15524"/>
                  <a:pt x="6189" y="15550"/>
                </a:cubicBezTo>
                <a:cubicBezTo>
                  <a:pt x="6202" y="15577"/>
                  <a:pt x="6216" y="15603"/>
                  <a:pt x="6229" y="15610"/>
                </a:cubicBezTo>
                <a:cubicBezTo>
                  <a:pt x="6241" y="15623"/>
                  <a:pt x="6256" y="15630"/>
                  <a:pt x="6268" y="15617"/>
                </a:cubicBezTo>
                <a:cubicBezTo>
                  <a:pt x="6281" y="15617"/>
                  <a:pt x="6293" y="15597"/>
                  <a:pt x="6306" y="15570"/>
                </a:cubicBezTo>
                <a:cubicBezTo>
                  <a:pt x="6313" y="15557"/>
                  <a:pt x="6319" y="15537"/>
                  <a:pt x="6324" y="15517"/>
                </a:cubicBezTo>
                <a:cubicBezTo>
                  <a:pt x="6329" y="15510"/>
                  <a:pt x="6335" y="15504"/>
                  <a:pt x="6340" y="15490"/>
                </a:cubicBezTo>
                <a:cubicBezTo>
                  <a:pt x="6351" y="15471"/>
                  <a:pt x="6362" y="15437"/>
                  <a:pt x="6371" y="15404"/>
                </a:cubicBezTo>
                <a:cubicBezTo>
                  <a:pt x="6380" y="15371"/>
                  <a:pt x="6389" y="15331"/>
                  <a:pt x="6394" y="15284"/>
                </a:cubicBezTo>
                <a:cubicBezTo>
                  <a:pt x="6400" y="15245"/>
                  <a:pt x="6407" y="15198"/>
                  <a:pt x="6409" y="15152"/>
                </a:cubicBezTo>
                <a:cubicBezTo>
                  <a:pt x="6410" y="15105"/>
                  <a:pt x="6414" y="15052"/>
                  <a:pt x="6414" y="14999"/>
                </a:cubicBezTo>
                <a:cubicBezTo>
                  <a:pt x="6412" y="14899"/>
                  <a:pt x="6407" y="14806"/>
                  <a:pt x="6392" y="14720"/>
                </a:cubicBezTo>
                <a:cubicBezTo>
                  <a:pt x="6385" y="14680"/>
                  <a:pt x="6378" y="14640"/>
                  <a:pt x="6369" y="14607"/>
                </a:cubicBezTo>
                <a:cubicBezTo>
                  <a:pt x="6347" y="14540"/>
                  <a:pt x="6338" y="14520"/>
                  <a:pt x="6313" y="14487"/>
                </a:cubicBezTo>
                <a:cubicBezTo>
                  <a:pt x="6301" y="14467"/>
                  <a:pt x="6286" y="14467"/>
                  <a:pt x="6274" y="14460"/>
                </a:cubicBezTo>
                <a:cubicBezTo>
                  <a:pt x="6259" y="14454"/>
                  <a:pt x="6245" y="14467"/>
                  <a:pt x="6232" y="14474"/>
                </a:cubicBezTo>
                <a:cubicBezTo>
                  <a:pt x="6227" y="14474"/>
                  <a:pt x="6223" y="14480"/>
                  <a:pt x="6220" y="14487"/>
                </a:cubicBezTo>
                <a:cubicBezTo>
                  <a:pt x="6207" y="14507"/>
                  <a:pt x="6193" y="14520"/>
                  <a:pt x="6182" y="14553"/>
                </a:cubicBezTo>
                <a:cubicBezTo>
                  <a:pt x="6171" y="14580"/>
                  <a:pt x="6160" y="14613"/>
                  <a:pt x="6151" y="14646"/>
                </a:cubicBezTo>
                <a:cubicBezTo>
                  <a:pt x="6144" y="14673"/>
                  <a:pt x="6137" y="14706"/>
                  <a:pt x="6132" y="14739"/>
                </a:cubicBezTo>
                <a:cubicBezTo>
                  <a:pt x="6126" y="14773"/>
                  <a:pt x="6121" y="14826"/>
                  <a:pt x="6117" y="14852"/>
                </a:cubicBezTo>
                <a:cubicBezTo>
                  <a:pt x="6112" y="14899"/>
                  <a:pt x="6112" y="14959"/>
                  <a:pt x="6110" y="15005"/>
                </a:cubicBezTo>
                <a:cubicBezTo>
                  <a:pt x="6108" y="15058"/>
                  <a:pt x="6112" y="15112"/>
                  <a:pt x="6114" y="15158"/>
                </a:cubicBezTo>
                <a:cubicBezTo>
                  <a:pt x="6115" y="15218"/>
                  <a:pt x="6123" y="15271"/>
                  <a:pt x="6130" y="15318"/>
                </a:cubicBezTo>
                <a:close/>
                <a:moveTo>
                  <a:pt x="5560" y="15404"/>
                </a:moveTo>
                <a:cubicBezTo>
                  <a:pt x="5569" y="15437"/>
                  <a:pt x="5578" y="15464"/>
                  <a:pt x="5589" y="15484"/>
                </a:cubicBezTo>
                <a:cubicBezTo>
                  <a:pt x="5594" y="15497"/>
                  <a:pt x="5601" y="15504"/>
                  <a:pt x="5607" y="15510"/>
                </a:cubicBezTo>
                <a:cubicBezTo>
                  <a:pt x="5612" y="15517"/>
                  <a:pt x="5619" y="15530"/>
                  <a:pt x="5625" y="15537"/>
                </a:cubicBezTo>
                <a:cubicBezTo>
                  <a:pt x="5650" y="15564"/>
                  <a:pt x="5679" y="15550"/>
                  <a:pt x="5702" y="15497"/>
                </a:cubicBezTo>
                <a:cubicBezTo>
                  <a:pt x="5709" y="15484"/>
                  <a:pt x="5714" y="15464"/>
                  <a:pt x="5720" y="15451"/>
                </a:cubicBezTo>
                <a:cubicBezTo>
                  <a:pt x="5723" y="15451"/>
                  <a:pt x="5727" y="15451"/>
                  <a:pt x="5729" y="15444"/>
                </a:cubicBezTo>
                <a:cubicBezTo>
                  <a:pt x="5736" y="15431"/>
                  <a:pt x="5745" y="15417"/>
                  <a:pt x="5752" y="15404"/>
                </a:cubicBezTo>
                <a:cubicBezTo>
                  <a:pt x="5767" y="15371"/>
                  <a:pt x="5779" y="15324"/>
                  <a:pt x="5788" y="15271"/>
                </a:cubicBezTo>
                <a:cubicBezTo>
                  <a:pt x="5808" y="15171"/>
                  <a:pt x="5830" y="15072"/>
                  <a:pt x="5849" y="14972"/>
                </a:cubicBezTo>
                <a:cubicBezTo>
                  <a:pt x="5857" y="14932"/>
                  <a:pt x="5860" y="14886"/>
                  <a:pt x="5862" y="14832"/>
                </a:cubicBezTo>
                <a:cubicBezTo>
                  <a:pt x="5866" y="14786"/>
                  <a:pt x="5864" y="14733"/>
                  <a:pt x="5860" y="14686"/>
                </a:cubicBezTo>
                <a:cubicBezTo>
                  <a:pt x="5853" y="14593"/>
                  <a:pt x="5837" y="14513"/>
                  <a:pt x="5813" y="14467"/>
                </a:cubicBezTo>
                <a:cubicBezTo>
                  <a:pt x="5779" y="14394"/>
                  <a:pt x="5741" y="14354"/>
                  <a:pt x="5702" y="14347"/>
                </a:cubicBezTo>
                <a:cubicBezTo>
                  <a:pt x="5682" y="14341"/>
                  <a:pt x="5662" y="14354"/>
                  <a:pt x="5644" y="14367"/>
                </a:cubicBezTo>
                <a:cubicBezTo>
                  <a:pt x="5639" y="14374"/>
                  <a:pt x="5634" y="14374"/>
                  <a:pt x="5630" y="14387"/>
                </a:cubicBezTo>
                <a:cubicBezTo>
                  <a:pt x="5617" y="14407"/>
                  <a:pt x="5605" y="14420"/>
                  <a:pt x="5592" y="14447"/>
                </a:cubicBezTo>
                <a:cubicBezTo>
                  <a:pt x="5569" y="14500"/>
                  <a:pt x="5555" y="14553"/>
                  <a:pt x="5538" y="14640"/>
                </a:cubicBezTo>
                <a:cubicBezTo>
                  <a:pt x="5529" y="14686"/>
                  <a:pt x="5522" y="14746"/>
                  <a:pt x="5519" y="14806"/>
                </a:cubicBezTo>
                <a:cubicBezTo>
                  <a:pt x="5515" y="14852"/>
                  <a:pt x="5515" y="14892"/>
                  <a:pt x="5513" y="14939"/>
                </a:cubicBezTo>
                <a:cubicBezTo>
                  <a:pt x="5513" y="14952"/>
                  <a:pt x="5513" y="14972"/>
                  <a:pt x="5513" y="14985"/>
                </a:cubicBezTo>
                <a:cubicBezTo>
                  <a:pt x="5513" y="15045"/>
                  <a:pt x="5515" y="15112"/>
                  <a:pt x="5520" y="15165"/>
                </a:cubicBezTo>
                <a:cubicBezTo>
                  <a:pt x="5531" y="15258"/>
                  <a:pt x="5542" y="15331"/>
                  <a:pt x="5560" y="15404"/>
                </a:cubicBezTo>
                <a:close/>
                <a:moveTo>
                  <a:pt x="4988" y="15251"/>
                </a:moveTo>
                <a:cubicBezTo>
                  <a:pt x="4995" y="15291"/>
                  <a:pt x="5004" y="15324"/>
                  <a:pt x="5017" y="15344"/>
                </a:cubicBezTo>
                <a:cubicBezTo>
                  <a:pt x="5026" y="15358"/>
                  <a:pt x="5033" y="15371"/>
                  <a:pt x="5044" y="15384"/>
                </a:cubicBezTo>
                <a:cubicBezTo>
                  <a:pt x="5047" y="15411"/>
                  <a:pt x="5053" y="15431"/>
                  <a:pt x="5058" y="15451"/>
                </a:cubicBezTo>
                <a:cubicBezTo>
                  <a:pt x="5078" y="15517"/>
                  <a:pt x="5103" y="15564"/>
                  <a:pt x="5130" y="15557"/>
                </a:cubicBezTo>
                <a:cubicBezTo>
                  <a:pt x="5155" y="15550"/>
                  <a:pt x="5184" y="15524"/>
                  <a:pt x="5202" y="15451"/>
                </a:cubicBezTo>
                <a:cubicBezTo>
                  <a:pt x="5220" y="15377"/>
                  <a:pt x="5236" y="15311"/>
                  <a:pt x="5254" y="15238"/>
                </a:cubicBezTo>
                <a:cubicBezTo>
                  <a:pt x="5263" y="15205"/>
                  <a:pt x="5270" y="15165"/>
                  <a:pt x="5276" y="15118"/>
                </a:cubicBezTo>
                <a:cubicBezTo>
                  <a:pt x="5283" y="15072"/>
                  <a:pt x="5285" y="15025"/>
                  <a:pt x="5285" y="14972"/>
                </a:cubicBezTo>
                <a:cubicBezTo>
                  <a:pt x="5283" y="14939"/>
                  <a:pt x="5283" y="14906"/>
                  <a:pt x="5281" y="14872"/>
                </a:cubicBezTo>
                <a:cubicBezTo>
                  <a:pt x="5276" y="14813"/>
                  <a:pt x="5269" y="14753"/>
                  <a:pt x="5256" y="14706"/>
                </a:cubicBezTo>
                <a:cubicBezTo>
                  <a:pt x="5254" y="14700"/>
                  <a:pt x="5252" y="14686"/>
                  <a:pt x="5251" y="14680"/>
                </a:cubicBezTo>
                <a:cubicBezTo>
                  <a:pt x="5242" y="14653"/>
                  <a:pt x="5233" y="14626"/>
                  <a:pt x="5224" y="14607"/>
                </a:cubicBezTo>
                <a:cubicBezTo>
                  <a:pt x="5213" y="14580"/>
                  <a:pt x="5198" y="14560"/>
                  <a:pt x="5184" y="14540"/>
                </a:cubicBezTo>
                <a:cubicBezTo>
                  <a:pt x="5172" y="14520"/>
                  <a:pt x="5155" y="14520"/>
                  <a:pt x="5143" y="14513"/>
                </a:cubicBezTo>
                <a:cubicBezTo>
                  <a:pt x="5137" y="14513"/>
                  <a:pt x="5130" y="14513"/>
                  <a:pt x="5125" y="14513"/>
                </a:cubicBezTo>
                <a:cubicBezTo>
                  <a:pt x="5096" y="14527"/>
                  <a:pt x="5069" y="14547"/>
                  <a:pt x="5044" y="14600"/>
                </a:cubicBezTo>
                <a:cubicBezTo>
                  <a:pt x="5021" y="14653"/>
                  <a:pt x="4997" y="14733"/>
                  <a:pt x="4986" y="14826"/>
                </a:cubicBezTo>
                <a:cubicBezTo>
                  <a:pt x="4979" y="14866"/>
                  <a:pt x="4976" y="14912"/>
                  <a:pt x="4974" y="14965"/>
                </a:cubicBezTo>
                <a:cubicBezTo>
                  <a:pt x="4970" y="15012"/>
                  <a:pt x="4972" y="15065"/>
                  <a:pt x="4976" y="15112"/>
                </a:cubicBezTo>
                <a:cubicBezTo>
                  <a:pt x="4972" y="15171"/>
                  <a:pt x="4979" y="15211"/>
                  <a:pt x="4988" y="15251"/>
                </a:cubicBezTo>
                <a:close/>
                <a:moveTo>
                  <a:pt x="4269" y="15397"/>
                </a:moveTo>
                <a:cubicBezTo>
                  <a:pt x="4278" y="15451"/>
                  <a:pt x="4291" y="15497"/>
                  <a:pt x="4305" y="15530"/>
                </a:cubicBezTo>
                <a:cubicBezTo>
                  <a:pt x="4314" y="15550"/>
                  <a:pt x="4321" y="15564"/>
                  <a:pt x="4330" y="15584"/>
                </a:cubicBezTo>
                <a:cubicBezTo>
                  <a:pt x="4346" y="15610"/>
                  <a:pt x="4362" y="15637"/>
                  <a:pt x="4379" y="15650"/>
                </a:cubicBezTo>
                <a:cubicBezTo>
                  <a:pt x="4420" y="15683"/>
                  <a:pt x="4461" y="15677"/>
                  <a:pt x="4497" y="15590"/>
                </a:cubicBezTo>
                <a:cubicBezTo>
                  <a:pt x="4519" y="15537"/>
                  <a:pt x="4531" y="15490"/>
                  <a:pt x="4548" y="15411"/>
                </a:cubicBezTo>
                <a:cubicBezTo>
                  <a:pt x="4549" y="15397"/>
                  <a:pt x="4551" y="15391"/>
                  <a:pt x="4553" y="15378"/>
                </a:cubicBezTo>
                <a:cubicBezTo>
                  <a:pt x="4558" y="15344"/>
                  <a:pt x="4562" y="15304"/>
                  <a:pt x="4566" y="15265"/>
                </a:cubicBezTo>
                <a:cubicBezTo>
                  <a:pt x="4567" y="15251"/>
                  <a:pt x="4567" y="15238"/>
                  <a:pt x="4567" y="15225"/>
                </a:cubicBezTo>
                <a:cubicBezTo>
                  <a:pt x="4567" y="15225"/>
                  <a:pt x="4569" y="15225"/>
                  <a:pt x="4569" y="15218"/>
                </a:cubicBezTo>
                <a:cubicBezTo>
                  <a:pt x="4591" y="15171"/>
                  <a:pt x="4611" y="15085"/>
                  <a:pt x="4616" y="14999"/>
                </a:cubicBezTo>
                <a:cubicBezTo>
                  <a:pt x="4621" y="14906"/>
                  <a:pt x="4621" y="14799"/>
                  <a:pt x="4605" y="14713"/>
                </a:cubicBezTo>
                <a:cubicBezTo>
                  <a:pt x="4591" y="14626"/>
                  <a:pt x="4571" y="14573"/>
                  <a:pt x="4546" y="14540"/>
                </a:cubicBezTo>
                <a:cubicBezTo>
                  <a:pt x="4542" y="14540"/>
                  <a:pt x="4540" y="14533"/>
                  <a:pt x="4537" y="14533"/>
                </a:cubicBezTo>
                <a:cubicBezTo>
                  <a:pt x="4487" y="14367"/>
                  <a:pt x="4407" y="14341"/>
                  <a:pt x="4350" y="14474"/>
                </a:cubicBezTo>
                <a:cubicBezTo>
                  <a:pt x="4316" y="14547"/>
                  <a:pt x="4292" y="14666"/>
                  <a:pt x="4282" y="14799"/>
                </a:cubicBezTo>
                <a:cubicBezTo>
                  <a:pt x="4276" y="14866"/>
                  <a:pt x="4274" y="14932"/>
                  <a:pt x="4274" y="14999"/>
                </a:cubicBezTo>
                <a:cubicBezTo>
                  <a:pt x="4267" y="15032"/>
                  <a:pt x="4262" y="15072"/>
                  <a:pt x="4260" y="15112"/>
                </a:cubicBezTo>
                <a:cubicBezTo>
                  <a:pt x="4256" y="15158"/>
                  <a:pt x="4255" y="15211"/>
                  <a:pt x="4258" y="15258"/>
                </a:cubicBezTo>
                <a:cubicBezTo>
                  <a:pt x="4256" y="15311"/>
                  <a:pt x="4262" y="15358"/>
                  <a:pt x="4269" y="15397"/>
                </a:cubicBezTo>
                <a:close/>
                <a:moveTo>
                  <a:pt x="3512" y="15331"/>
                </a:moveTo>
                <a:cubicBezTo>
                  <a:pt x="3514" y="15331"/>
                  <a:pt x="3516" y="15338"/>
                  <a:pt x="3517" y="15338"/>
                </a:cubicBezTo>
                <a:cubicBezTo>
                  <a:pt x="3519" y="15338"/>
                  <a:pt x="3521" y="15338"/>
                  <a:pt x="3523" y="15338"/>
                </a:cubicBezTo>
                <a:cubicBezTo>
                  <a:pt x="3532" y="15444"/>
                  <a:pt x="3553" y="15544"/>
                  <a:pt x="3580" y="15597"/>
                </a:cubicBezTo>
                <a:cubicBezTo>
                  <a:pt x="3589" y="15617"/>
                  <a:pt x="3600" y="15630"/>
                  <a:pt x="3609" y="15643"/>
                </a:cubicBezTo>
                <a:cubicBezTo>
                  <a:pt x="3611" y="15643"/>
                  <a:pt x="3613" y="15650"/>
                  <a:pt x="3616" y="15650"/>
                </a:cubicBezTo>
                <a:cubicBezTo>
                  <a:pt x="3640" y="15670"/>
                  <a:pt x="3656" y="15670"/>
                  <a:pt x="3679" y="15650"/>
                </a:cubicBezTo>
                <a:cubicBezTo>
                  <a:pt x="3688" y="15643"/>
                  <a:pt x="3699" y="15623"/>
                  <a:pt x="3708" y="15603"/>
                </a:cubicBezTo>
                <a:cubicBezTo>
                  <a:pt x="3713" y="15590"/>
                  <a:pt x="3724" y="15557"/>
                  <a:pt x="3730" y="15544"/>
                </a:cubicBezTo>
                <a:cubicBezTo>
                  <a:pt x="3737" y="15524"/>
                  <a:pt x="3742" y="15490"/>
                  <a:pt x="3746" y="15464"/>
                </a:cubicBezTo>
                <a:cubicBezTo>
                  <a:pt x="3751" y="15431"/>
                  <a:pt x="3755" y="15391"/>
                  <a:pt x="3757" y="15358"/>
                </a:cubicBezTo>
                <a:cubicBezTo>
                  <a:pt x="3758" y="15324"/>
                  <a:pt x="3760" y="15284"/>
                  <a:pt x="3760" y="15251"/>
                </a:cubicBezTo>
                <a:cubicBezTo>
                  <a:pt x="3760" y="15218"/>
                  <a:pt x="3758" y="15178"/>
                  <a:pt x="3757" y="15145"/>
                </a:cubicBezTo>
                <a:cubicBezTo>
                  <a:pt x="3755" y="15125"/>
                  <a:pt x="3753" y="15112"/>
                  <a:pt x="3751" y="15098"/>
                </a:cubicBezTo>
                <a:cubicBezTo>
                  <a:pt x="3762" y="15012"/>
                  <a:pt x="3766" y="14926"/>
                  <a:pt x="3758" y="14833"/>
                </a:cubicBezTo>
                <a:cubicBezTo>
                  <a:pt x="3748" y="14680"/>
                  <a:pt x="3721" y="14560"/>
                  <a:pt x="3685" y="14480"/>
                </a:cubicBezTo>
                <a:cubicBezTo>
                  <a:pt x="3674" y="14454"/>
                  <a:pt x="3663" y="14440"/>
                  <a:pt x="3651" y="14427"/>
                </a:cubicBezTo>
                <a:cubicBezTo>
                  <a:pt x="3647" y="14420"/>
                  <a:pt x="3642" y="14414"/>
                  <a:pt x="3638" y="14414"/>
                </a:cubicBezTo>
                <a:cubicBezTo>
                  <a:pt x="3622" y="14401"/>
                  <a:pt x="3604" y="14387"/>
                  <a:pt x="3588" y="14394"/>
                </a:cubicBezTo>
                <a:cubicBezTo>
                  <a:pt x="3575" y="14394"/>
                  <a:pt x="3562" y="14401"/>
                  <a:pt x="3550" y="14414"/>
                </a:cubicBezTo>
                <a:cubicBezTo>
                  <a:pt x="3546" y="14414"/>
                  <a:pt x="3541" y="14420"/>
                  <a:pt x="3537" y="14427"/>
                </a:cubicBezTo>
                <a:cubicBezTo>
                  <a:pt x="3510" y="14460"/>
                  <a:pt x="3494" y="14494"/>
                  <a:pt x="3473" y="14567"/>
                </a:cubicBezTo>
                <a:cubicBezTo>
                  <a:pt x="3469" y="14573"/>
                  <a:pt x="3467" y="14587"/>
                  <a:pt x="3464" y="14600"/>
                </a:cubicBezTo>
                <a:cubicBezTo>
                  <a:pt x="3456" y="14633"/>
                  <a:pt x="3447" y="14673"/>
                  <a:pt x="3440" y="14720"/>
                </a:cubicBezTo>
                <a:cubicBezTo>
                  <a:pt x="3431" y="14793"/>
                  <a:pt x="3422" y="14866"/>
                  <a:pt x="3424" y="14952"/>
                </a:cubicBezTo>
                <a:cubicBezTo>
                  <a:pt x="3426" y="15058"/>
                  <a:pt x="3435" y="15165"/>
                  <a:pt x="3456" y="15245"/>
                </a:cubicBezTo>
                <a:cubicBezTo>
                  <a:pt x="3476" y="15271"/>
                  <a:pt x="3492" y="15304"/>
                  <a:pt x="3512" y="15331"/>
                </a:cubicBezTo>
                <a:close/>
                <a:moveTo>
                  <a:pt x="2662" y="15039"/>
                </a:moveTo>
                <a:cubicBezTo>
                  <a:pt x="2662" y="15105"/>
                  <a:pt x="2667" y="15171"/>
                  <a:pt x="2676" y="15225"/>
                </a:cubicBezTo>
                <a:cubicBezTo>
                  <a:pt x="2678" y="15238"/>
                  <a:pt x="2680" y="15245"/>
                  <a:pt x="2681" y="15258"/>
                </a:cubicBezTo>
                <a:cubicBezTo>
                  <a:pt x="2683" y="15291"/>
                  <a:pt x="2687" y="15324"/>
                  <a:pt x="2692" y="15358"/>
                </a:cubicBezTo>
                <a:cubicBezTo>
                  <a:pt x="2707" y="15437"/>
                  <a:pt x="2726" y="15510"/>
                  <a:pt x="2752" y="15530"/>
                </a:cubicBezTo>
                <a:cubicBezTo>
                  <a:pt x="2791" y="15557"/>
                  <a:pt x="2831" y="15564"/>
                  <a:pt x="2868" y="15524"/>
                </a:cubicBezTo>
                <a:cubicBezTo>
                  <a:pt x="2899" y="15490"/>
                  <a:pt x="2926" y="15437"/>
                  <a:pt x="2949" y="15371"/>
                </a:cubicBezTo>
                <a:cubicBezTo>
                  <a:pt x="2960" y="15351"/>
                  <a:pt x="2971" y="15331"/>
                  <a:pt x="2980" y="15298"/>
                </a:cubicBezTo>
                <a:cubicBezTo>
                  <a:pt x="2985" y="15271"/>
                  <a:pt x="2991" y="15245"/>
                  <a:pt x="2996" y="15225"/>
                </a:cubicBezTo>
                <a:cubicBezTo>
                  <a:pt x="3005" y="15165"/>
                  <a:pt x="3010" y="15105"/>
                  <a:pt x="3010" y="15039"/>
                </a:cubicBezTo>
                <a:cubicBezTo>
                  <a:pt x="3010" y="15025"/>
                  <a:pt x="3010" y="15005"/>
                  <a:pt x="3010" y="14992"/>
                </a:cubicBezTo>
                <a:cubicBezTo>
                  <a:pt x="3009" y="14945"/>
                  <a:pt x="3009" y="14892"/>
                  <a:pt x="3005" y="14846"/>
                </a:cubicBezTo>
                <a:cubicBezTo>
                  <a:pt x="3001" y="14806"/>
                  <a:pt x="2996" y="14759"/>
                  <a:pt x="2991" y="14720"/>
                </a:cubicBezTo>
                <a:cubicBezTo>
                  <a:pt x="2989" y="14706"/>
                  <a:pt x="2987" y="14693"/>
                  <a:pt x="2983" y="14673"/>
                </a:cubicBezTo>
                <a:cubicBezTo>
                  <a:pt x="2974" y="14626"/>
                  <a:pt x="2964" y="14567"/>
                  <a:pt x="2951" y="14527"/>
                </a:cubicBezTo>
                <a:cubicBezTo>
                  <a:pt x="2942" y="14500"/>
                  <a:pt x="2933" y="14467"/>
                  <a:pt x="2922" y="14447"/>
                </a:cubicBezTo>
                <a:cubicBezTo>
                  <a:pt x="2912" y="14420"/>
                  <a:pt x="2899" y="14407"/>
                  <a:pt x="2888" y="14387"/>
                </a:cubicBezTo>
                <a:cubicBezTo>
                  <a:pt x="2885" y="14381"/>
                  <a:pt x="2881" y="14374"/>
                  <a:pt x="2876" y="14374"/>
                </a:cubicBezTo>
                <a:cubicBezTo>
                  <a:pt x="2863" y="14361"/>
                  <a:pt x="2850" y="14354"/>
                  <a:pt x="2838" y="14354"/>
                </a:cubicBezTo>
                <a:cubicBezTo>
                  <a:pt x="2829" y="14354"/>
                  <a:pt x="2820" y="14361"/>
                  <a:pt x="2813" y="14361"/>
                </a:cubicBezTo>
                <a:cubicBezTo>
                  <a:pt x="2804" y="14367"/>
                  <a:pt x="2795" y="14367"/>
                  <a:pt x="2788" y="14381"/>
                </a:cubicBezTo>
                <a:cubicBezTo>
                  <a:pt x="2771" y="14401"/>
                  <a:pt x="2755" y="14427"/>
                  <a:pt x="2743" y="14460"/>
                </a:cubicBezTo>
                <a:cubicBezTo>
                  <a:pt x="2734" y="14487"/>
                  <a:pt x="2723" y="14514"/>
                  <a:pt x="2714" y="14547"/>
                </a:cubicBezTo>
                <a:cubicBezTo>
                  <a:pt x="2705" y="14580"/>
                  <a:pt x="2698" y="14620"/>
                  <a:pt x="2690" y="14653"/>
                </a:cubicBezTo>
                <a:cubicBezTo>
                  <a:pt x="2687" y="14666"/>
                  <a:pt x="2685" y="14686"/>
                  <a:pt x="2681" y="14700"/>
                </a:cubicBezTo>
                <a:cubicBezTo>
                  <a:pt x="2676" y="14739"/>
                  <a:pt x="2671" y="14786"/>
                  <a:pt x="2667" y="14833"/>
                </a:cubicBezTo>
                <a:cubicBezTo>
                  <a:pt x="2663" y="14879"/>
                  <a:pt x="2662" y="14932"/>
                  <a:pt x="2660" y="14979"/>
                </a:cubicBezTo>
                <a:cubicBezTo>
                  <a:pt x="2662" y="15005"/>
                  <a:pt x="2662" y="15025"/>
                  <a:pt x="2662" y="15039"/>
                </a:cubicBezTo>
                <a:close/>
                <a:moveTo>
                  <a:pt x="3099" y="17358"/>
                </a:moveTo>
                <a:cubicBezTo>
                  <a:pt x="3075" y="17292"/>
                  <a:pt x="3039" y="17245"/>
                  <a:pt x="3010" y="17292"/>
                </a:cubicBezTo>
                <a:cubicBezTo>
                  <a:pt x="2985" y="17331"/>
                  <a:pt x="2960" y="17371"/>
                  <a:pt x="2935" y="17405"/>
                </a:cubicBezTo>
                <a:cubicBezTo>
                  <a:pt x="2908" y="17345"/>
                  <a:pt x="2877" y="17305"/>
                  <a:pt x="2845" y="17312"/>
                </a:cubicBezTo>
                <a:cubicBezTo>
                  <a:pt x="2800" y="17325"/>
                  <a:pt x="2762" y="17385"/>
                  <a:pt x="2726" y="17491"/>
                </a:cubicBezTo>
                <a:cubicBezTo>
                  <a:pt x="2698" y="17577"/>
                  <a:pt x="2680" y="17697"/>
                  <a:pt x="2667" y="17823"/>
                </a:cubicBezTo>
                <a:cubicBezTo>
                  <a:pt x="2653" y="17983"/>
                  <a:pt x="2660" y="18149"/>
                  <a:pt x="2680" y="18302"/>
                </a:cubicBezTo>
                <a:cubicBezTo>
                  <a:pt x="2705" y="18514"/>
                  <a:pt x="2770" y="18674"/>
                  <a:pt x="2831" y="18707"/>
                </a:cubicBezTo>
                <a:cubicBezTo>
                  <a:pt x="2868" y="18727"/>
                  <a:pt x="2906" y="18734"/>
                  <a:pt x="2944" y="18694"/>
                </a:cubicBezTo>
                <a:cubicBezTo>
                  <a:pt x="2982" y="18647"/>
                  <a:pt x="3016" y="18574"/>
                  <a:pt x="3045" y="18468"/>
                </a:cubicBezTo>
                <a:cubicBezTo>
                  <a:pt x="3106" y="18249"/>
                  <a:pt x="3131" y="17950"/>
                  <a:pt x="3138" y="17644"/>
                </a:cubicBezTo>
                <a:cubicBezTo>
                  <a:pt x="3142" y="17537"/>
                  <a:pt x="3122" y="17425"/>
                  <a:pt x="3099" y="17358"/>
                </a:cubicBezTo>
                <a:close/>
                <a:moveTo>
                  <a:pt x="3846" y="17631"/>
                </a:moveTo>
                <a:cubicBezTo>
                  <a:pt x="3843" y="17591"/>
                  <a:pt x="3837" y="17544"/>
                  <a:pt x="3832" y="17511"/>
                </a:cubicBezTo>
                <a:cubicBezTo>
                  <a:pt x="3827" y="17471"/>
                  <a:pt x="3818" y="17438"/>
                  <a:pt x="3811" y="17405"/>
                </a:cubicBezTo>
                <a:cubicBezTo>
                  <a:pt x="3809" y="17398"/>
                  <a:pt x="3809" y="17398"/>
                  <a:pt x="3807" y="17391"/>
                </a:cubicBezTo>
                <a:cubicBezTo>
                  <a:pt x="3800" y="17365"/>
                  <a:pt x="3791" y="17345"/>
                  <a:pt x="3784" y="17325"/>
                </a:cubicBezTo>
                <a:cubicBezTo>
                  <a:pt x="3782" y="17318"/>
                  <a:pt x="3780" y="17318"/>
                  <a:pt x="3778" y="17312"/>
                </a:cubicBezTo>
                <a:cubicBezTo>
                  <a:pt x="3769" y="17292"/>
                  <a:pt x="3758" y="17278"/>
                  <a:pt x="3749" y="17265"/>
                </a:cubicBezTo>
                <a:cubicBezTo>
                  <a:pt x="3748" y="17265"/>
                  <a:pt x="3746" y="17258"/>
                  <a:pt x="3744" y="17258"/>
                </a:cubicBezTo>
                <a:cubicBezTo>
                  <a:pt x="3733" y="17252"/>
                  <a:pt x="3722" y="17245"/>
                  <a:pt x="3712" y="17245"/>
                </a:cubicBezTo>
                <a:cubicBezTo>
                  <a:pt x="3703" y="17252"/>
                  <a:pt x="3694" y="17252"/>
                  <a:pt x="3685" y="17258"/>
                </a:cubicBezTo>
                <a:cubicBezTo>
                  <a:pt x="3672" y="17272"/>
                  <a:pt x="3660" y="17292"/>
                  <a:pt x="3651" y="17325"/>
                </a:cubicBezTo>
                <a:cubicBezTo>
                  <a:pt x="3643" y="17338"/>
                  <a:pt x="3636" y="17365"/>
                  <a:pt x="3633" y="17391"/>
                </a:cubicBezTo>
                <a:cubicBezTo>
                  <a:pt x="3624" y="17424"/>
                  <a:pt x="3618" y="17471"/>
                  <a:pt x="3615" y="17518"/>
                </a:cubicBezTo>
                <a:cubicBezTo>
                  <a:pt x="3613" y="17537"/>
                  <a:pt x="3613" y="17564"/>
                  <a:pt x="3611" y="17584"/>
                </a:cubicBezTo>
                <a:cubicBezTo>
                  <a:pt x="3593" y="17637"/>
                  <a:pt x="3577" y="17704"/>
                  <a:pt x="3562" y="17770"/>
                </a:cubicBezTo>
                <a:cubicBezTo>
                  <a:pt x="3557" y="17797"/>
                  <a:pt x="3553" y="17817"/>
                  <a:pt x="3550" y="17850"/>
                </a:cubicBezTo>
                <a:cubicBezTo>
                  <a:pt x="3543" y="17903"/>
                  <a:pt x="3535" y="17956"/>
                  <a:pt x="3534" y="18016"/>
                </a:cubicBezTo>
                <a:cubicBezTo>
                  <a:pt x="3528" y="18082"/>
                  <a:pt x="3528" y="18149"/>
                  <a:pt x="3534" y="18215"/>
                </a:cubicBezTo>
                <a:cubicBezTo>
                  <a:pt x="3539" y="18275"/>
                  <a:pt x="3546" y="18335"/>
                  <a:pt x="3559" y="18382"/>
                </a:cubicBezTo>
                <a:cubicBezTo>
                  <a:pt x="3571" y="18428"/>
                  <a:pt x="3586" y="18461"/>
                  <a:pt x="3604" y="18475"/>
                </a:cubicBezTo>
                <a:cubicBezTo>
                  <a:pt x="3622" y="18495"/>
                  <a:pt x="3640" y="18495"/>
                  <a:pt x="3658" y="18475"/>
                </a:cubicBezTo>
                <a:cubicBezTo>
                  <a:pt x="3712" y="18448"/>
                  <a:pt x="3767" y="18382"/>
                  <a:pt x="3807" y="18235"/>
                </a:cubicBezTo>
                <a:cubicBezTo>
                  <a:pt x="3816" y="18202"/>
                  <a:pt x="3823" y="18169"/>
                  <a:pt x="3829" y="18129"/>
                </a:cubicBezTo>
                <a:cubicBezTo>
                  <a:pt x="3836" y="18096"/>
                  <a:pt x="3839" y="18049"/>
                  <a:pt x="3843" y="18009"/>
                </a:cubicBezTo>
                <a:cubicBezTo>
                  <a:pt x="3848" y="17956"/>
                  <a:pt x="3850" y="17896"/>
                  <a:pt x="3852" y="17837"/>
                </a:cubicBezTo>
                <a:cubicBezTo>
                  <a:pt x="3854" y="17777"/>
                  <a:pt x="3850" y="17717"/>
                  <a:pt x="3846" y="17664"/>
                </a:cubicBezTo>
                <a:cubicBezTo>
                  <a:pt x="3848" y="17657"/>
                  <a:pt x="3848" y="17644"/>
                  <a:pt x="3846" y="17631"/>
                </a:cubicBezTo>
                <a:close/>
                <a:moveTo>
                  <a:pt x="4523" y="17391"/>
                </a:moveTo>
                <a:cubicBezTo>
                  <a:pt x="4496" y="17318"/>
                  <a:pt x="4467" y="17272"/>
                  <a:pt x="4436" y="17232"/>
                </a:cubicBezTo>
                <a:cubicBezTo>
                  <a:pt x="4413" y="17199"/>
                  <a:pt x="4379" y="17225"/>
                  <a:pt x="4359" y="17272"/>
                </a:cubicBezTo>
                <a:cubicBezTo>
                  <a:pt x="4341" y="17312"/>
                  <a:pt x="4323" y="17385"/>
                  <a:pt x="4316" y="17464"/>
                </a:cubicBezTo>
                <a:cubicBezTo>
                  <a:pt x="4309" y="17471"/>
                  <a:pt x="4301" y="17471"/>
                  <a:pt x="4292" y="17478"/>
                </a:cubicBezTo>
                <a:cubicBezTo>
                  <a:pt x="4276" y="17498"/>
                  <a:pt x="4260" y="17524"/>
                  <a:pt x="4247" y="17571"/>
                </a:cubicBezTo>
                <a:cubicBezTo>
                  <a:pt x="4224" y="17644"/>
                  <a:pt x="4206" y="17770"/>
                  <a:pt x="4201" y="17876"/>
                </a:cubicBezTo>
                <a:cubicBezTo>
                  <a:pt x="4195" y="17983"/>
                  <a:pt x="4195" y="18043"/>
                  <a:pt x="4201" y="18149"/>
                </a:cubicBezTo>
                <a:cubicBezTo>
                  <a:pt x="4202" y="18209"/>
                  <a:pt x="4210" y="18269"/>
                  <a:pt x="4217" y="18322"/>
                </a:cubicBezTo>
                <a:cubicBezTo>
                  <a:pt x="4231" y="18435"/>
                  <a:pt x="4258" y="18528"/>
                  <a:pt x="4287" y="18594"/>
                </a:cubicBezTo>
                <a:cubicBezTo>
                  <a:pt x="4319" y="18667"/>
                  <a:pt x="4354" y="18694"/>
                  <a:pt x="4389" y="18707"/>
                </a:cubicBezTo>
                <a:cubicBezTo>
                  <a:pt x="4418" y="18721"/>
                  <a:pt x="4447" y="18707"/>
                  <a:pt x="4476" y="18687"/>
                </a:cubicBezTo>
                <a:cubicBezTo>
                  <a:pt x="4510" y="18661"/>
                  <a:pt x="4544" y="18594"/>
                  <a:pt x="4569" y="18501"/>
                </a:cubicBezTo>
                <a:cubicBezTo>
                  <a:pt x="4580" y="18461"/>
                  <a:pt x="4593" y="18408"/>
                  <a:pt x="4600" y="18355"/>
                </a:cubicBezTo>
                <a:cubicBezTo>
                  <a:pt x="4612" y="18255"/>
                  <a:pt x="4616" y="18189"/>
                  <a:pt x="4620" y="18082"/>
                </a:cubicBezTo>
                <a:cubicBezTo>
                  <a:pt x="4623" y="17950"/>
                  <a:pt x="4612" y="17817"/>
                  <a:pt x="4598" y="17697"/>
                </a:cubicBezTo>
                <a:cubicBezTo>
                  <a:pt x="4580" y="17571"/>
                  <a:pt x="4551" y="17478"/>
                  <a:pt x="4523" y="17391"/>
                </a:cubicBezTo>
                <a:close/>
                <a:moveTo>
                  <a:pt x="5139" y="17471"/>
                </a:moveTo>
                <a:cubicBezTo>
                  <a:pt x="5125" y="17458"/>
                  <a:pt x="5112" y="17451"/>
                  <a:pt x="5098" y="17451"/>
                </a:cubicBezTo>
                <a:cubicBezTo>
                  <a:pt x="5083" y="17451"/>
                  <a:pt x="5069" y="17458"/>
                  <a:pt x="5055" y="17471"/>
                </a:cubicBezTo>
                <a:cubicBezTo>
                  <a:pt x="5049" y="17478"/>
                  <a:pt x="5044" y="17478"/>
                  <a:pt x="5038" y="17491"/>
                </a:cubicBezTo>
                <a:cubicBezTo>
                  <a:pt x="5026" y="17511"/>
                  <a:pt x="5012" y="17524"/>
                  <a:pt x="5001" y="17557"/>
                </a:cubicBezTo>
                <a:cubicBezTo>
                  <a:pt x="4979" y="17617"/>
                  <a:pt x="4958" y="17684"/>
                  <a:pt x="4947" y="17777"/>
                </a:cubicBezTo>
                <a:cubicBezTo>
                  <a:pt x="4934" y="17870"/>
                  <a:pt x="4932" y="17903"/>
                  <a:pt x="4929" y="18009"/>
                </a:cubicBezTo>
                <a:cubicBezTo>
                  <a:pt x="4927" y="18063"/>
                  <a:pt x="4931" y="18116"/>
                  <a:pt x="4932" y="18162"/>
                </a:cubicBezTo>
                <a:cubicBezTo>
                  <a:pt x="4934" y="18209"/>
                  <a:pt x="4941" y="18255"/>
                  <a:pt x="4947" y="18302"/>
                </a:cubicBezTo>
                <a:cubicBezTo>
                  <a:pt x="4952" y="18348"/>
                  <a:pt x="4961" y="18388"/>
                  <a:pt x="4970" y="18421"/>
                </a:cubicBezTo>
                <a:cubicBezTo>
                  <a:pt x="4986" y="18495"/>
                  <a:pt x="5012" y="18548"/>
                  <a:pt x="5037" y="18574"/>
                </a:cubicBezTo>
                <a:cubicBezTo>
                  <a:pt x="5049" y="18588"/>
                  <a:pt x="5064" y="18594"/>
                  <a:pt x="5076" y="18594"/>
                </a:cubicBezTo>
                <a:cubicBezTo>
                  <a:pt x="5101" y="18588"/>
                  <a:pt x="5116" y="18574"/>
                  <a:pt x="5137" y="18528"/>
                </a:cubicBezTo>
                <a:cubicBezTo>
                  <a:pt x="5159" y="18488"/>
                  <a:pt x="5179" y="18408"/>
                  <a:pt x="5190" y="18335"/>
                </a:cubicBezTo>
                <a:cubicBezTo>
                  <a:pt x="5202" y="18249"/>
                  <a:pt x="5211" y="18149"/>
                  <a:pt x="5209" y="18049"/>
                </a:cubicBezTo>
                <a:cubicBezTo>
                  <a:pt x="5209" y="18023"/>
                  <a:pt x="5208" y="17996"/>
                  <a:pt x="5208" y="17976"/>
                </a:cubicBezTo>
                <a:cubicBezTo>
                  <a:pt x="5209" y="17963"/>
                  <a:pt x="5211" y="17956"/>
                  <a:pt x="5211" y="17943"/>
                </a:cubicBezTo>
                <a:cubicBezTo>
                  <a:pt x="5213" y="17910"/>
                  <a:pt x="5213" y="17876"/>
                  <a:pt x="5215" y="17843"/>
                </a:cubicBezTo>
                <a:cubicBezTo>
                  <a:pt x="5215" y="17777"/>
                  <a:pt x="5209" y="17710"/>
                  <a:pt x="5200" y="17657"/>
                </a:cubicBezTo>
                <a:cubicBezTo>
                  <a:pt x="5186" y="17564"/>
                  <a:pt x="5164" y="17498"/>
                  <a:pt x="5139" y="17471"/>
                </a:cubicBezTo>
                <a:close/>
                <a:moveTo>
                  <a:pt x="5857" y="17857"/>
                </a:moveTo>
                <a:cubicBezTo>
                  <a:pt x="5853" y="17810"/>
                  <a:pt x="5848" y="17763"/>
                  <a:pt x="5840" y="17724"/>
                </a:cubicBezTo>
                <a:cubicBezTo>
                  <a:pt x="5831" y="17657"/>
                  <a:pt x="5819" y="17604"/>
                  <a:pt x="5808" y="17551"/>
                </a:cubicBezTo>
                <a:cubicBezTo>
                  <a:pt x="5801" y="17518"/>
                  <a:pt x="5794" y="17484"/>
                  <a:pt x="5785" y="17458"/>
                </a:cubicBezTo>
                <a:cubicBezTo>
                  <a:pt x="5767" y="17391"/>
                  <a:pt x="5740" y="17351"/>
                  <a:pt x="5713" y="17351"/>
                </a:cubicBezTo>
                <a:cubicBezTo>
                  <a:pt x="5702" y="17351"/>
                  <a:pt x="5693" y="17358"/>
                  <a:pt x="5684" y="17371"/>
                </a:cubicBezTo>
                <a:cubicBezTo>
                  <a:pt x="5682" y="17371"/>
                  <a:pt x="5680" y="17371"/>
                  <a:pt x="5677" y="17371"/>
                </a:cubicBezTo>
                <a:cubicBezTo>
                  <a:pt x="5659" y="17371"/>
                  <a:pt x="5641" y="17391"/>
                  <a:pt x="5626" y="17425"/>
                </a:cubicBezTo>
                <a:cubicBezTo>
                  <a:pt x="5612" y="17444"/>
                  <a:pt x="5601" y="17484"/>
                  <a:pt x="5589" y="17518"/>
                </a:cubicBezTo>
                <a:cubicBezTo>
                  <a:pt x="5583" y="17537"/>
                  <a:pt x="5578" y="17551"/>
                  <a:pt x="5574" y="17571"/>
                </a:cubicBezTo>
                <a:cubicBezTo>
                  <a:pt x="5565" y="17617"/>
                  <a:pt x="5555" y="17657"/>
                  <a:pt x="5549" y="17710"/>
                </a:cubicBezTo>
                <a:cubicBezTo>
                  <a:pt x="5542" y="17757"/>
                  <a:pt x="5537" y="17817"/>
                  <a:pt x="5533" y="17870"/>
                </a:cubicBezTo>
                <a:cubicBezTo>
                  <a:pt x="5531" y="17896"/>
                  <a:pt x="5531" y="17923"/>
                  <a:pt x="5529" y="17956"/>
                </a:cubicBezTo>
                <a:cubicBezTo>
                  <a:pt x="5528" y="17983"/>
                  <a:pt x="5528" y="18016"/>
                  <a:pt x="5528" y="18043"/>
                </a:cubicBezTo>
                <a:cubicBezTo>
                  <a:pt x="5528" y="18056"/>
                  <a:pt x="5528" y="18069"/>
                  <a:pt x="5528" y="18082"/>
                </a:cubicBezTo>
                <a:cubicBezTo>
                  <a:pt x="5529" y="18129"/>
                  <a:pt x="5529" y="18169"/>
                  <a:pt x="5533" y="18215"/>
                </a:cubicBezTo>
                <a:cubicBezTo>
                  <a:pt x="5533" y="18229"/>
                  <a:pt x="5535" y="18242"/>
                  <a:pt x="5537" y="18249"/>
                </a:cubicBezTo>
                <a:cubicBezTo>
                  <a:pt x="5540" y="18289"/>
                  <a:pt x="5546" y="18328"/>
                  <a:pt x="5551" y="18368"/>
                </a:cubicBezTo>
                <a:cubicBezTo>
                  <a:pt x="5556" y="18402"/>
                  <a:pt x="5563" y="18435"/>
                  <a:pt x="5571" y="18468"/>
                </a:cubicBezTo>
                <a:cubicBezTo>
                  <a:pt x="5572" y="18475"/>
                  <a:pt x="5574" y="18488"/>
                  <a:pt x="5578" y="18495"/>
                </a:cubicBezTo>
                <a:cubicBezTo>
                  <a:pt x="5599" y="18568"/>
                  <a:pt x="5625" y="18627"/>
                  <a:pt x="5653" y="18647"/>
                </a:cubicBezTo>
                <a:cubicBezTo>
                  <a:pt x="5684" y="18674"/>
                  <a:pt x="5711" y="18674"/>
                  <a:pt x="5741" y="18647"/>
                </a:cubicBezTo>
                <a:cubicBezTo>
                  <a:pt x="5756" y="18634"/>
                  <a:pt x="5768" y="18614"/>
                  <a:pt x="5781" y="18588"/>
                </a:cubicBezTo>
                <a:cubicBezTo>
                  <a:pt x="5794" y="18568"/>
                  <a:pt x="5804" y="18528"/>
                  <a:pt x="5815" y="18495"/>
                </a:cubicBezTo>
                <a:cubicBezTo>
                  <a:pt x="5826" y="18461"/>
                  <a:pt x="5835" y="18415"/>
                  <a:pt x="5842" y="18375"/>
                </a:cubicBezTo>
                <a:cubicBezTo>
                  <a:pt x="5844" y="18368"/>
                  <a:pt x="5846" y="18355"/>
                  <a:pt x="5846" y="18348"/>
                </a:cubicBezTo>
                <a:cubicBezTo>
                  <a:pt x="5851" y="18308"/>
                  <a:pt x="5857" y="18269"/>
                  <a:pt x="5858" y="18222"/>
                </a:cubicBezTo>
                <a:cubicBezTo>
                  <a:pt x="5866" y="18116"/>
                  <a:pt x="5864" y="18036"/>
                  <a:pt x="5858" y="17930"/>
                </a:cubicBezTo>
                <a:cubicBezTo>
                  <a:pt x="5858" y="17890"/>
                  <a:pt x="5858" y="17876"/>
                  <a:pt x="5857" y="17857"/>
                </a:cubicBezTo>
                <a:close/>
                <a:moveTo>
                  <a:pt x="6491" y="17524"/>
                </a:moveTo>
                <a:cubicBezTo>
                  <a:pt x="6497" y="17458"/>
                  <a:pt x="6498" y="17391"/>
                  <a:pt x="6493" y="17318"/>
                </a:cubicBezTo>
                <a:cubicBezTo>
                  <a:pt x="6486" y="17232"/>
                  <a:pt x="6468" y="17139"/>
                  <a:pt x="6446" y="17099"/>
                </a:cubicBezTo>
                <a:cubicBezTo>
                  <a:pt x="6423" y="17052"/>
                  <a:pt x="6394" y="17032"/>
                  <a:pt x="6369" y="17059"/>
                </a:cubicBezTo>
                <a:cubicBezTo>
                  <a:pt x="6346" y="17086"/>
                  <a:pt x="6320" y="17145"/>
                  <a:pt x="6310" y="17232"/>
                </a:cubicBezTo>
                <a:cubicBezTo>
                  <a:pt x="6286" y="17398"/>
                  <a:pt x="6263" y="17564"/>
                  <a:pt x="6241" y="17730"/>
                </a:cubicBezTo>
                <a:cubicBezTo>
                  <a:pt x="6227" y="17837"/>
                  <a:pt x="6211" y="17943"/>
                  <a:pt x="6200" y="18049"/>
                </a:cubicBezTo>
                <a:cubicBezTo>
                  <a:pt x="6180" y="18242"/>
                  <a:pt x="6202" y="18488"/>
                  <a:pt x="6254" y="18588"/>
                </a:cubicBezTo>
                <a:cubicBezTo>
                  <a:pt x="6292" y="18661"/>
                  <a:pt x="6333" y="18661"/>
                  <a:pt x="6374" y="18627"/>
                </a:cubicBezTo>
                <a:cubicBezTo>
                  <a:pt x="6400" y="18608"/>
                  <a:pt x="6425" y="18568"/>
                  <a:pt x="6444" y="18521"/>
                </a:cubicBezTo>
                <a:cubicBezTo>
                  <a:pt x="6498" y="18395"/>
                  <a:pt x="6538" y="18176"/>
                  <a:pt x="6536" y="17930"/>
                </a:cubicBezTo>
                <a:cubicBezTo>
                  <a:pt x="6534" y="17810"/>
                  <a:pt x="6527" y="17684"/>
                  <a:pt x="6509" y="17591"/>
                </a:cubicBezTo>
                <a:cubicBezTo>
                  <a:pt x="6500" y="17564"/>
                  <a:pt x="6497" y="17544"/>
                  <a:pt x="6491" y="17524"/>
                </a:cubicBezTo>
                <a:close/>
                <a:moveTo>
                  <a:pt x="7115" y="17857"/>
                </a:moveTo>
                <a:cubicBezTo>
                  <a:pt x="7106" y="17803"/>
                  <a:pt x="7097" y="17757"/>
                  <a:pt x="7086" y="17710"/>
                </a:cubicBezTo>
                <a:cubicBezTo>
                  <a:pt x="7081" y="17690"/>
                  <a:pt x="7076" y="17664"/>
                  <a:pt x="7070" y="17650"/>
                </a:cubicBezTo>
                <a:cubicBezTo>
                  <a:pt x="7067" y="17637"/>
                  <a:pt x="7063" y="17631"/>
                  <a:pt x="7061" y="17624"/>
                </a:cubicBezTo>
                <a:cubicBezTo>
                  <a:pt x="7059" y="17577"/>
                  <a:pt x="7056" y="17538"/>
                  <a:pt x="7050" y="17498"/>
                </a:cubicBezTo>
                <a:cubicBezTo>
                  <a:pt x="7045" y="17471"/>
                  <a:pt x="7040" y="17444"/>
                  <a:pt x="7034" y="17425"/>
                </a:cubicBezTo>
                <a:cubicBezTo>
                  <a:pt x="7022" y="17378"/>
                  <a:pt x="7007" y="17345"/>
                  <a:pt x="6989" y="17331"/>
                </a:cubicBezTo>
                <a:cubicBezTo>
                  <a:pt x="6980" y="17325"/>
                  <a:pt x="6971" y="17325"/>
                  <a:pt x="6962" y="17318"/>
                </a:cubicBezTo>
                <a:cubicBezTo>
                  <a:pt x="6944" y="17318"/>
                  <a:pt x="6926" y="17338"/>
                  <a:pt x="6912" y="17371"/>
                </a:cubicBezTo>
                <a:cubicBezTo>
                  <a:pt x="6908" y="17378"/>
                  <a:pt x="6905" y="17385"/>
                  <a:pt x="6903" y="17391"/>
                </a:cubicBezTo>
                <a:cubicBezTo>
                  <a:pt x="6894" y="17411"/>
                  <a:pt x="6883" y="17444"/>
                  <a:pt x="6876" y="17471"/>
                </a:cubicBezTo>
                <a:cubicBezTo>
                  <a:pt x="6869" y="17504"/>
                  <a:pt x="6862" y="17538"/>
                  <a:pt x="6854" y="17571"/>
                </a:cubicBezTo>
                <a:cubicBezTo>
                  <a:pt x="6853" y="17584"/>
                  <a:pt x="6851" y="17597"/>
                  <a:pt x="6849" y="17611"/>
                </a:cubicBezTo>
                <a:cubicBezTo>
                  <a:pt x="6842" y="17664"/>
                  <a:pt x="6835" y="17717"/>
                  <a:pt x="6833" y="17770"/>
                </a:cubicBezTo>
                <a:cubicBezTo>
                  <a:pt x="6831" y="17810"/>
                  <a:pt x="6829" y="17863"/>
                  <a:pt x="6829" y="17903"/>
                </a:cubicBezTo>
                <a:cubicBezTo>
                  <a:pt x="6829" y="17910"/>
                  <a:pt x="6829" y="17916"/>
                  <a:pt x="6829" y="17923"/>
                </a:cubicBezTo>
                <a:cubicBezTo>
                  <a:pt x="6831" y="17963"/>
                  <a:pt x="6831" y="18003"/>
                  <a:pt x="6833" y="18036"/>
                </a:cubicBezTo>
                <a:cubicBezTo>
                  <a:pt x="6836" y="18089"/>
                  <a:pt x="6842" y="18149"/>
                  <a:pt x="6849" y="18195"/>
                </a:cubicBezTo>
                <a:cubicBezTo>
                  <a:pt x="6854" y="18235"/>
                  <a:pt x="6863" y="18269"/>
                  <a:pt x="6871" y="18302"/>
                </a:cubicBezTo>
                <a:cubicBezTo>
                  <a:pt x="6878" y="18335"/>
                  <a:pt x="6890" y="18362"/>
                  <a:pt x="6898" y="18382"/>
                </a:cubicBezTo>
                <a:cubicBezTo>
                  <a:pt x="6910" y="18415"/>
                  <a:pt x="6924" y="18435"/>
                  <a:pt x="6939" y="18455"/>
                </a:cubicBezTo>
                <a:cubicBezTo>
                  <a:pt x="6942" y="18461"/>
                  <a:pt x="6946" y="18461"/>
                  <a:pt x="6950" y="18461"/>
                </a:cubicBezTo>
                <a:cubicBezTo>
                  <a:pt x="6962" y="18468"/>
                  <a:pt x="6975" y="18475"/>
                  <a:pt x="6986" y="18481"/>
                </a:cubicBezTo>
                <a:cubicBezTo>
                  <a:pt x="6998" y="18481"/>
                  <a:pt x="7011" y="18475"/>
                  <a:pt x="7023" y="18468"/>
                </a:cubicBezTo>
                <a:cubicBezTo>
                  <a:pt x="7027" y="18468"/>
                  <a:pt x="7032" y="18461"/>
                  <a:pt x="7036" y="18455"/>
                </a:cubicBezTo>
                <a:cubicBezTo>
                  <a:pt x="7061" y="18421"/>
                  <a:pt x="7079" y="18388"/>
                  <a:pt x="7099" y="18315"/>
                </a:cubicBezTo>
                <a:cubicBezTo>
                  <a:pt x="7104" y="18289"/>
                  <a:pt x="7110" y="18262"/>
                  <a:pt x="7115" y="18242"/>
                </a:cubicBezTo>
                <a:cubicBezTo>
                  <a:pt x="7122" y="18202"/>
                  <a:pt x="7126" y="18156"/>
                  <a:pt x="7128" y="18102"/>
                </a:cubicBezTo>
                <a:cubicBezTo>
                  <a:pt x="7129" y="18069"/>
                  <a:pt x="7129" y="18036"/>
                  <a:pt x="7128" y="18003"/>
                </a:cubicBezTo>
                <a:cubicBezTo>
                  <a:pt x="7126" y="17943"/>
                  <a:pt x="7122" y="17896"/>
                  <a:pt x="7115" y="17857"/>
                </a:cubicBezTo>
                <a:close/>
                <a:moveTo>
                  <a:pt x="7703" y="17498"/>
                </a:moveTo>
                <a:cubicBezTo>
                  <a:pt x="7699" y="17491"/>
                  <a:pt x="7694" y="17484"/>
                  <a:pt x="7690" y="17471"/>
                </a:cubicBezTo>
                <a:cubicBezTo>
                  <a:pt x="7687" y="17444"/>
                  <a:pt x="7681" y="17418"/>
                  <a:pt x="7676" y="17398"/>
                </a:cubicBezTo>
                <a:cubicBezTo>
                  <a:pt x="7658" y="17338"/>
                  <a:pt x="7631" y="17278"/>
                  <a:pt x="7604" y="17292"/>
                </a:cubicBezTo>
                <a:cubicBezTo>
                  <a:pt x="7584" y="17298"/>
                  <a:pt x="7566" y="17312"/>
                  <a:pt x="7547" y="17318"/>
                </a:cubicBezTo>
                <a:cubicBezTo>
                  <a:pt x="7532" y="17318"/>
                  <a:pt x="7520" y="17325"/>
                  <a:pt x="7507" y="17351"/>
                </a:cubicBezTo>
                <a:cubicBezTo>
                  <a:pt x="7494" y="17365"/>
                  <a:pt x="7484" y="17391"/>
                  <a:pt x="7475" y="17431"/>
                </a:cubicBezTo>
                <a:cubicBezTo>
                  <a:pt x="7457" y="17498"/>
                  <a:pt x="7444" y="17604"/>
                  <a:pt x="7446" y="17697"/>
                </a:cubicBezTo>
                <a:cubicBezTo>
                  <a:pt x="7446" y="17704"/>
                  <a:pt x="7446" y="17704"/>
                  <a:pt x="7446" y="17710"/>
                </a:cubicBezTo>
                <a:cubicBezTo>
                  <a:pt x="7442" y="17737"/>
                  <a:pt x="7441" y="17763"/>
                  <a:pt x="7439" y="17783"/>
                </a:cubicBezTo>
                <a:cubicBezTo>
                  <a:pt x="7435" y="17830"/>
                  <a:pt x="7433" y="17883"/>
                  <a:pt x="7433" y="17936"/>
                </a:cubicBezTo>
                <a:cubicBezTo>
                  <a:pt x="7433" y="17983"/>
                  <a:pt x="7435" y="18043"/>
                  <a:pt x="7441" y="18089"/>
                </a:cubicBezTo>
                <a:cubicBezTo>
                  <a:pt x="7449" y="18182"/>
                  <a:pt x="7464" y="18275"/>
                  <a:pt x="7484" y="18342"/>
                </a:cubicBezTo>
                <a:cubicBezTo>
                  <a:pt x="7503" y="18408"/>
                  <a:pt x="7521" y="18448"/>
                  <a:pt x="7545" y="18481"/>
                </a:cubicBezTo>
                <a:cubicBezTo>
                  <a:pt x="7581" y="18534"/>
                  <a:pt x="7618" y="18568"/>
                  <a:pt x="7656" y="18568"/>
                </a:cubicBezTo>
                <a:cubicBezTo>
                  <a:pt x="7710" y="18568"/>
                  <a:pt x="7762" y="18501"/>
                  <a:pt x="7802" y="18362"/>
                </a:cubicBezTo>
                <a:cubicBezTo>
                  <a:pt x="7807" y="18335"/>
                  <a:pt x="7813" y="18308"/>
                  <a:pt x="7818" y="18288"/>
                </a:cubicBezTo>
                <a:cubicBezTo>
                  <a:pt x="7825" y="18249"/>
                  <a:pt x="7829" y="18202"/>
                  <a:pt x="7831" y="18149"/>
                </a:cubicBezTo>
                <a:cubicBezTo>
                  <a:pt x="7834" y="18069"/>
                  <a:pt x="7831" y="17976"/>
                  <a:pt x="7818" y="17910"/>
                </a:cubicBezTo>
                <a:cubicBezTo>
                  <a:pt x="7787" y="17737"/>
                  <a:pt x="7750" y="17597"/>
                  <a:pt x="7703" y="17498"/>
                </a:cubicBezTo>
                <a:close/>
                <a:moveTo>
                  <a:pt x="8485" y="17624"/>
                </a:moveTo>
                <a:cubicBezTo>
                  <a:pt x="8478" y="17577"/>
                  <a:pt x="8469" y="17531"/>
                  <a:pt x="8460" y="17491"/>
                </a:cubicBezTo>
                <a:cubicBezTo>
                  <a:pt x="8451" y="17451"/>
                  <a:pt x="8438" y="17418"/>
                  <a:pt x="8426" y="17391"/>
                </a:cubicBezTo>
                <a:cubicBezTo>
                  <a:pt x="8413" y="17365"/>
                  <a:pt x="8399" y="17338"/>
                  <a:pt x="8386" y="17331"/>
                </a:cubicBezTo>
                <a:cubicBezTo>
                  <a:pt x="8374" y="17318"/>
                  <a:pt x="8359" y="17312"/>
                  <a:pt x="8347" y="17325"/>
                </a:cubicBezTo>
                <a:cubicBezTo>
                  <a:pt x="8334" y="17325"/>
                  <a:pt x="8321" y="17345"/>
                  <a:pt x="8309" y="17371"/>
                </a:cubicBezTo>
                <a:cubicBezTo>
                  <a:pt x="8302" y="17385"/>
                  <a:pt x="8296" y="17405"/>
                  <a:pt x="8291" y="17425"/>
                </a:cubicBezTo>
                <a:cubicBezTo>
                  <a:pt x="8285" y="17431"/>
                  <a:pt x="8280" y="17438"/>
                  <a:pt x="8275" y="17451"/>
                </a:cubicBezTo>
                <a:cubicBezTo>
                  <a:pt x="8264" y="17471"/>
                  <a:pt x="8253" y="17504"/>
                  <a:pt x="8244" y="17537"/>
                </a:cubicBezTo>
                <a:cubicBezTo>
                  <a:pt x="8235" y="17571"/>
                  <a:pt x="8226" y="17611"/>
                  <a:pt x="8221" y="17657"/>
                </a:cubicBezTo>
                <a:cubicBezTo>
                  <a:pt x="8215" y="17697"/>
                  <a:pt x="8208" y="17744"/>
                  <a:pt x="8206" y="17790"/>
                </a:cubicBezTo>
                <a:cubicBezTo>
                  <a:pt x="8205" y="17837"/>
                  <a:pt x="8201" y="17890"/>
                  <a:pt x="8201" y="17943"/>
                </a:cubicBezTo>
                <a:cubicBezTo>
                  <a:pt x="8203" y="18043"/>
                  <a:pt x="8208" y="18136"/>
                  <a:pt x="8223" y="18222"/>
                </a:cubicBezTo>
                <a:cubicBezTo>
                  <a:pt x="8230" y="18262"/>
                  <a:pt x="8237" y="18302"/>
                  <a:pt x="8246" y="18335"/>
                </a:cubicBezTo>
                <a:cubicBezTo>
                  <a:pt x="8268" y="18401"/>
                  <a:pt x="8277" y="18421"/>
                  <a:pt x="8302" y="18455"/>
                </a:cubicBezTo>
                <a:cubicBezTo>
                  <a:pt x="8314" y="18475"/>
                  <a:pt x="8329" y="18475"/>
                  <a:pt x="8341" y="18481"/>
                </a:cubicBezTo>
                <a:cubicBezTo>
                  <a:pt x="8356" y="18488"/>
                  <a:pt x="8370" y="18475"/>
                  <a:pt x="8383" y="18468"/>
                </a:cubicBezTo>
                <a:cubicBezTo>
                  <a:pt x="8388" y="18468"/>
                  <a:pt x="8392" y="18461"/>
                  <a:pt x="8395" y="18455"/>
                </a:cubicBezTo>
                <a:cubicBezTo>
                  <a:pt x="8408" y="18435"/>
                  <a:pt x="8422" y="18421"/>
                  <a:pt x="8433" y="18388"/>
                </a:cubicBezTo>
                <a:cubicBezTo>
                  <a:pt x="8444" y="18362"/>
                  <a:pt x="8454" y="18328"/>
                  <a:pt x="8463" y="18295"/>
                </a:cubicBezTo>
                <a:cubicBezTo>
                  <a:pt x="8471" y="18269"/>
                  <a:pt x="8478" y="18235"/>
                  <a:pt x="8483" y="18202"/>
                </a:cubicBezTo>
                <a:cubicBezTo>
                  <a:pt x="8489" y="18169"/>
                  <a:pt x="8494" y="18116"/>
                  <a:pt x="8498" y="18089"/>
                </a:cubicBezTo>
                <a:cubicBezTo>
                  <a:pt x="8503" y="18043"/>
                  <a:pt x="8503" y="17983"/>
                  <a:pt x="8505" y="17936"/>
                </a:cubicBezTo>
                <a:cubicBezTo>
                  <a:pt x="8507" y="17883"/>
                  <a:pt x="8503" y="17830"/>
                  <a:pt x="8501" y="17783"/>
                </a:cubicBezTo>
                <a:cubicBezTo>
                  <a:pt x="8499" y="17717"/>
                  <a:pt x="8492" y="17670"/>
                  <a:pt x="8485" y="17624"/>
                </a:cubicBezTo>
                <a:close/>
                <a:moveTo>
                  <a:pt x="9055" y="17537"/>
                </a:moveTo>
                <a:cubicBezTo>
                  <a:pt x="9046" y="17504"/>
                  <a:pt x="9037" y="17478"/>
                  <a:pt x="9026" y="17458"/>
                </a:cubicBezTo>
                <a:cubicBezTo>
                  <a:pt x="9021" y="17444"/>
                  <a:pt x="9014" y="17438"/>
                  <a:pt x="9008" y="17431"/>
                </a:cubicBezTo>
                <a:cubicBezTo>
                  <a:pt x="9003" y="17425"/>
                  <a:pt x="8996" y="17411"/>
                  <a:pt x="8990" y="17405"/>
                </a:cubicBezTo>
                <a:cubicBezTo>
                  <a:pt x="8965" y="17378"/>
                  <a:pt x="8936" y="17391"/>
                  <a:pt x="8913" y="17444"/>
                </a:cubicBezTo>
                <a:cubicBezTo>
                  <a:pt x="8906" y="17458"/>
                  <a:pt x="8900" y="17478"/>
                  <a:pt x="8895" y="17491"/>
                </a:cubicBezTo>
                <a:cubicBezTo>
                  <a:pt x="8891" y="17491"/>
                  <a:pt x="8888" y="17491"/>
                  <a:pt x="8886" y="17498"/>
                </a:cubicBezTo>
                <a:cubicBezTo>
                  <a:pt x="8879" y="17511"/>
                  <a:pt x="8870" y="17524"/>
                  <a:pt x="8863" y="17538"/>
                </a:cubicBezTo>
                <a:cubicBezTo>
                  <a:pt x="8848" y="17571"/>
                  <a:pt x="8836" y="17617"/>
                  <a:pt x="8827" y="17670"/>
                </a:cubicBezTo>
                <a:cubicBezTo>
                  <a:pt x="8807" y="17770"/>
                  <a:pt x="8785" y="17870"/>
                  <a:pt x="8766" y="17970"/>
                </a:cubicBezTo>
                <a:cubicBezTo>
                  <a:pt x="8758" y="18009"/>
                  <a:pt x="8755" y="18056"/>
                  <a:pt x="8753" y="18109"/>
                </a:cubicBezTo>
                <a:cubicBezTo>
                  <a:pt x="8749" y="18156"/>
                  <a:pt x="8751" y="18209"/>
                  <a:pt x="8755" y="18255"/>
                </a:cubicBezTo>
                <a:cubicBezTo>
                  <a:pt x="8762" y="18348"/>
                  <a:pt x="8778" y="18428"/>
                  <a:pt x="8802" y="18475"/>
                </a:cubicBezTo>
                <a:cubicBezTo>
                  <a:pt x="8836" y="18548"/>
                  <a:pt x="8873" y="18588"/>
                  <a:pt x="8913" y="18594"/>
                </a:cubicBezTo>
                <a:cubicBezTo>
                  <a:pt x="8933" y="18601"/>
                  <a:pt x="8953" y="18588"/>
                  <a:pt x="8971" y="18574"/>
                </a:cubicBezTo>
                <a:cubicBezTo>
                  <a:pt x="8976" y="18568"/>
                  <a:pt x="8981" y="18568"/>
                  <a:pt x="8985" y="18554"/>
                </a:cubicBezTo>
                <a:cubicBezTo>
                  <a:pt x="8997" y="18534"/>
                  <a:pt x="9010" y="18521"/>
                  <a:pt x="9023" y="18495"/>
                </a:cubicBezTo>
                <a:cubicBezTo>
                  <a:pt x="9046" y="18441"/>
                  <a:pt x="9060" y="18388"/>
                  <a:pt x="9077" y="18302"/>
                </a:cubicBezTo>
                <a:cubicBezTo>
                  <a:pt x="9086" y="18255"/>
                  <a:pt x="9093" y="18195"/>
                  <a:pt x="9096" y="18136"/>
                </a:cubicBezTo>
                <a:cubicBezTo>
                  <a:pt x="9100" y="18089"/>
                  <a:pt x="9100" y="18049"/>
                  <a:pt x="9102" y="18003"/>
                </a:cubicBezTo>
                <a:cubicBezTo>
                  <a:pt x="9102" y="17989"/>
                  <a:pt x="9102" y="17970"/>
                  <a:pt x="9102" y="17956"/>
                </a:cubicBezTo>
                <a:cubicBezTo>
                  <a:pt x="9102" y="17896"/>
                  <a:pt x="9100" y="17830"/>
                  <a:pt x="9095" y="17777"/>
                </a:cubicBezTo>
                <a:cubicBezTo>
                  <a:pt x="9084" y="17677"/>
                  <a:pt x="9073" y="17604"/>
                  <a:pt x="9055" y="17537"/>
                </a:cubicBezTo>
                <a:close/>
                <a:moveTo>
                  <a:pt x="9627" y="17690"/>
                </a:moveTo>
                <a:cubicBezTo>
                  <a:pt x="9620" y="17650"/>
                  <a:pt x="9611" y="17617"/>
                  <a:pt x="9598" y="17597"/>
                </a:cubicBezTo>
                <a:cubicBezTo>
                  <a:pt x="9589" y="17584"/>
                  <a:pt x="9582" y="17571"/>
                  <a:pt x="9571" y="17557"/>
                </a:cubicBezTo>
                <a:cubicBezTo>
                  <a:pt x="9567" y="17531"/>
                  <a:pt x="9562" y="17511"/>
                  <a:pt x="9557" y="17491"/>
                </a:cubicBezTo>
                <a:cubicBezTo>
                  <a:pt x="9537" y="17425"/>
                  <a:pt x="9512" y="17378"/>
                  <a:pt x="9485" y="17385"/>
                </a:cubicBezTo>
                <a:cubicBezTo>
                  <a:pt x="9460" y="17391"/>
                  <a:pt x="9431" y="17418"/>
                  <a:pt x="9413" y="17491"/>
                </a:cubicBezTo>
                <a:cubicBezTo>
                  <a:pt x="9395" y="17564"/>
                  <a:pt x="9379" y="17631"/>
                  <a:pt x="9361" y="17704"/>
                </a:cubicBezTo>
                <a:cubicBezTo>
                  <a:pt x="9352" y="17737"/>
                  <a:pt x="9344" y="17777"/>
                  <a:pt x="9339" y="17823"/>
                </a:cubicBezTo>
                <a:cubicBezTo>
                  <a:pt x="9332" y="17870"/>
                  <a:pt x="9330" y="17916"/>
                  <a:pt x="9330" y="17969"/>
                </a:cubicBezTo>
                <a:cubicBezTo>
                  <a:pt x="9332" y="18003"/>
                  <a:pt x="9332" y="18036"/>
                  <a:pt x="9334" y="18069"/>
                </a:cubicBezTo>
                <a:cubicBezTo>
                  <a:pt x="9339" y="18129"/>
                  <a:pt x="9346" y="18189"/>
                  <a:pt x="9359" y="18235"/>
                </a:cubicBezTo>
                <a:cubicBezTo>
                  <a:pt x="9361" y="18242"/>
                  <a:pt x="9362" y="18255"/>
                  <a:pt x="9364" y="18262"/>
                </a:cubicBezTo>
                <a:cubicBezTo>
                  <a:pt x="9373" y="18288"/>
                  <a:pt x="9382" y="18315"/>
                  <a:pt x="9391" y="18335"/>
                </a:cubicBezTo>
                <a:cubicBezTo>
                  <a:pt x="9402" y="18362"/>
                  <a:pt x="9416" y="18382"/>
                  <a:pt x="9431" y="18401"/>
                </a:cubicBezTo>
                <a:cubicBezTo>
                  <a:pt x="9443" y="18421"/>
                  <a:pt x="9460" y="18421"/>
                  <a:pt x="9472" y="18428"/>
                </a:cubicBezTo>
                <a:cubicBezTo>
                  <a:pt x="9478" y="18428"/>
                  <a:pt x="9485" y="18428"/>
                  <a:pt x="9490" y="18428"/>
                </a:cubicBezTo>
                <a:cubicBezTo>
                  <a:pt x="9519" y="18415"/>
                  <a:pt x="9546" y="18395"/>
                  <a:pt x="9571" y="18342"/>
                </a:cubicBezTo>
                <a:cubicBezTo>
                  <a:pt x="9594" y="18288"/>
                  <a:pt x="9618" y="18209"/>
                  <a:pt x="9629" y="18116"/>
                </a:cubicBezTo>
                <a:cubicBezTo>
                  <a:pt x="9636" y="18076"/>
                  <a:pt x="9639" y="18029"/>
                  <a:pt x="9641" y="17976"/>
                </a:cubicBezTo>
                <a:cubicBezTo>
                  <a:pt x="9645" y="17930"/>
                  <a:pt x="9643" y="17876"/>
                  <a:pt x="9639" y="17830"/>
                </a:cubicBezTo>
                <a:cubicBezTo>
                  <a:pt x="9643" y="17770"/>
                  <a:pt x="9636" y="17724"/>
                  <a:pt x="9627" y="17690"/>
                </a:cubicBezTo>
                <a:close/>
                <a:moveTo>
                  <a:pt x="10346" y="17537"/>
                </a:moveTo>
                <a:cubicBezTo>
                  <a:pt x="10337" y="17484"/>
                  <a:pt x="10324" y="17438"/>
                  <a:pt x="10310" y="17405"/>
                </a:cubicBezTo>
                <a:cubicBezTo>
                  <a:pt x="10301" y="17385"/>
                  <a:pt x="10294" y="17371"/>
                  <a:pt x="10285" y="17351"/>
                </a:cubicBezTo>
                <a:cubicBezTo>
                  <a:pt x="10269" y="17325"/>
                  <a:pt x="10252" y="17298"/>
                  <a:pt x="10236" y="17285"/>
                </a:cubicBezTo>
                <a:cubicBezTo>
                  <a:pt x="10195" y="17252"/>
                  <a:pt x="10154" y="17258"/>
                  <a:pt x="10118" y="17345"/>
                </a:cubicBezTo>
                <a:cubicBezTo>
                  <a:pt x="10096" y="17398"/>
                  <a:pt x="10083" y="17444"/>
                  <a:pt x="10067" y="17524"/>
                </a:cubicBezTo>
                <a:cubicBezTo>
                  <a:pt x="10065" y="17537"/>
                  <a:pt x="10064" y="17544"/>
                  <a:pt x="10062" y="17557"/>
                </a:cubicBezTo>
                <a:cubicBezTo>
                  <a:pt x="10056" y="17591"/>
                  <a:pt x="10053" y="17631"/>
                  <a:pt x="10049" y="17670"/>
                </a:cubicBezTo>
                <a:cubicBezTo>
                  <a:pt x="10047" y="17684"/>
                  <a:pt x="10047" y="17697"/>
                  <a:pt x="10047" y="17710"/>
                </a:cubicBezTo>
                <a:cubicBezTo>
                  <a:pt x="10047" y="17710"/>
                  <a:pt x="10046" y="17710"/>
                  <a:pt x="10046" y="17717"/>
                </a:cubicBezTo>
                <a:cubicBezTo>
                  <a:pt x="10024" y="17763"/>
                  <a:pt x="10004" y="17850"/>
                  <a:pt x="9999" y="17936"/>
                </a:cubicBezTo>
                <a:cubicBezTo>
                  <a:pt x="9994" y="18029"/>
                  <a:pt x="9994" y="18136"/>
                  <a:pt x="10010" y="18222"/>
                </a:cubicBezTo>
                <a:cubicBezTo>
                  <a:pt x="10024" y="18308"/>
                  <a:pt x="10044" y="18362"/>
                  <a:pt x="10069" y="18395"/>
                </a:cubicBezTo>
                <a:cubicBezTo>
                  <a:pt x="10073" y="18395"/>
                  <a:pt x="10074" y="18402"/>
                  <a:pt x="10078" y="18402"/>
                </a:cubicBezTo>
                <a:cubicBezTo>
                  <a:pt x="10128" y="18568"/>
                  <a:pt x="10207" y="18594"/>
                  <a:pt x="10265" y="18461"/>
                </a:cubicBezTo>
                <a:cubicBezTo>
                  <a:pt x="10299" y="18388"/>
                  <a:pt x="10323" y="18269"/>
                  <a:pt x="10333" y="18136"/>
                </a:cubicBezTo>
                <a:cubicBezTo>
                  <a:pt x="10339" y="18069"/>
                  <a:pt x="10341" y="18003"/>
                  <a:pt x="10341" y="17936"/>
                </a:cubicBezTo>
                <a:cubicBezTo>
                  <a:pt x="10348" y="17903"/>
                  <a:pt x="10353" y="17863"/>
                  <a:pt x="10355" y="17823"/>
                </a:cubicBezTo>
                <a:cubicBezTo>
                  <a:pt x="10359" y="17777"/>
                  <a:pt x="10360" y="17724"/>
                  <a:pt x="10357" y="17677"/>
                </a:cubicBezTo>
                <a:cubicBezTo>
                  <a:pt x="10358" y="17624"/>
                  <a:pt x="10353" y="17577"/>
                  <a:pt x="10346" y="17537"/>
                </a:cubicBezTo>
                <a:close/>
                <a:moveTo>
                  <a:pt x="11103" y="17611"/>
                </a:moveTo>
                <a:cubicBezTo>
                  <a:pt x="11101" y="17611"/>
                  <a:pt x="11099" y="17604"/>
                  <a:pt x="11097" y="17604"/>
                </a:cubicBezTo>
                <a:cubicBezTo>
                  <a:pt x="11096" y="17604"/>
                  <a:pt x="11094" y="17604"/>
                  <a:pt x="11092" y="17604"/>
                </a:cubicBezTo>
                <a:cubicBezTo>
                  <a:pt x="11083" y="17498"/>
                  <a:pt x="11061" y="17398"/>
                  <a:pt x="11035" y="17345"/>
                </a:cubicBezTo>
                <a:cubicBezTo>
                  <a:pt x="11026" y="17325"/>
                  <a:pt x="11015" y="17312"/>
                  <a:pt x="11006" y="17298"/>
                </a:cubicBezTo>
                <a:cubicBezTo>
                  <a:pt x="11004" y="17298"/>
                  <a:pt x="11002" y="17292"/>
                  <a:pt x="10999" y="17292"/>
                </a:cubicBezTo>
                <a:cubicBezTo>
                  <a:pt x="10975" y="17272"/>
                  <a:pt x="10959" y="17272"/>
                  <a:pt x="10936" y="17292"/>
                </a:cubicBezTo>
                <a:cubicBezTo>
                  <a:pt x="10927" y="17298"/>
                  <a:pt x="10916" y="17318"/>
                  <a:pt x="10907" y="17338"/>
                </a:cubicBezTo>
                <a:cubicBezTo>
                  <a:pt x="10901" y="17351"/>
                  <a:pt x="10891" y="17385"/>
                  <a:pt x="10885" y="17398"/>
                </a:cubicBezTo>
                <a:cubicBezTo>
                  <a:pt x="10878" y="17418"/>
                  <a:pt x="10873" y="17451"/>
                  <a:pt x="10869" y="17478"/>
                </a:cubicBezTo>
                <a:cubicBezTo>
                  <a:pt x="10864" y="17511"/>
                  <a:pt x="10860" y="17551"/>
                  <a:pt x="10858" y="17584"/>
                </a:cubicBezTo>
                <a:cubicBezTo>
                  <a:pt x="10857" y="17617"/>
                  <a:pt x="10855" y="17657"/>
                  <a:pt x="10855" y="17690"/>
                </a:cubicBezTo>
                <a:cubicBezTo>
                  <a:pt x="10855" y="17724"/>
                  <a:pt x="10857" y="17763"/>
                  <a:pt x="10858" y="17797"/>
                </a:cubicBezTo>
                <a:cubicBezTo>
                  <a:pt x="10860" y="17817"/>
                  <a:pt x="10862" y="17830"/>
                  <a:pt x="10864" y="17843"/>
                </a:cubicBezTo>
                <a:cubicBezTo>
                  <a:pt x="10853" y="17930"/>
                  <a:pt x="10849" y="18016"/>
                  <a:pt x="10857" y="18109"/>
                </a:cubicBezTo>
                <a:cubicBezTo>
                  <a:pt x="10867" y="18262"/>
                  <a:pt x="10894" y="18382"/>
                  <a:pt x="10930" y="18461"/>
                </a:cubicBezTo>
                <a:cubicBezTo>
                  <a:pt x="10941" y="18488"/>
                  <a:pt x="10952" y="18501"/>
                  <a:pt x="10964" y="18514"/>
                </a:cubicBezTo>
                <a:cubicBezTo>
                  <a:pt x="10968" y="18521"/>
                  <a:pt x="10973" y="18528"/>
                  <a:pt x="10977" y="18528"/>
                </a:cubicBezTo>
                <a:cubicBezTo>
                  <a:pt x="10993" y="18541"/>
                  <a:pt x="11011" y="18554"/>
                  <a:pt x="11027" y="18548"/>
                </a:cubicBezTo>
                <a:cubicBezTo>
                  <a:pt x="11040" y="18548"/>
                  <a:pt x="11052" y="18541"/>
                  <a:pt x="11065" y="18528"/>
                </a:cubicBezTo>
                <a:cubicBezTo>
                  <a:pt x="11069" y="18528"/>
                  <a:pt x="11074" y="18521"/>
                  <a:pt x="11078" y="18514"/>
                </a:cubicBezTo>
                <a:cubicBezTo>
                  <a:pt x="11105" y="18481"/>
                  <a:pt x="11121" y="18448"/>
                  <a:pt x="11142" y="18375"/>
                </a:cubicBezTo>
                <a:cubicBezTo>
                  <a:pt x="11146" y="18368"/>
                  <a:pt x="11148" y="18355"/>
                  <a:pt x="11151" y="18342"/>
                </a:cubicBezTo>
                <a:cubicBezTo>
                  <a:pt x="11159" y="18308"/>
                  <a:pt x="11168" y="18269"/>
                  <a:pt x="11175" y="18222"/>
                </a:cubicBezTo>
                <a:cubicBezTo>
                  <a:pt x="11184" y="18149"/>
                  <a:pt x="11193" y="18076"/>
                  <a:pt x="11191" y="17989"/>
                </a:cubicBezTo>
                <a:cubicBezTo>
                  <a:pt x="11189" y="17883"/>
                  <a:pt x="11180" y="17777"/>
                  <a:pt x="11159" y="17697"/>
                </a:cubicBezTo>
                <a:cubicBezTo>
                  <a:pt x="11139" y="17670"/>
                  <a:pt x="11123" y="17631"/>
                  <a:pt x="11103" y="17611"/>
                </a:cubicBezTo>
                <a:close/>
                <a:moveTo>
                  <a:pt x="11953" y="17896"/>
                </a:moveTo>
                <a:cubicBezTo>
                  <a:pt x="11953" y="17830"/>
                  <a:pt x="11948" y="17763"/>
                  <a:pt x="11939" y="17710"/>
                </a:cubicBezTo>
                <a:cubicBezTo>
                  <a:pt x="11937" y="17697"/>
                  <a:pt x="11935" y="17690"/>
                  <a:pt x="11933" y="17677"/>
                </a:cubicBezTo>
                <a:cubicBezTo>
                  <a:pt x="11932" y="17644"/>
                  <a:pt x="11928" y="17611"/>
                  <a:pt x="11923" y="17577"/>
                </a:cubicBezTo>
                <a:cubicBezTo>
                  <a:pt x="11908" y="17498"/>
                  <a:pt x="11889" y="17424"/>
                  <a:pt x="11863" y="17405"/>
                </a:cubicBezTo>
                <a:cubicBezTo>
                  <a:pt x="11824" y="17378"/>
                  <a:pt x="11784" y="17371"/>
                  <a:pt x="11746" y="17411"/>
                </a:cubicBezTo>
                <a:cubicBezTo>
                  <a:pt x="11716" y="17444"/>
                  <a:pt x="11689" y="17498"/>
                  <a:pt x="11666" y="17564"/>
                </a:cubicBezTo>
                <a:cubicBezTo>
                  <a:pt x="11655" y="17584"/>
                  <a:pt x="11644" y="17604"/>
                  <a:pt x="11635" y="17637"/>
                </a:cubicBezTo>
                <a:cubicBezTo>
                  <a:pt x="11630" y="17664"/>
                  <a:pt x="11624" y="17690"/>
                  <a:pt x="11619" y="17710"/>
                </a:cubicBezTo>
                <a:cubicBezTo>
                  <a:pt x="11610" y="17770"/>
                  <a:pt x="11604" y="17830"/>
                  <a:pt x="11604" y="17896"/>
                </a:cubicBezTo>
                <a:cubicBezTo>
                  <a:pt x="11604" y="17910"/>
                  <a:pt x="11604" y="17930"/>
                  <a:pt x="11604" y="17943"/>
                </a:cubicBezTo>
                <a:cubicBezTo>
                  <a:pt x="11606" y="17989"/>
                  <a:pt x="11606" y="18043"/>
                  <a:pt x="11610" y="18089"/>
                </a:cubicBezTo>
                <a:cubicBezTo>
                  <a:pt x="11613" y="18129"/>
                  <a:pt x="11619" y="18176"/>
                  <a:pt x="11624" y="18215"/>
                </a:cubicBezTo>
                <a:cubicBezTo>
                  <a:pt x="11626" y="18229"/>
                  <a:pt x="11628" y="18242"/>
                  <a:pt x="11631" y="18262"/>
                </a:cubicBezTo>
                <a:cubicBezTo>
                  <a:pt x="11640" y="18308"/>
                  <a:pt x="11651" y="18368"/>
                  <a:pt x="11664" y="18408"/>
                </a:cubicBezTo>
                <a:cubicBezTo>
                  <a:pt x="11673" y="18435"/>
                  <a:pt x="11682" y="18468"/>
                  <a:pt x="11693" y="18488"/>
                </a:cubicBezTo>
                <a:cubicBezTo>
                  <a:pt x="11703" y="18514"/>
                  <a:pt x="11716" y="18528"/>
                  <a:pt x="11727" y="18548"/>
                </a:cubicBezTo>
                <a:cubicBezTo>
                  <a:pt x="11730" y="18554"/>
                  <a:pt x="11734" y="18561"/>
                  <a:pt x="11739" y="18561"/>
                </a:cubicBezTo>
                <a:cubicBezTo>
                  <a:pt x="11752" y="18574"/>
                  <a:pt x="11764" y="18581"/>
                  <a:pt x="11777" y="18581"/>
                </a:cubicBezTo>
                <a:cubicBezTo>
                  <a:pt x="11786" y="18581"/>
                  <a:pt x="11795" y="18574"/>
                  <a:pt x="11802" y="18574"/>
                </a:cubicBezTo>
                <a:cubicBezTo>
                  <a:pt x="11811" y="18568"/>
                  <a:pt x="11820" y="18568"/>
                  <a:pt x="11827" y="18554"/>
                </a:cubicBezTo>
                <a:cubicBezTo>
                  <a:pt x="11844" y="18534"/>
                  <a:pt x="11860" y="18508"/>
                  <a:pt x="11872" y="18475"/>
                </a:cubicBezTo>
                <a:cubicBezTo>
                  <a:pt x="11881" y="18448"/>
                  <a:pt x="11892" y="18421"/>
                  <a:pt x="11901" y="18388"/>
                </a:cubicBezTo>
                <a:cubicBezTo>
                  <a:pt x="11910" y="18355"/>
                  <a:pt x="11917" y="18315"/>
                  <a:pt x="11924" y="18282"/>
                </a:cubicBezTo>
                <a:cubicBezTo>
                  <a:pt x="11928" y="18269"/>
                  <a:pt x="11930" y="18249"/>
                  <a:pt x="11933" y="18235"/>
                </a:cubicBezTo>
                <a:cubicBezTo>
                  <a:pt x="11939" y="18195"/>
                  <a:pt x="11944" y="18149"/>
                  <a:pt x="11948" y="18102"/>
                </a:cubicBezTo>
                <a:cubicBezTo>
                  <a:pt x="11951" y="18056"/>
                  <a:pt x="11953" y="18003"/>
                  <a:pt x="11955" y="17956"/>
                </a:cubicBezTo>
                <a:cubicBezTo>
                  <a:pt x="11953" y="17936"/>
                  <a:pt x="11953" y="17916"/>
                  <a:pt x="11953" y="17896"/>
                </a:cubicBezTo>
                <a:close/>
                <a:moveTo>
                  <a:pt x="11516" y="21259"/>
                </a:moveTo>
                <a:cubicBezTo>
                  <a:pt x="11540" y="21326"/>
                  <a:pt x="11576" y="21372"/>
                  <a:pt x="11604" y="21326"/>
                </a:cubicBezTo>
                <a:cubicBezTo>
                  <a:pt x="11630" y="21286"/>
                  <a:pt x="11655" y="21246"/>
                  <a:pt x="11680" y="21213"/>
                </a:cubicBezTo>
                <a:cubicBezTo>
                  <a:pt x="11707" y="21273"/>
                  <a:pt x="11738" y="21313"/>
                  <a:pt x="11770" y="21306"/>
                </a:cubicBezTo>
                <a:cubicBezTo>
                  <a:pt x="11815" y="21293"/>
                  <a:pt x="11853" y="21233"/>
                  <a:pt x="11889" y="21126"/>
                </a:cubicBezTo>
                <a:cubicBezTo>
                  <a:pt x="11917" y="21040"/>
                  <a:pt x="11935" y="20920"/>
                  <a:pt x="11948" y="20794"/>
                </a:cubicBezTo>
                <a:cubicBezTo>
                  <a:pt x="11962" y="20635"/>
                  <a:pt x="11955" y="20468"/>
                  <a:pt x="11935" y="20316"/>
                </a:cubicBezTo>
                <a:cubicBezTo>
                  <a:pt x="11910" y="20103"/>
                  <a:pt x="11845" y="19943"/>
                  <a:pt x="11784" y="19910"/>
                </a:cubicBezTo>
                <a:cubicBezTo>
                  <a:pt x="11746" y="19890"/>
                  <a:pt x="11709" y="19884"/>
                  <a:pt x="11671" y="19923"/>
                </a:cubicBezTo>
                <a:cubicBezTo>
                  <a:pt x="11633" y="19970"/>
                  <a:pt x="11599" y="20043"/>
                  <a:pt x="11570" y="20149"/>
                </a:cubicBezTo>
                <a:cubicBezTo>
                  <a:pt x="11509" y="20369"/>
                  <a:pt x="11484" y="20668"/>
                  <a:pt x="11477" y="20974"/>
                </a:cubicBezTo>
                <a:cubicBezTo>
                  <a:pt x="11473" y="21080"/>
                  <a:pt x="11493" y="21193"/>
                  <a:pt x="11516" y="21259"/>
                </a:cubicBezTo>
                <a:close/>
                <a:moveTo>
                  <a:pt x="10768" y="20987"/>
                </a:moveTo>
                <a:cubicBezTo>
                  <a:pt x="10772" y="21027"/>
                  <a:pt x="10777" y="21073"/>
                  <a:pt x="10783" y="21106"/>
                </a:cubicBezTo>
                <a:cubicBezTo>
                  <a:pt x="10788" y="21146"/>
                  <a:pt x="10797" y="21180"/>
                  <a:pt x="10804" y="21213"/>
                </a:cubicBezTo>
                <a:cubicBezTo>
                  <a:pt x="10806" y="21219"/>
                  <a:pt x="10806" y="21219"/>
                  <a:pt x="10808" y="21226"/>
                </a:cubicBezTo>
                <a:cubicBezTo>
                  <a:pt x="10815" y="21253"/>
                  <a:pt x="10824" y="21273"/>
                  <a:pt x="10831" y="21293"/>
                </a:cubicBezTo>
                <a:cubicBezTo>
                  <a:pt x="10833" y="21299"/>
                  <a:pt x="10835" y="21299"/>
                  <a:pt x="10837" y="21306"/>
                </a:cubicBezTo>
                <a:cubicBezTo>
                  <a:pt x="10846" y="21326"/>
                  <a:pt x="10857" y="21339"/>
                  <a:pt x="10865" y="21352"/>
                </a:cubicBezTo>
                <a:cubicBezTo>
                  <a:pt x="10867" y="21352"/>
                  <a:pt x="10869" y="21359"/>
                  <a:pt x="10871" y="21359"/>
                </a:cubicBezTo>
                <a:cubicBezTo>
                  <a:pt x="10882" y="21366"/>
                  <a:pt x="10892" y="21372"/>
                  <a:pt x="10903" y="21372"/>
                </a:cubicBezTo>
                <a:cubicBezTo>
                  <a:pt x="10912" y="21366"/>
                  <a:pt x="10921" y="21366"/>
                  <a:pt x="10930" y="21359"/>
                </a:cubicBezTo>
                <a:cubicBezTo>
                  <a:pt x="10943" y="21346"/>
                  <a:pt x="10955" y="21326"/>
                  <a:pt x="10964" y="21293"/>
                </a:cubicBezTo>
                <a:cubicBezTo>
                  <a:pt x="10972" y="21279"/>
                  <a:pt x="10979" y="21253"/>
                  <a:pt x="10982" y="21226"/>
                </a:cubicBezTo>
                <a:cubicBezTo>
                  <a:pt x="10991" y="21193"/>
                  <a:pt x="10997" y="21146"/>
                  <a:pt x="11000" y="21100"/>
                </a:cubicBezTo>
                <a:cubicBezTo>
                  <a:pt x="11002" y="21080"/>
                  <a:pt x="11002" y="21053"/>
                  <a:pt x="11004" y="21033"/>
                </a:cubicBezTo>
                <a:cubicBezTo>
                  <a:pt x="11022" y="20980"/>
                  <a:pt x="11038" y="20914"/>
                  <a:pt x="11052" y="20847"/>
                </a:cubicBezTo>
                <a:cubicBezTo>
                  <a:pt x="11058" y="20821"/>
                  <a:pt x="11061" y="20801"/>
                  <a:pt x="11065" y="20768"/>
                </a:cubicBezTo>
                <a:cubicBezTo>
                  <a:pt x="11072" y="20714"/>
                  <a:pt x="11078" y="20661"/>
                  <a:pt x="11081" y="20601"/>
                </a:cubicBezTo>
                <a:cubicBezTo>
                  <a:pt x="11087" y="20535"/>
                  <a:pt x="11087" y="20468"/>
                  <a:pt x="11081" y="20402"/>
                </a:cubicBezTo>
                <a:cubicBezTo>
                  <a:pt x="11076" y="20342"/>
                  <a:pt x="11069" y="20282"/>
                  <a:pt x="11056" y="20236"/>
                </a:cubicBezTo>
                <a:cubicBezTo>
                  <a:pt x="11043" y="20189"/>
                  <a:pt x="11029" y="20156"/>
                  <a:pt x="11011" y="20143"/>
                </a:cubicBezTo>
                <a:cubicBezTo>
                  <a:pt x="10993" y="20123"/>
                  <a:pt x="10975" y="20123"/>
                  <a:pt x="10957" y="20143"/>
                </a:cubicBezTo>
                <a:cubicBezTo>
                  <a:pt x="10903" y="20169"/>
                  <a:pt x="10848" y="20236"/>
                  <a:pt x="10808" y="20382"/>
                </a:cubicBezTo>
                <a:cubicBezTo>
                  <a:pt x="10799" y="20415"/>
                  <a:pt x="10792" y="20449"/>
                  <a:pt x="10786" y="20488"/>
                </a:cubicBezTo>
                <a:cubicBezTo>
                  <a:pt x="10779" y="20522"/>
                  <a:pt x="10776" y="20568"/>
                  <a:pt x="10772" y="20608"/>
                </a:cubicBezTo>
                <a:cubicBezTo>
                  <a:pt x="10767" y="20661"/>
                  <a:pt x="10765" y="20721"/>
                  <a:pt x="10763" y="20781"/>
                </a:cubicBezTo>
                <a:cubicBezTo>
                  <a:pt x="10761" y="20841"/>
                  <a:pt x="10765" y="20900"/>
                  <a:pt x="10768" y="20954"/>
                </a:cubicBezTo>
                <a:cubicBezTo>
                  <a:pt x="10767" y="20960"/>
                  <a:pt x="10767" y="20974"/>
                  <a:pt x="10768" y="20987"/>
                </a:cubicBezTo>
                <a:close/>
                <a:moveTo>
                  <a:pt x="10092" y="21226"/>
                </a:moveTo>
                <a:cubicBezTo>
                  <a:pt x="10119" y="21299"/>
                  <a:pt x="10148" y="21346"/>
                  <a:pt x="10179" y="21386"/>
                </a:cubicBezTo>
                <a:cubicBezTo>
                  <a:pt x="10202" y="21419"/>
                  <a:pt x="10236" y="21392"/>
                  <a:pt x="10256" y="21346"/>
                </a:cubicBezTo>
                <a:cubicBezTo>
                  <a:pt x="10274" y="21306"/>
                  <a:pt x="10292" y="21233"/>
                  <a:pt x="10299" y="21153"/>
                </a:cubicBezTo>
                <a:cubicBezTo>
                  <a:pt x="10306" y="21146"/>
                  <a:pt x="10314" y="21146"/>
                  <a:pt x="10323" y="21140"/>
                </a:cubicBezTo>
                <a:cubicBezTo>
                  <a:pt x="10339" y="21120"/>
                  <a:pt x="10355" y="21093"/>
                  <a:pt x="10367" y="21047"/>
                </a:cubicBezTo>
                <a:cubicBezTo>
                  <a:pt x="10391" y="20974"/>
                  <a:pt x="10409" y="20847"/>
                  <a:pt x="10414" y="20741"/>
                </a:cubicBezTo>
                <a:cubicBezTo>
                  <a:pt x="10420" y="20635"/>
                  <a:pt x="10420" y="20575"/>
                  <a:pt x="10414" y="20468"/>
                </a:cubicBezTo>
                <a:cubicBezTo>
                  <a:pt x="10412" y="20409"/>
                  <a:pt x="10405" y="20349"/>
                  <a:pt x="10398" y="20296"/>
                </a:cubicBezTo>
                <a:cubicBezTo>
                  <a:pt x="10384" y="20183"/>
                  <a:pt x="10357" y="20090"/>
                  <a:pt x="10328" y="20023"/>
                </a:cubicBezTo>
                <a:cubicBezTo>
                  <a:pt x="10296" y="19950"/>
                  <a:pt x="10261" y="19923"/>
                  <a:pt x="10225" y="19910"/>
                </a:cubicBezTo>
                <a:cubicBezTo>
                  <a:pt x="10197" y="19897"/>
                  <a:pt x="10168" y="19910"/>
                  <a:pt x="10139" y="19930"/>
                </a:cubicBezTo>
                <a:cubicBezTo>
                  <a:pt x="10105" y="19957"/>
                  <a:pt x="10071" y="20023"/>
                  <a:pt x="10046" y="20116"/>
                </a:cubicBezTo>
                <a:cubicBezTo>
                  <a:pt x="10035" y="20156"/>
                  <a:pt x="10022" y="20209"/>
                  <a:pt x="10015" y="20262"/>
                </a:cubicBezTo>
                <a:cubicBezTo>
                  <a:pt x="10002" y="20362"/>
                  <a:pt x="9999" y="20429"/>
                  <a:pt x="9995" y="20535"/>
                </a:cubicBezTo>
                <a:cubicBezTo>
                  <a:pt x="9992" y="20668"/>
                  <a:pt x="10002" y="20801"/>
                  <a:pt x="10017" y="20920"/>
                </a:cubicBezTo>
                <a:cubicBezTo>
                  <a:pt x="10035" y="21047"/>
                  <a:pt x="10064" y="21146"/>
                  <a:pt x="10092" y="21226"/>
                </a:cubicBezTo>
                <a:close/>
                <a:moveTo>
                  <a:pt x="9476" y="21146"/>
                </a:moveTo>
                <a:cubicBezTo>
                  <a:pt x="9490" y="21160"/>
                  <a:pt x="9503" y="21166"/>
                  <a:pt x="9517" y="21166"/>
                </a:cubicBezTo>
                <a:cubicBezTo>
                  <a:pt x="9531" y="21166"/>
                  <a:pt x="9546" y="21160"/>
                  <a:pt x="9560" y="21146"/>
                </a:cubicBezTo>
                <a:cubicBezTo>
                  <a:pt x="9566" y="21140"/>
                  <a:pt x="9571" y="21140"/>
                  <a:pt x="9576" y="21126"/>
                </a:cubicBezTo>
                <a:cubicBezTo>
                  <a:pt x="9589" y="21106"/>
                  <a:pt x="9603" y="21093"/>
                  <a:pt x="9614" y="21060"/>
                </a:cubicBezTo>
                <a:cubicBezTo>
                  <a:pt x="9636" y="21000"/>
                  <a:pt x="9657" y="20934"/>
                  <a:pt x="9668" y="20841"/>
                </a:cubicBezTo>
                <a:cubicBezTo>
                  <a:pt x="9681" y="20748"/>
                  <a:pt x="9682" y="20714"/>
                  <a:pt x="9686" y="20608"/>
                </a:cubicBezTo>
                <a:cubicBezTo>
                  <a:pt x="9688" y="20555"/>
                  <a:pt x="9684" y="20502"/>
                  <a:pt x="9682" y="20455"/>
                </a:cubicBezTo>
                <a:cubicBezTo>
                  <a:pt x="9681" y="20409"/>
                  <a:pt x="9674" y="20362"/>
                  <a:pt x="9668" y="20316"/>
                </a:cubicBezTo>
                <a:cubicBezTo>
                  <a:pt x="9663" y="20269"/>
                  <a:pt x="9654" y="20229"/>
                  <a:pt x="9645" y="20196"/>
                </a:cubicBezTo>
                <a:cubicBezTo>
                  <a:pt x="9629" y="20123"/>
                  <a:pt x="9603" y="20070"/>
                  <a:pt x="9578" y="20043"/>
                </a:cubicBezTo>
                <a:cubicBezTo>
                  <a:pt x="9566" y="20030"/>
                  <a:pt x="9551" y="20023"/>
                  <a:pt x="9539" y="20023"/>
                </a:cubicBezTo>
                <a:cubicBezTo>
                  <a:pt x="9513" y="20030"/>
                  <a:pt x="9499" y="20043"/>
                  <a:pt x="9478" y="20090"/>
                </a:cubicBezTo>
                <a:cubicBezTo>
                  <a:pt x="9456" y="20129"/>
                  <a:pt x="9436" y="20209"/>
                  <a:pt x="9425" y="20282"/>
                </a:cubicBezTo>
                <a:cubicBezTo>
                  <a:pt x="9413" y="20369"/>
                  <a:pt x="9404" y="20468"/>
                  <a:pt x="9406" y="20568"/>
                </a:cubicBezTo>
                <a:cubicBezTo>
                  <a:pt x="9406" y="20595"/>
                  <a:pt x="9407" y="20621"/>
                  <a:pt x="9407" y="20641"/>
                </a:cubicBezTo>
                <a:cubicBezTo>
                  <a:pt x="9406" y="20655"/>
                  <a:pt x="9404" y="20661"/>
                  <a:pt x="9404" y="20674"/>
                </a:cubicBezTo>
                <a:cubicBezTo>
                  <a:pt x="9402" y="20708"/>
                  <a:pt x="9402" y="20741"/>
                  <a:pt x="9400" y="20774"/>
                </a:cubicBezTo>
                <a:cubicBezTo>
                  <a:pt x="9400" y="20841"/>
                  <a:pt x="9406" y="20907"/>
                  <a:pt x="9415" y="20960"/>
                </a:cubicBezTo>
                <a:cubicBezTo>
                  <a:pt x="9429" y="21053"/>
                  <a:pt x="9451" y="21120"/>
                  <a:pt x="9476" y="21146"/>
                </a:cubicBezTo>
                <a:close/>
                <a:moveTo>
                  <a:pt x="8758" y="20761"/>
                </a:moveTo>
                <a:cubicBezTo>
                  <a:pt x="8762" y="20807"/>
                  <a:pt x="8767" y="20854"/>
                  <a:pt x="8775" y="20894"/>
                </a:cubicBezTo>
                <a:cubicBezTo>
                  <a:pt x="8784" y="20960"/>
                  <a:pt x="8796" y="21013"/>
                  <a:pt x="8807" y="21067"/>
                </a:cubicBezTo>
                <a:cubicBezTo>
                  <a:pt x="8814" y="21100"/>
                  <a:pt x="8821" y="21133"/>
                  <a:pt x="8830" y="21160"/>
                </a:cubicBezTo>
                <a:cubicBezTo>
                  <a:pt x="8848" y="21226"/>
                  <a:pt x="8875" y="21266"/>
                  <a:pt x="8902" y="21266"/>
                </a:cubicBezTo>
                <a:cubicBezTo>
                  <a:pt x="8913" y="21266"/>
                  <a:pt x="8922" y="21259"/>
                  <a:pt x="8931" y="21246"/>
                </a:cubicBezTo>
                <a:cubicBezTo>
                  <a:pt x="8933" y="21246"/>
                  <a:pt x="8935" y="21246"/>
                  <a:pt x="8938" y="21246"/>
                </a:cubicBezTo>
                <a:cubicBezTo>
                  <a:pt x="8956" y="21246"/>
                  <a:pt x="8974" y="21226"/>
                  <a:pt x="8988" y="21193"/>
                </a:cubicBezTo>
                <a:cubicBezTo>
                  <a:pt x="9003" y="21173"/>
                  <a:pt x="9014" y="21133"/>
                  <a:pt x="9026" y="21100"/>
                </a:cubicBezTo>
                <a:cubicBezTo>
                  <a:pt x="9032" y="21080"/>
                  <a:pt x="9037" y="21067"/>
                  <a:pt x="9041" y="21047"/>
                </a:cubicBezTo>
                <a:cubicBezTo>
                  <a:pt x="9050" y="21000"/>
                  <a:pt x="9060" y="20960"/>
                  <a:pt x="9066" y="20907"/>
                </a:cubicBezTo>
                <a:cubicBezTo>
                  <a:pt x="9073" y="20861"/>
                  <a:pt x="9078" y="20801"/>
                  <a:pt x="9082" y="20748"/>
                </a:cubicBezTo>
                <a:cubicBezTo>
                  <a:pt x="9084" y="20721"/>
                  <a:pt x="9084" y="20694"/>
                  <a:pt x="9086" y="20661"/>
                </a:cubicBezTo>
                <a:cubicBezTo>
                  <a:pt x="9087" y="20635"/>
                  <a:pt x="9087" y="20601"/>
                  <a:pt x="9087" y="20575"/>
                </a:cubicBezTo>
                <a:cubicBezTo>
                  <a:pt x="9087" y="20561"/>
                  <a:pt x="9087" y="20548"/>
                  <a:pt x="9087" y="20535"/>
                </a:cubicBezTo>
                <a:cubicBezTo>
                  <a:pt x="9086" y="20488"/>
                  <a:pt x="9086" y="20448"/>
                  <a:pt x="9082" y="20402"/>
                </a:cubicBezTo>
                <a:cubicBezTo>
                  <a:pt x="9082" y="20389"/>
                  <a:pt x="9080" y="20375"/>
                  <a:pt x="9078" y="20369"/>
                </a:cubicBezTo>
                <a:cubicBezTo>
                  <a:pt x="9075" y="20329"/>
                  <a:pt x="9069" y="20289"/>
                  <a:pt x="9064" y="20249"/>
                </a:cubicBezTo>
                <a:cubicBezTo>
                  <a:pt x="9059" y="20216"/>
                  <a:pt x="9051" y="20183"/>
                  <a:pt x="9044" y="20149"/>
                </a:cubicBezTo>
                <a:cubicBezTo>
                  <a:pt x="9042" y="20143"/>
                  <a:pt x="9041" y="20129"/>
                  <a:pt x="9037" y="20123"/>
                </a:cubicBezTo>
                <a:cubicBezTo>
                  <a:pt x="9015" y="20050"/>
                  <a:pt x="8990" y="19990"/>
                  <a:pt x="8962" y="19970"/>
                </a:cubicBezTo>
                <a:cubicBezTo>
                  <a:pt x="8931" y="19943"/>
                  <a:pt x="8904" y="19943"/>
                  <a:pt x="8873" y="19970"/>
                </a:cubicBezTo>
                <a:cubicBezTo>
                  <a:pt x="8859" y="19983"/>
                  <a:pt x="8846" y="20003"/>
                  <a:pt x="8834" y="20030"/>
                </a:cubicBezTo>
                <a:cubicBezTo>
                  <a:pt x="8821" y="20050"/>
                  <a:pt x="8810" y="20090"/>
                  <a:pt x="8800" y="20123"/>
                </a:cubicBezTo>
                <a:cubicBezTo>
                  <a:pt x="8789" y="20156"/>
                  <a:pt x="8780" y="20203"/>
                  <a:pt x="8773" y="20242"/>
                </a:cubicBezTo>
                <a:cubicBezTo>
                  <a:pt x="8771" y="20249"/>
                  <a:pt x="8769" y="20262"/>
                  <a:pt x="8769" y="20269"/>
                </a:cubicBezTo>
                <a:cubicBezTo>
                  <a:pt x="8764" y="20309"/>
                  <a:pt x="8758" y="20349"/>
                  <a:pt x="8757" y="20395"/>
                </a:cubicBezTo>
                <a:cubicBezTo>
                  <a:pt x="8749" y="20502"/>
                  <a:pt x="8751" y="20581"/>
                  <a:pt x="8757" y="20688"/>
                </a:cubicBezTo>
                <a:cubicBezTo>
                  <a:pt x="8757" y="20728"/>
                  <a:pt x="8757" y="20741"/>
                  <a:pt x="8758" y="20761"/>
                </a:cubicBezTo>
                <a:close/>
                <a:moveTo>
                  <a:pt x="8124" y="21093"/>
                </a:moveTo>
                <a:cubicBezTo>
                  <a:pt x="8118" y="21160"/>
                  <a:pt x="8117" y="21226"/>
                  <a:pt x="8122" y="21299"/>
                </a:cubicBezTo>
                <a:cubicBezTo>
                  <a:pt x="8129" y="21386"/>
                  <a:pt x="8147" y="21479"/>
                  <a:pt x="8169" y="21519"/>
                </a:cubicBezTo>
                <a:cubicBezTo>
                  <a:pt x="8192" y="21565"/>
                  <a:pt x="8221" y="21585"/>
                  <a:pt x="8246" y="21558"/>
                </a:cubicBezTo>
                <a:cubicBezTo>
                  <a:pt x="8269" y="21532"/>
                  <a:pt x="8295" y="21472"/>
                  <a:pt x="8305" y="21386"/>
                </a:cubicBezTo>
                <a:cubicBezTo>
                  <a:pt x="8329" y="21219"/>
                  <a:pt x="8352" y="21053"/>
                  <a:pt x="8374" y="20887"/>
                </a:cubicBezTo>
                <a:cubicBezTo>
                  <a:pt x="8388" y="20781"/>
                  <a:pt x="8404" y="20674"/>
                  <a:pt x="8415" y="20568"/>
                </a:cubicBezTo>
                <a:cubicBezTo>
                  <a:pt x="8435" y="20375"/>
                  <a:pt x="8413" y="20129"/>
                  <a:pt x="8361" y="20030"/>
                </a:cubicBezTo>
                <a:cubicBezTo>
                  <a:pt x="8323" y="19957"/>
                  <a:pt x="8282" y="19957"/>
                  <a:pt x="8241" y="19990"/>
                </a:cubicBezTo>
                <a:cubicBezTo>
                  <a:pt x="8215" y="20010"/>
                  <a:pt x="8190" y="20050"/>
                  <a:pt x="8170" y="20096"/>
                </a:cubicBezTo>
                <a:cubicBezTo>
                  <a:pt x="8116" y="20223"/>
                  <a:pt x="8077" y="20442"/>
                  <a:pt x="8079" y="20688"/>
                </a:cubicBezTo>
                <a:cubicBezTo>
                  <a:pt x="8081" y="20807"/>
                  <a:pt x="8088" y="20934"/>
                  <a:pt x="8106" y="21027"/>
                </a:cubicBezTo>
                <a:cubicBezTo>
                  <a:pt x="8115" y="21053"/>
                  <a:pt x="8118" y="21073"/>
                  <a:pt x="8124" y="21093"/>
                </a:cubicBezTo>
                <a:close/>
                <a:moveTo>
                  <a:pt x="7500" y="20761"/>
                </a:moveTo>
                <a:cubicBezTo>
                  <a:pt x="7509" y="20814"/>
                  <a:pt x="7518" y="20861"/>
                  <a:pt x="7529" y="20907"/>
                </a:cubicBezTo>
                <a:cubicBezTo>
                  <a:pt x="7534" y="20927"/>
                  <a:pt x="7539" y="20954"/>
                  <a:pt x="7545" y="20967"/>
                </a:cubicBezTo>
                <a:cubicBezTo>
                  <a:pt x="7548" y="20980"/>
                  <a:pt x="7552" y="20987"/>
                  <a:pt x="7554" y="20993"/>
                </a:cubicBezTo>
                <a:cubicBezTo>
                  <a:pt x="7556" y="21040"/>
                  <a:pt x="7559" y="21080"/>
                  <a:pt x="7565" y="21120"/>
                </a:cubicBezTo>
                <a:cubicBezTo>
                  <a:pt x="7570" y="21146"/>
                  <a:pt x="7575" y="21173"/>
                  <a:pt x="7581" y="21193"/>
                </a:cubicBezTo>
                <a:cubicBezTo>
                  <a:pt x="7593" y="21239"/>
                  <a:pt x="7608" y="21273"/>
                  <a:pt x="7626" y="21286"/>
                </a:cubicBezTo>
                <a:cubicBezTo>
                  <a:pt x="7635" y="21293"/>
                  <a:pt x="7644" y="21293"/>
                  <a:pt x="7653" y="21299"/>
                </a:cubicBezTo>
                <a:cubicBezTo>
                  <a:pt x="7671" y="21299"/>
                  <a:pt x="7689" y="21279"/>
                  <a:pt x="7703" y="21246"/>
                </a:cubicBezTo>
                <a:cubicBezTo>
                  <a:pt x="7707" y="21239"/>
                  <a:pt x="7710" y="21233"/>
                  <a:pt x="7712" y="21226"/>
                </a:cubicBezTo>
                <a:cubicBezTo>
                  <a:pt x="7721" y="21206"/>
                  <a:pt x="7732" y="21173"/>
                  <a:pt x="7739" y="21146"/>
                </a:cubicBezTo>
                <a:cubicBezTo>
                  <a:pt x="7746" y="21113"/>
                  <a:pt x="7753" y="21080"/>
                  <a:pt x="7761" y="21047"/>
                </a:cubicBezTo>
                <a:cubicBezTo>
                  <a:pt x="7762" y="21033"/>
                  <a:pt x="7764" y="21020"/>
                  <a:pt x="7766" y="21007"/>
                </a:cubicBezTo>
                <a:cubicBezTo>
                  <a:pt x="7773" y="20954"/>
                  <a:pt x="7780" y="20900"/>
                  <a:pt x="7782" y="20847"/>
                </a:cubicBezTo>
                <a:cubicBezTo>
                  <a:pt x="7784" y="20807"/>
                  <a:pt x="7786" y="20754"/>
                  <a:pt x="7786" y="20714"/>
                </a:cubicBezTo>
                <a:cubicBezTo>
                  <a:pt x="7786" y="20708"/>
                  <a:pt x="7786" y="20701"/>
                  <a:pt x="7786" y="20694"/>
                </a:cubicBezTo>
                <a:cubicBezTo>
                  <a:pt x="7784" y="20654"/>
                  <a:pt x="7784" y="20615"/>
                  <a:pt x="7782" y="20581"/>
                </a:cubicBezTo>
                <a:cubicBezTo>
                  <a:pt x="7779" y="20528"/>
                  <a:pt x="7773" y="20468"/>
                  <a:pt x="7766" y="20422"/>
                </a:cubicBezTo>
                <a:cubicBezTo>
                  <a:pt x="7761" y="20382"/>
                  <a:pt x="7752" y="20349"/>
                  <a:pt x="7744" y="20316"/>
                </a:cubicBezTo>
                <a:cubicBezTo>
                  <a:pt x="7737" y="20282"/>
                  <a:pt x="7725" y="20256"/>
                  <a:pt x="7717" y="20236"/>
                </a:cubicBezTo>
                <a:cubicBezTo>
                  <a:pt x="7705" y="20203"/>
                  <a:pt x="7690" y="20183"/>
                  <a:pt x="7676" y="20163"/>
                </a:cubicBezTo>
                <a:cubicBezTo>
                  <a:pt x="7672" y="20156"/>
                  <a:pt x="7669" y="20156"/>
                  <a:pt x="7665" y="20156"/>
                </a:cubicBezTo>
                <a:cubicBezTo>
                  <a:pt x="7653" y="20149"/>
                  <a:pt x="7640" y="20143"/>
                  <a:pt x="7629" y="20136"/>
                </a:cubicBezTo>
                <a:cubicBezTo>
                  <a:pt x="7617" y="20136"/>
                  <a:pt x="7604" y="20143"/>
                  <a:pt x="7592" y="20149"/>
                </a:cubicBezTo>
                <a:cubicBezTo>
                  <a:pt x="7588" y="20149"/>
                  <a:pt x="7583" y="20156"/>
                  <a:pt x="7579" y="20163"/>
                </a:cubicBezTo>
                <a:cubicBezTo>
                  <a:pt x="7554" y="20196"/>
                  <a:pt x="7536" y="20229"/>
                  <a:pt x="7516" y="20302"/>
                </a:cubicBezTo>
                <a:cubicBezTo>
                  <a:pt x="7511" y="20329"/>
                  <a:pt x="7505" y="20355"/>
                  <a:pt x="7500" y="20375"/>
                </a:cubicBezTo>
                <a:cubicBezTo>
                  <a:pt x="7493" y="20415"/>
                  <a:pt x="7489" y="20462"/>
                  <a:pt x="7487" y="20515"/>
                </a:cubicBezTo>
                <a:cubicBezTo>
                  <a:pt x="7485" y="20548"/>
                  <a:pt x="7485" y="20581"/>
                  <a:pt x="7487" y="20615"/>
                </a:cubicBezTo>
                <a:cubicBezTo>
                  <a:pt x="7489" y="20674"/>
                  <a:pt x="7493" y="20721"/>
                  <a:pt x="7500" y="20761"/>
                </a:cubicBezTo>
                <a:close/>
                <a:moveTo>
                  <a:pt x="6912" y="21120"/>
                </a:moveTo>
                <a:cubicBezTo>
                  <a:pt x="6916" y="21126"/>
                  <a:pt x="6921" y="21133"/>
                  <a:pt x="6924" y="21146"/>
                </a:cubicBezTo>
                <a:cubicBezTo>
                  <a:pt x="6928" y="21173"/>
                  <a:pt x="6933" y="21200"/>
                  <a:pt x="6939" y="21219"/>
                </a:cubicBezTo>
                <a:cubicBezTo>
                  <a:pt x="6957" y="21279"/>
                  <a:pt x="6984" y="21339"/>
                  <a:pt x="7011" y="21326"/>
                </a:cubicBezTo>
                <a:cubicBezTo>
                  <a:pt x="7031" y="21319"/>
                  <a:pt x="7049" y="21306"/>
                  <a:pt x="7068" y="21299"/>
                </a:cubicBezTo>
                <a:cubicBezTo>
                  <a:pt x="7083" y="21299"/>
                  <a:pt x="7095" y="21293"/>
                  <a:pt x="7108" y="21266"/>
                </a:cubicBezTo>
                <a:cubicBezTo>
                  <a:pt x="7120" y="21253"/>
                  <a:pt x="7131" y="21226"/>
                  <a:pt x="7140" y="21186"/>
                </a:cubicBezTo>
                <a:cubicBezTo>
                  <a:pt x="7158" y="21120"/>
                  <a:pt x="7171" y="21013"/>
                  <a:pt x="7169" y="20920"/>
                </a:cubicBezTo>
                <a:cubicBezTo>
                  <a:pt x="7169" y="20914"/>
                  <a:pt x="7169" y="20914"/>
                  <a:pt x="7169" y="20907"/>
                </a:cubicBezTo>
                <a:cubicBezTo>
                  <a:pt x="7173" y="20881"/>
                  <a:pt x="7174" y="20854"/>
                  <a:pt x="7176" y="20834"/>
                </a:cubicBezTo>
                <a:cubicBezTo>
                  <a:pt x="7180" y="20787"/>
                  <a:pt x="7182" y="20734"/>
                  <a:pt x="7182" y="20681"/>
                </a:cubicBezTo>
                <a:cubicBezTo>
                  <a:pt x="7182" y="20635"/>
                  <a:pt x="7180" y="20575"/>
                  <a:pt x="7174" y="20528"/>
                </a:cubicBezTo>
                <a:cubicBezTo>
                  <a:pt x="7165" y="20435"/>
                  <a:pt x="7151" y="20342"/>
                  <a:pt x="7131" y="20276"/>
                </a:cubicBezTo>
                <a:cubicBezTo>
                  <a:pt x="7111" y="20209"/>
                  <a:pt x="7093" y="20169"/>
                  <a:pt x="7070" y="20136"/>
                </a:cubicBezTo>
                <a:cubicBezTo>
                  <a:pt x="7034" y="20083"/>
                  <a:pt x="6996" y="20050"/>
                  <a:pt x="6959" y="20050"/>
                </a:cubicBezTo>
                <a:cubicBezTo>
                  <a:pt x="6905" y="20050"/>
                  <a:pt x="6853" y="20116"/>
                  <a:pt x="6813" y="20256"/>
                </a:cubicBezTo>
                <a:cubicBezTo>
                  <a:pt x="6808" y="20282"/>
                  <a:pt x="6802" y="20309"/>
                  <a:pt x="6797" y="20329"/>
                </a:cubicBezTo>
                <a:cubicBezTo>
                  <a:pt x="6790" y="20369"/>
                  <a:pt x="6786" y="20415"/>
                  <a:pt x="6784" y="20468"/>
                </a:cubicBezTo>
                <a:cubicBezTo>
                  <a:pt x="6781" y="20548"/>
                  <a:pt x="6784" y="20641"/>
                  <a:pt x="6797" y="20708"/>
                </a:cubicBezTo>
                <a:cubicBezTo>
                  <a:pt x="6827" y="20881"/>
                  <a:pt x="6865" y="21020"/>
                  <a:pt x="6912" y="21120"/>
                </a:cubicBezTo>
                <a:close/>
                <a:moveTo>
                  <a:pt x="6130" y="21000"/>
                </a:moveTo>
                <a:cubicBezTo>
                  <a:pt x="6137" y="21047"/>
                  <a:pt x="6146" y="21093"/>
                  <a:pt x="6155" y="21133"/>
                </a:cubicBezTo>
                <a:cubicBezTo>
                  <a:pt x="6164" y="21173"/>
                  <a:pt x="6177" y="21206"/>
                  <a:pt x="6189" y="21233"/>
                </a:cubicBezTo>
                <a:cubicBezTo>
                  <a:pt x="6202" y="21259"/>
                  <a:pt x="6216" y="21286"/>
                  <a:pt x="6229" y="21293"/>
                </a:cubicBezTo>
                <a:cubicBezTo>
                  <a:pt x="6241" y="21306"/>
                  <a:pt x="6256" y="21312"/>
                  <a:pt x="6268" y="21299"/>
                </a:cubicBezTo>
                <a:cubicBezTo>
                  <a:pt x="6281" y="21299"/>
                  <a:pt x="6293" y="21279"/>
                  <a:pt x="6306" y="21253"/>
                </a:cubicBezTo>
                <a:cubicBezTo>
                  <a:pt x="6313" y="21239"/>
                  <a:pt x="6319" y="21219"/>
                  <a:pt x="6324" y="21200"/>
                </a:cubicBezTo>
                <a:cubicBezTo>
                  <a:pt x="6329" y="21193"/>
                  <a:pt x="6335" y="21186"/>
                  <a:pt x="6340" y="21173"/>
                </a:cubicBezTo>
                <a:cubicBezTo>
                  <a:pt x="6351" y="21153"/>
                  <a:pt x="6362" y="21120"/>
                  <a:pt x="6371" y="21087"/>
                </a:cubicBezTo>
                <a:cubicBezTo>
                  <a:pt x="6380" y="21053"/>
                  <a:pt x="6389" y="21013"/>
                  <a:pt x="6394" y="20967"/>
                </a:cubicBezTo>
                <a:cubicBezTo>
                  <a:pt x="6400" y="20927"/>
                  <a:pt x="6407" y="20880"/>
                  <a:pt x="6409" y="20834"/>
                </a:cubicBezTo>
                <a:cubicBezTo>
                  <a:pt x="6410" y="20787"/>
                  <a:pt x="6414" y="20734"/>
                  <a:pt x="6414" y="20681"/>
                </a:cubicBezTo>
                <a:cubicBezTo>
                  <a:pt x="6412" y="20581"/>
                  <a:pt x="6407" y="20488"/>
                  <a:pt x="6392" y="20402"/>
                </a:cubicBezTo>
                <a:cubicBezTo>
                  <a:pt x="6385" y="20362"/>
                  <a:pt x="6378" y="20322"/>
                  <a:pt x="6369" y="20289"/>
                </a:cubicBezTo>
                <a:cubicBezTo>
                  <a:pt x="6347" y="20223"/>
                  <a:pt x="6338" y="20203"/>
                  <a:pt x="6313" y="20169"/>
                </a:cubicBezTo>
                <a:cubicBezTo>
                  <a:pt x="6301" y="20149"/>
                  <a:pt x="6286" y="20149"/>
                  <a:pt x="6274" y="20143"/>
                </a:cubicBezTo>
                <a:cubicBezTo>
                  <a:pt x="6259" y="20136"/>
                  <a:pt x="6245" y="20149"/>
                  <a:pt x="6232" y="20156"/>
                </a:cubicBezTo>
                <a:cubicBezTo>
                  <a:pt x="6227" y="20156"/>
                  <a:pt x="6223" y="20163"/>
                  <a:pt x="6220" y="20169"/>
                </a:cubicBezTo>
                <a:cubicBezTo>
                  <a:pt x="6207" y="20189"/>
                  <a:pt x="6193" y="20203"/>
                  <a:pt x="6182" y="20236"/>
                </a:cubicBezTo>
                <a:cubicBezTo>
                  <a:pt x="6171" y="20262"/>
                  <a:pt x="6160" y="20296"/>
                  <a:pt x="6151" y="20329"/>
                </a:cubicBezTo>
                <a:cubicBezTo>
                  <a:pt x="6144" y="20355"/>
                  <a:pt x="6137" y="20389"/>
                  <a:pt x="6132" y="20422"/>
                </a:cubicBezTo>
                <a:cubicBezTo>
                  <a:pt x="6126" y="20455"/>
                  <a:pt x="6121" y="20508"/>
                  <a:pt x="6117" y="20535"/>
                </a:cubicBezTo>
                <a:cubicBezTo>
                  <a:pt x="6112" y="20581"/>
                  <a:pt x="6112" y="20641"/>
                  <a:pt x="6110" y="20688"/>
                </a:cubicBezTo>
                <a:cubicBezTo>
                  <a:pt x="6108" y="20741"/>
                  <a:pt x="6112" y="20794"/>
                  <a:pt x="6114" y="20841"/>
                </a:cubicBezTo>
                <a:cubicBezTo>
                  <a:pt x="6115" y="20900"/>
                  <a:pt x="6123" y="20954"/>
                  <a:pt x="6130" y="21000"/>
                </a:cubicBezTo>
                <a:close/>
                <a:moveTo>
                  <a:pt x="382" y="477"/>
                </a:moveTo>
                <a:cubicBezTo>
                  <a:pt x="387" y="410"/>
                  <a:pt x="389" y="344"/>
                  <a:pt x="384" y="271"/>
                </a:cubicBezTo>
                <a:cubicBezTo>
                  <a:pt x="377" y="184"/>
                  <a:pt x="359" y="91"/>
                  <a:pt x="337" y="51"/>
                </a:cubicBezTo>
                <a:cubicBezTo>
                  <a:pt x="314" y="5"/>
                  <a:pt x="285" y="-15"/>
                  <a:pt x="260" y="12"/>
                </a:cubicBezTo>
                <a:cubicBezTo>
                  <a:pt x="236" y="38"/>
                  <a:pt x="211" y="98"/>
                  <a:pt x="200" y="184"/>
                </a:cubicBezTo>
                <a:cubicBezTo>
                  <a:pt x="177" y="351"/>
                  <a:pt x="154" y="517"/>
                  <a:pt x="132" y="683"/>
                </a:cubicBezTo>
                <a:cubicBezTo>
                  <a:pt x="118" y="789"/>
                  <a:pt x="101" y="896"/>
                  <a:pt x="91" y="1002"/>
                </a:cubicBezTo>
                <a:cubicBezTo>
                  <a:pt x="71" y="1195"/>
                  <a:pt x="92" y="1441"/>
                  <a:pt x="145" y="1540"/>
                </a:cubicBezTo>
                <a:cubicBezTo>
                  <a:pt x="182" y="1613"/>
                  <a:pt x="224" y="1613"/>
                  <a:pt x="265" y="1580"/>
                </a:cubicBezTo>
                <a:cubicBezTo>
                  <a:pt x="290" y="1560"/>
                  <a:pt x="315" y="1520"/>
                  <a:pt x="335" y="1474"/>
                </a:cubicBezTo>
                <a:cubicBezTo>
                  <a:pt x="389" y="1347"/>
                  <a:pt x="429" y="1128"/>
                  <a:pt x="427" y="882"/>
                </a:cubicBezTo>
                <a:cubicBezTo>
                  <a:pt x="425" y="763"/>
                  <a:pt x="418" y="636"/>
                  <a:pt x="400" y="543"/>
                </a:cubicBezTo>
                <a:cubicBezTo>
                  <a:pt x="391" y="523"/>
                  <a:pt x="386" y="503"/>
                  <a:pt x="382" y="477"/>
                </a:cubicBezTo>
                <a:close/>
                <a:moveTo>
                  <a:pt x="21" y="3953"/>
                </a:moveTo>
                <a:cubicBezTo>
                  <a:pt x="28" y="3999"/>
                  <a:pt x="37" y="4046"/>
                  <a:pt x="46" y="4086"/>
                </a:cubicBezTo>
                <a:cubicBezTo>
                  <a:pt x="55" y="4126"/>
                  <a:pt x="67" y="4159"/>
                  <a:pt x="80" y="4185"/>
                </a:cubicBezTo>
                <a:cubicBezTo>
                  <a:pt x="92" y="4212"/>
                  <a:pt x="107" y="4239"/>
                  <a:pt x="119" y="4245"/>
                </a:cubicBezTo>
                <a:cubicBezTo>
                  <a:pt x="132" y="4258"/>
                  <a:pt x="146" y="4265"/>
                  <a:pt x="159" y="4252"/>
                </a:cubicBezTo>
                <a:cubicBezTo>
                  <a:pt x="172" y="4252"/>
                  <a:pt x="184" y="4232"/>
                  <a:pt x="197" y="4205"/>
                </a:cubicBezTo>
                <a:cubicBezTo>
                  <a:pt x="204" y="4192"/>
                  <a:pt x="209" y="4172"/>
                  <a:pt x="215" y="4152"/>
                </a:cubicBezTo>
                <a:cubicBezTo>
                  <a:pt x="220" y="4145"/>
                  <a:pt x="226" y="4139"/>
                  <a:pt x="231" y="4126"/>
                </a:cubicBezTo>
                <a:cubicBezTo>
                  <a:pt x="242" y="4106"/>
                  <a:pt x="252" y="4072"/>
                  <a:pt x="261" y="4039"/>
                </a:cubicBezTo>
                <a:cubicBezTo>
                  <a:pt x="270" y="4006"/>
                  <a:pt x="279" y="3966"/>
                  <a:pt x="285" y="3920"/>
                </a:cubicBezTo>
                <a:cubicBezTo>
                  <a:pt x="290" y="3880"/>
                  <a:pt x="297" y="3833"/>
                  <a:pt x="299" y="3787"/>
                </a:cubicBezTo>
                <a:cubicBezTo>
                  <a:pt x="301" y="3740"/>
                  <a:pt x="305" y="3687"/>
                  <a:pt x="305" y="3634"/>
                </a:cubicBezTo>
                <a:cubicBezTo>
                  <a:pt x="303" y="3534"/>
                  <a:pt x="297" y="3441"/>
                  <a:pt x="283" y="3355"/>
                </a:cubicBezTo>
                <a:cubicBezTo>
                  <a:pt x="276" y="3315"/>
                  <a:pt x="269" y="3275"/>
                  <a:pt x="260" y="3242"/>
                </a:cubicBezTo>
                <a:cubicBezTo>
                  <a:pt x="238" y="3175"/>
                  <a:pt x="229" y="3155"/>
                  <a:pt x="204" y="3122"/>
                </a:cubicBezTo>
                <a:cubicBezTo>
                  <a:pt x="191" y="3102"/>
                  <a:pt x="177" y="3102"/>
                  <a:pt x="164" y="3095"/>
                </a:cubicBezTo>
                <a:cubicBezTo>
                  <a:pt x="150" y="3089"/>
                  <a:pt x="136" y="3102"/>
                  <a:pt x="123" y="3109"/>
                </a:cubicBezTo>
                <a:cubicBezTo>
                  <a:pt x="118" y="3109"/>
                  <a:pt x="114" y="3115"/>
                  <a:pt x="110" y="3122"/>
                </a:cubicBezTo>
                <a:cubicBezTo>
                  <a:pt x="98" y="3142"/>
                  <a:pt x="83" y="3155"/>
                  <a:pt x="73" y="3188"/>
                </a:cubicBezTo>
                <a:cubicBezTo>
                  <a:pt x="62" y="3215"/>
                  <a:pt x="51" y="3248"/>
                  <a:pt x="42" y="3281"/>
                </a:cubicBezTo>
                <a:cubicBezTo>
                  <a:pt x="35" y="3308"/>
                  <a:pt x="28" y="3341"/>
                  <a:pt x="22" y="3375"/>
                </a:cubicBezTo>
                <a:cubicBezTo>
                  <a:pt x="17" y="3408"/>
                  <a:pt x="12" y="3461"/>
                  <a:pt x="8" y="3488"/>
                </a:cubicBezTo>
                <a:cubicBezTo>
                  <a:pt x="3" y="3534"/>
                  <a:pt x="3" y="3594"/>
                  <a:pt x="1" y="3640"/>
                </a:cubicBezTo>
                <a:cubicBezTo>
                  <a:pt x="-1" y="3694"/>
                  <a:pt x="3" y="3747"/>
                  <a:pt x="4" y="3793"/>
                </a:cubicBezTo>
                <a:cubicBezTo>
                  <a:pt x="6" y="3860"/>
                  <a:pt x="13" y="3906"/>
                  <a:pt x="21" y="3953"/>
                </a:cubicBezTo>
                <a:close/>
                <a:moveTo>
                  <a:pt x="382" y="6159"/>
                </a:moveTo>
                <a:cubicBezTo>
                  <a:pt x="387" y="6093"/>
                  <a:pt x="389" y="6026"/>
                  <a:pt x="384" y="5953"/>
                </a:cubicBezTo>
                <a:cubicBezTo>
                  <a:pt x="377" y="5867"/>
                  <a:pt x="359" y="5774"/>
                  <a:pt x="337" y="5734"/>
                </a:cubicBezTo>
                <a:cubicBezTo>
                  <a:pt x="314" y="5687"/>
                  <a:pt x="285" y="5667"/>
                  <a:pt x="260" y="5694"/>
                </a:cubicBezTo>
                <a:cubicBezTo>
                  <a:pt x="236" y="5721"/>
                  <a:pt x="211" y="5780"/>
                  <a:pt x="200" y="5867"/>
                </a:cubicBezTo>
                <a:cubicBezTo>
                  <a:pt x="177" y="6033"/>
                  <a:pt x="154" y="6199"/>
                  <a:pt x="132" y="6365"/>
                </a:cubicBezTo>
                <a:cubicBezTo>
                  <a:pt x="118" y="6472"/>
                  <a:pt x="101" y="6578"/>
                  <a:pt x="91" y="6684"/>
                </a:cubicBezTo>
                <a:cubicBezTo>
                  <a:pt x="71" y="6877"/>
                  <a:pt x="92" y="7123"/>
                  <a:pt x="145" y="7223"/>
                </a:cubicBezTo>
                <a:cubicBezTo>
                  <a:pt x="182" y="7296"/>
                  <a:pt x="224" y="7296"/>
                  <a:pt x="265" y="7263"/>
                </a:cubicBezTo>
                <a:cubicBezTo>
                  <a:pt x="290" y="7243"/>
                  <a:pt x="315" y="7203"/>
                  <a:pt x="335" y="7156"/>
                </a:cubicBezTo>
                <a:cubicBezTo>
                  <a:pt x="389" y="7030"/>
                  <a:pt x="429" y="6811"/>
                  <a:pt x="427" y="6565"/>
                </a:cubicBezTo>
                <a:cubicBezTo>
                  <a:pt x="425" y="6445"/>
                  <a:pt x="418" y="6319"/>
                  <a:pt x="400" y="6226"/>
                </a:cubicBezTo>
                <a:cubicBezTo>
                  <a:pt x="391" y="6206"/>
                  <a:pt x="386" y="6179"/>
                  <a:pt x="382" y="6159"/>
                </a:cubicBezTo>
                <a:close/>
                <a:moveTo>
                  <a:pt x="21" y="9635"/>
                </a:moveTo>
                <a:cubicBezTo>
                  <a:pt x="28" y="9682"/>
                  <a:pt x="37" y="9728"/>
                  <a:pt x="46" y="9768"/>
                </a:cubicBezTo>
                <a:cubicBezTo>
                  <a:pt x="55" y="9808"/>
                  <a:pt x="67" y="9841"/>
                  <a:pt x="80" y="9868"/>
                </a:cubicBezTo>
                <a:cubicBezTo>
                  <a:pt x="92" y="9894"/>
                  <a:pt x="107" y="9921"/>
                  <a:pt x="119" y="9928"/>
                </a:cubicBezTo>
                <a:cubicBezTo>
                  <a:pt x="132" y="9941"/>
                  <a:pt x="146" y="9948"/>
                  <a:pt x="159" y="9934"/>
                </a:cubicBezTo>
                <a:cubicBezTo>
                  <a:pt x="172" y="9934"/>
                  <a:pt x="184" y="9914"/>
                  <a:pt x="197" y="9888"/>
                </a:cubicBezTo>
                <a:cubicBezTo>
                  <a:pt x="204" y="9874"/>
                  <a:pt x="209" y="9855"/>
                  <a:pt x="215" y="9835"/>
                </a:cubicBezTo>
                <a:cubicBezTo>
                  <a:pt x="220" y="9828"/>
                  <a:pt x="226" y="9821"/>
                  <a:pt x="231" y="9808"/>
                </a:cubicBezTo>
                <a:cubicBezTo>
                  <a:pt x="242" y="9788"/>
                  <a:pt x="252" y="9755"/>
                  <a:pt x="261" y="9722"/>
                </a:cubicBezTo>
                <a:cubicBezTo>
                  <a:pt x="270" y="9688"/>
                  <a:pt x="279" y="9648"/>
                  <a:pt x="285" y="9602"/>
                </a:cubicBezTo>
                <a:cubicBezTo>
                  <a:pt x="290" y="9562"/>
                  <a:pt x="297" y="9516"/>
                  <a:pt x="299" y="9469"/>
                </a:cubicBezTo>
                <a:cubicBezTo>
                  <a:pt x="301" y="9423"/>
                  <a:pt x="305" y="9369"/>
                  <a:pt x="305" y="9316"/>
                </a:cubicBezTo>
                <a:cubicBezTo>
                  <a:pt x="303" y="9216"/>
                  <a:pt x="297" y="9123"/>
                  <a:pt x="283" y="9037"/>
                </a:cubicBezTo>
                <a:cubicBezTo>
                  <a:pt x="276" y="8997"/>
                  <a:pt x="269" y="8957"/>
                  <a:pt x="260" y="8924"/>
                </a:cubicBezTo>
                <a:cubicBezTo>
                  <a:pt x="238" y="8858"/>
                  <a:pt x="229" y="8838"/>
                  <a:pt x="204" y="8804"/>
                </a:cubicBezTo>
                <a:cubicBezTo>
                  <a:pt x="191" y="8784"/>
                  <a:pt x="177" y="8784"/>
                  <a:pt x="164" y="8778"/>
                </a:cubicBezTo>
                <a:cubicBezTo>
                  <a:pt x="150" y="8771"/>
                  <a:pt x="136" y="8785"/>
                  <a:pt x="123" y="8791"/>
                </a:cubicBezTo>
                <a:cubicBezTo>
                  <a:pt x="118" y="8791"/>
                  <a:pt x="114" y="8798"/>
                  <a:pt x="110" y="8804"/>
                </a:cubicBezTo>
                <a:cubicBezTo>
                  <a:pt x="98" y="8824"/>
                  <a:pt x="83" y="8838"/>
                  <a:pt x="73" y="8871"/>
                </a:cubicBezTo>
                <a:cubicBezTo>
                  <a:pt x="62" y="8897"/>
                  <a:pt x="51" y="8931"/>
                  <a:pt x="42" y="8964"/>
                </a:cubicBezTo>
                <a:cubicBezTo>
                  <a:pt x="35" y="8991"/>
                  <a:pt x="28" y="9024"/>
                  <a:pt x="22" y="9057"/>
                </a:cubicBezTo>
                <a:cubicBezTo>
                  <a:pt x="17" y="9090"/>
                  <a:pt x="12" y="9143"/>
                  <a:pt x="8" y="9170"/>
                </a:cubicBezTo>
                <a:cubicBezTo>
                  <a:pt x="3" y="9216"/>
                  <a:pt x="3" y="9276"/>
                  <a:pt x="1" y="9323"/>
                </a:cubicBezTo>
                <a:cubicBezTo>
                  <a:pt x="-1" y="9376"/>
                  <a:pt x="3" y="9429"/>
                  <a:pt x="4" y="9476"/>
                </a:cubicBezTo>
                <a:cubicBezTo>
                  <a:pt x="6" y="9536"/>
                  <a:pt x="13" y="9589"/>
                  <a:pt x="21" y="9635"/>
                </a:cubicBezTo>
                <a:close/>
                <a:moveTo>
                  <a:pt x="382" y="11842"/>
                </a:moveTo>
                <a:cubicBezTo>
                  <a:pt x="387" y="11775"/>
                  <a:pt x="389" y="11709"/>
                  <a:pt x="384" y="11636"/>
                </a:cubicBezTo>
                <a:cubicBezTo>
                  <a:pt x="377" y="11549"/>
                  <a:pt x="359" y="11456"/>
                  <a:pt x="337" y="11416"/>
                </a:cubicBezTo>
                <a:cubicBezTo>
                  <a:pt x="314" y="11370"/>
                  <a:pt x="285" y="11350"/>
                  <a:pt x="260" y="11376"/>
                </a:cubicBezTo>
                <a:cubicBezTo>
                  <a:pt x="236" y="11403"/>
                  <a:pt x="211" y="11463"/>
                  <a:pt x="200" y="11549"/>
                </a:cubicBezTo>
                <a:cubicBezTo>
                  <a:pt x="177" y="11715"/>
                  <a:pt x="154" y="11882"/>
                  <a:pt x="132" y="12048"/>
                </a:cubicBezTo>
                <a:cubicBezTo>
                  <a:pt x="118" y="12154"/>
                  <a:pt x="101" y="12260"/>
                  <a:pt x="91" y="12367"/>
                </a:cubicBezTo>
                <a:cubicBezTo>
                  <a:pt x="71" y="12560"/>
                  <a:pt x="92" y="12805"/>
                  <a:pt x="145" y="12905"/>
                </a:cubicBezTo>
                <a:cubicBezTo>
                  <a:pt x="182" y="12978"/>
                  <a:pt x="224" y="12978"/>
                  <a:pt x="265" y="12945"/>
                </a:cubicBezTo>
                <a:cubicBezTo>
                  <a:pt x="290" y="12925"/>
                  <a:pt x="315" y="12885"/>
                  <a:pt x="335" y="12839"/>
                </a:cubicBezTo>
                <a:cubicBezTo>
                  <a:pt x="389" y="12712"/>
                  <a:pt x="429" y="12493"/>
                  <a:pt x="427" y="12247"/>
                </a:cubicBezTo>
                <a:cubicBezTo>
                  <a:pt x="425" y="12128"/>
                  <a:pt x="418" y="12001"/>
                  <a:pt x="400" y="11908"/>
                </a:cubicBezTo>
                <a:cubicBezTo>
                  <a:pt x="391" y="11882"/>
                  <a:pt x="386" y="11862"/>
                  <a:pt x="382" y="11842"/>
                </a:cubicBezTo>
                <a:close/>
                <a:moveTo>
                  <a:pt x="21" y="15318"/>
                </a:moveTo>
                <a:cubicBezTo>
                  <a:pt x="28" y="15364"/>
                  <a:pt x="37" y="15411"/>
                  <a:pt x="46" y="15451"/>
                </a:cubicBezTo>
                <a:cubicBezTo>
                  <a:pt x="55" y="15490"/>
                  <a:pt x="67" y="15524"/>
                  <a:pt x="80" y="15550"/>
                </a:cubicBezTo>
                <a:cubicBezTo>
                  <a:pt x="92" y="15577"/>
                  <a:pt x="107" y="15603"/>
                  <a:pt x="119" y="15610"/>
                </a:cubicBezTo>
                <a:cubicBezTo>
                  <a:pt x="132" y="15623"/>
                  <a:pt x="146" y="15630"/>
                  <a:pt x="159" y="15617"/>
                </a:cubicBezTo>
                <a:cubicBezTo>
                  <a:pt x="172" y="15617"/>
                  <a:pt x="184" y="15597"/>
                  <a:pt x="197" y="15570"/>
                </a:cubicBezTo>
                <a:cubicBezTo>
                  <a:pt x="204" y="15557"/>
                  <a:pt x="209" y="15537"/>
                  <a:pt x="215" y="15517"/>
                </a:cubicBezTo>
                <a:cubicBezTo>
                  <a:pt x="220" y="15510"/>
                  <a:pt x="226" y="15504"/>
                  <a:pt x="231" y="15490"/>
                </a:cubicBezTo>
                <a:cubicBezTo>
                  <a:pt x="242" y="15471"/>
                  <a:pt x="252" y="15437"/>
                  <a:pt x="261" y="15404"/>
                </a:cubicBezTo>
                <a:cubicBezTo>
                  <a:pt x="270" y="15371"/>
                  <a:pt x="279" y="15331"/>
                  <a:pt x="285" y="15284"/>
                </a:cubicBezTo>
                <a:cubicBezTo>
                  <a:pt x="290" y="15245"/>
                  <a:pt x="297" y="15198"/>
                  <a:pt x="299" y="15152"/>
                </a:cubicBezTo>
                <a:cubicBezTo>
                  <a:pt x="301" y="15105"/>
                  <a:pt x="305" y="15052"/>
                  <a:pt x="305" y="14999"/>
                </a:cubicBezTo>
                <a:cubicBezTo>
                  <a:pt x="303" y="14899"/>
                  <a:pt x="297" y="14806"/>
                  <a:pt x="283" y="14720"/>
                </a:cubicBezTo>
                <a:cubicBezTo>
                  <a:pt x="276" y="14680"/>
                  <a:pt x="269" y="14640"/>
                  <a:pt x="260" y="14607"/>
                </a:cubicBezTo>
                <a:cubicBezTo>
                  <a:pt x="238" y="14540"/>
                  <a:pt x="229" y="14520"/>
                  <a:pt x="204" y="14487"/>
                </a:cubicBezTo>
                <a:cubicBezTo>
                  <a:pt x="191" y="14467"/>
                  <a:pt x="177" y="14467"/>
                  <a:pt x="164" y="14460"/>
                </a:cubicBezTo>
                <a:cubicBezTo>
                  <a:pt x="150" y="14454"/>
                  <a:pt x="136" y="14467"/>
                  <a:pt x="123" y="14474"/>
                </a:cubicBezTo>
                <a:cubicBezTo>
                  <a:pt x="118" y="14474"/>
                  <a:pt x="114" y="14480"/>
                  <a:pt x="110" y="14487"/>
                </a:cubicBezTo>
                <a:cubicBezTo>
                  <a:pt x="98" y="14507"/>
                  <a:pt x="83" y="14520"/>
                  <a:pt x="73" y="14553"/>
                </a:cubicBezTo>
                <a:cubicBezTo>
                  <a:pt x="62" y="14580"/>
                  <a:pt x="51" y="14613"/>
                  <a:pt x="42" y="14646"/>
                </a:cubicBezTo>
                <a:cubicBezTo>
                  <a:pt x="35" y="14673"/>
                  <a:pt x="28" y="14706"/>
                  <a:pt x="22" y="14739"/>
                </a:cubicBezTo>
                <a:cubicBezTo>
                  <a:pt x="17" y="14773"/>
                  <a:pt x="12" y="14826"/>
                  <a:pt x="8" y="14852"/>
                </a:cubicBezTo>
                <a:cubicBezTo>
                  <a:pt x="3" y="14899"/>
                  <a:pt x="3" y="14959"/>
                  <a:pt x="1" y="15005"/>
                </a:cubicBezTo>
                <a:cubicBezTo>
                  <a:pt x="-1" y="15058"/>
                  <a:pt x="3" y="15112"/>
                  <a:pt x="4" y="15158"/>
                </a:cubicBezTo>
                <a:cubicBezTo>
                  <a:pt x="6" y="15218"/>
                  <a:pt x="13" y="15271"/>
                  <a:pt x="21" y="15318"/>
                </a:cubicBezTo>
                <a:close/>
                <a:moveTo>
                  <a:pt x="382" y="17524"/>
                </a:moveTo>
                <a:cubicBezTo>
                  <a:pt x="387" y="17458"/>
                  <a:pt x="389" y="17391"/>
                  <a:pt x="384" y="17318"/>
                </a:cubicBezTo>
                <a:cubicBezTo>
                  <a:pt x="377" y="17232"/>
                  <a:pt x="359" y="17139"/>
                  <a:pt x="337" y="17099"/>
                </a:cubicBezTo>
                <a:cubicBezTo>
                  <a:pt x="314" y="17052"/>
                  <a:pt x="285" y="17032"/>
                  <a:pt x="260" y="17059"/>
                </a:cubicBezTo>
                <a:cubicBezTo>
                  <a:pt x="236" y="17086"/>
                  <a:pt x="211" y="17145"/>
                  <a:pt x="200" y="17232"/>
                </a:cubicBezTo>
                <a:cubicBezTo>
                  <a:pt x="177" y="17398"/>
                  <a:pt x="154" y="17564"/>
                  <a:pt x="132" y="17730"/>
                </a:cubicBezTo>
                <a:cubicBezTo>
                  <a:pt x="118" y="17837"/>
                  <a:pt x="101" y="17943"/>
                  <a:pt x="91" y="18049"/>
                </a:cubicBezTo>
                <a:cubicBezTo>
                  <a:pt x="71" y="18242"/>
                  <a:pt x="92" y="18488"/>
                  <a:pt x="145" y="18588"/>
                </a:cubicBezTo>
                <a:cubicBezTo>
                  <a:pt x="182" y="18661"/>
                  <a:pt x="224" y="18661"/>
                  <a:pt x="265" y="18627"/>
                </a:cubicBezTo>
                <a:cubicBezTo>
                  <a:pt x="290" y="18608"/>
                  <a:pt x="315" y="18568"/>
                  <a:pt x="335" y="18521"/>
                </a:cubicBezTo>
                <a:cubicBezTo>
                  <a:pt x="389" y="18395"/>
                  <a:pt x="429" y="18176"/>
                  <a:pt x="427" y="17930"/>
                </a:cubicBezTo>
                <a:cubicBezTo>
                  <a:pt x="425" y="17810"/>
                  <a:pt x="418" y="17684"/>
                  <a:pt x="400" y="17591"/>
                </a:cubicBezTo>
                <a:cubicBezTo>
                  <a:pt x="391" y="17564"/>
                  <a:pt x="386" y="17544"/>
                  <a:pt x="382" y="17524"/>
                </a:cubicBezTo>
                <a:close/>
                <a:moveTo>
                  <a:pt x="21" y="21000"/>
                </a:moveTo>
                <a:cubicBezTo>
                  <a:pt x="28" y="21047"/>
                  <a:pt x="37" y="21093"/>
                  <a:pt x="46" y="21133"/>
                </a:cubicBezTo>
                <a:cubicBezTo>
                  <a:pt x="55" y="21173"/>
                  <a:pt x="67" y="21206"/>
                  <a:pt x="80" y="21233"/>
                </a:cubicBezTo>
                <a:cubicBezTo>
                  <a:pt x="92" y="21259"/>
                  <a:pt x="107" y="21286"/>
                  <a:pt x="119" y="21293"/>
                </a:cubicBezTo>
                <a:cubicBezTo>
                  <a:pt x="132" y="21306"/>
                  <a:pt x="146" y="21312"/>
                  <a:pt x="159" y="21299"/>
                </a:cubicBezTo>
                <a:cubicBezTo>
                  <a:pt x="172" y="21299"/>
                  <a:pt x="184" y="21279"/>
                  <a:pt x="197" y="21253"/>
                </a:cubicBezTo>
                <a:cubicBezTo>
                  <a:pt x="204" y="21239"/>
                  <a:pt x="209" y="21219"/>
                  <a:pt x="215" y="21200"/>
                </a:cubicBezTo>
                <a:cubicBezTo>
                  <a:pt x="220" y="21193"/>
                  <a:pt x="226" y="21186"/>
                  <a:pt x="231" y="21173"/>
                </a:cubicBezTo>
                <a:cubicBezTo>
                  <a:pt x="242" y="21153"/>
                  <a:pt x="252" y="21120"/>
                  <a:pt x="261" y="21087"/>
                </a:cubicBezTo>
                <a:cubicBezTo>
                  <a:pt x="270" y="21053"/>
                  <a:pt x="279" y="21013"/>
                  <a:pt x="285" y="20967"/>
                </a:cubicBezTo>
                <a:cubicBezTo>
                  <a:pt x="290" y="20927"/>
                  <a:pt x="297" y="20880"/>
                  <a:pt x="299" y="20834"/>
                </a:cubicBezTo>
                <a:cubicBezTo>
                  <a:pt x="301" y="20787"/>
                  <a:pt x="305" y="20734"/>
                  <a:pt x="305" y="20681"/>
                </a:cubicBezTo>
                <a:cubicBezTo>
                  <a:pt x="303" y="20581"/>
                  <a:pt x="297" y="20488"/>
                  <a:pt x="283" y="20402"/>
                </a:cubicBezTo>
                <a:cubicBezTo>
                  <a:pt x="276" y="20362"/>
                  <a:pt x="269" y="20322"/>
                  <a:pt x="260" y="20289"/>
                </a:cubicBezTo>
                <a:cubicBezTo>
                  <a:pt x="238" y="20223"/>
                  <a:pt x="229" y="20203"/>
                  <a:pt x="204" y="20169"/>
                </a:cubicBezTo>
                <a:cubicBezTo>
                  <a:pt x="191" y="20149"/>
                  <a:pt x="177" y="20149"/>
                  <a:pt x="164" y="20143"/>
                </a:cubicBezTo>
                <a:cubicBezTo>
                  <a:pt x="150" y="20136"/>
                  <a:pt x="136" y="20149"/>
                  <a:pt x="123" y="20156"/>
                </a:cubicBezTo>
                <a:cubicBezTo>
                  <a:pt x="118" y="20156"/>
                  <a:pt x="114" y="20163"/>
                  <a:pt x="110" y="20169"/>
                </a:cubicBezTo>
                <a:cubicBezTo>
                  <a:pt x="98" y="20189"/>
                  <a:pt x="83" y="20203"/>
                  <a:pt x="73" y="20236"/>
                </a:cubicBezTo>
                <a:cubicBezTo>
                  <a:pt x="62" y="20262"/>
                  <a:pt x="51" y="20296"/>
                  <a:pt x="42" y="20329"/>
                </a:cubicBezTo>
                <a:cubicBezTo>
                  <a:pt x="35" y="20355"/>
                  <a:pt x="28" y="20389"/>
                  <a:pt x="22" y="20422"/>
                </a:cubicBezTo>
                <a:cubicBezTo>
                  <a:pt x="17" y="20455"/>
                  <a:pt x="12" y="20508"/>
                  <a:pt x="8" y="20535"/>
                </a:cubicBezTo>
                <a:cubicBezTo>
                  <a:pt x="3" y="20581"/>
                  <a:pt x="3" y="20641"/>
                  <a:pt x="1" y="20688"/>
                </a:cubicBezTo>
                <a:cubicBezTo>
                  <a:pt x="-1" y="20741"/>
                  <a:pt x="3" y="20794"/>
                  <a:pt x="4" y="20841"/>
                </a:cubicBezTo>
                <a:cubicBezTo>
                  <a:pt x="6" y="20900"/>
                  <a:pt x="13" y="20954"/>
                  <a:pt x="21" y="21000"/>
                </a:cubicBezTo>
                <a:close/>
                <a:moveTo>
                  <a:pt x="5560" y="21087"/>
                </a:moveTo>
                <a:cubicBezTo>
                  <a:pt x="5569" y="21120"/>
                  <a:pt x="5578" y="21146"/>
                  <a:pt x="5589" y="21166"/>
                </a:cubicBezTo>
                <a:cubicBezTo>
                  <a:pt x="5594" y="21180"/>
                  <a:pt x="5601" y="21186"/>
                  <a:pt x="5607" y="21193"/>
                </a:cubicBezTo>
                <a:cubicBezTo>
                  <a:pt x="5612" y="21200"/>
                  <a:pt x="5619" y="21213"/>
                  <a:pt x="5625" y="21219"/>
                </a:cubicBezTo>
                <a:cubicBezTo>
                  <a:pt x="5650" y="21246"/>
                  <a:pt x="5679" y="21233"/>
                  <a:pt x="5702" y="21180"/>
                </a:cubicBezTo>
                <a:cubicBezTo>
                  <a:pt x="5709" y="21166"/>
                  <a:pt x="5714" y="21146"/>
                  <a:pt x="5720" y="21133"/>
                </a:cubicBezTo>
                <a:cubicBezTo>
                  <a:pt x="5723" y="21133"/>
                  <a:pt x="5727" y="21133"/>
                  <a:pt x="5729" y="21126"/>
                </a:cubicBezTo>
                <a:cubicBezTo>
                  <a:pt x="5736" y="21113"/>
                  <a:pt x="5745" y="21100"/>
                  <a:pt x="5752" y="21086"/>
                </a:cubicBezTo>
                <a:cubicBezTo>
                  <a:pt x="5767" y="21053"/>
                  <a:pt x="5779" y="21007"/>
                  <a:pt x="5788" y="20954"/>
                </a:cubicBezTo>
                <a:cubicBezTo>
                  <a:pt x="5808" y="20854"/>
                  <a:pt x="5830" y="20754"/>
                  <a:pt x="5849" y="20654"/>
                </a:cubicBezTo>
                <a:cubicBezTo>
                  <a:pt x="5857" y="20615"/>
                  <a:pt x="5860" y="20568"/>
                  <a:pt x="5862" y="20515"/>
                </a:cubicBezTo>
                <a:cubicBezTo>
                  <a:pt x="5866" y="20468"/>
                  <a:pt x="5864" y="20415"/>
                  <a:pt x="5860" y="20369"/>
                </a:cubicBezTo>
                <a:cubicBezTo>
                  <a:pt x="5853" y="20276"/>
                  <a:pt x="5837" y="20196"/>
                  <a:pt x="5813" y="20149"/>
                </a:cubicBezTo>
                <a:cubicBezTo>
                  <a:pt x="5779" y="20076"/>
                  <a:pt x="5741" y="20036"/>
                  <a:pt x="5702" y="20030"/>
                </a:cubicBezTo>
                <a:cubicBezTo>
                  <a:pt x="5682" y="20023"/>
                  <a:pt x="5662" y="20036"/>
                  <a:pt x="5644" y="20050"/>
                </a:cubicBezTo>
                <a:cubicBezTo>
                  <a:pt x="5639" y="20056"/>
                  <a:pt x="5634" y="20056"/>
                  <a:pt x="5630" y="20070"/>
                </a:cubicBezTo>
                <a:cubicBezTo>
                  <a:pt x="5617" y="20090"/>
                  <a:pt x="5605" y="20103"/>
                  <a:pt x="5592" y="20129"/>
                </a:cubicBezTo>
                <a:cubicBezTo>
                  <a:pt x="5569" y="20183"/>
                  <a:pt x="5555" y="20236"/>
                  <a:pt x="5538" y="20322"/>
                </a:cubicBezTo>
                <a:cubicBezTo>
                  <a:pt x="5529" y="20369"/>
                  <a:pt x="5522" y="20429"/>
                  <a:pt x="5519" y="20488"/>
                </a:cubicBezTo>
                <a:cubicBezTo>
                  <a:pt x="5515" y="20535"/>
                  <a:pt x="5515" y="20575"/>
                  <a:pt x="5513" y="20621"/>
                </a:cubicBezTo>
                <a:cubicBezTo>
                  <a:pt x="5513" y="20635"/>
                  <a:pt x="5513" y="20654"/>
                  <a:pt x="5513" y="20668"/>
                </a:cubicBezTo>
                <a:cubicBezTo>
                  <a:pt x="5513" y="20728"/>
                  <a:pt x="5515" y="20794"/>
                  <a:pt x="5520" y="20847"/>
                </a:cubicBezTo>
                <a:cubicBezTo>
                  <a:pt x="5531" y="20940"/>
                  <a:pt x="5542" y="21013"/>
                  <a:pt x="5560" y="21087"/>
                </a:cubicBezTo>
                <a:close/>
                <a:moveTo>
                  <a:pt x="4988" y="20927"/>
                </a:moveTo>
                <a:cubicBezTo>
                  <a:pt x="4995" y="20967"/>
                  <a:pt x="5004" y="21000"/>
                  <a:pt x="5017" y="21020"/>
                </a:cubicBezTo>
                <a:cubicBezTo>
                  <a:pt x="5026" y="21033"/>
                  <a:pt x="5033" y="21047"/>
                  <a:pt x="5044" y="21060"/>
                </a:cubicBezTo>
                <a:cubicBezTo>
                  <a:pt x="5047" y="21087"/>
                  <a:pt x="5053" y="21106"/>
                  <a:pt x="5058" y="21126"/>
                </a:cubicBezTo>
                <a:cubicBezTo>
                  <a:pt x="5078" y="21193"/>
                  <a:pt x="5103" y="21239"/>
                  <a:pt x="5130" y="21233"/>
                </a:cubicBezTo>
                <a:cubicBezTo>
                  <a:pt x="5155" y="21226"/>
                  <a:pt x="5184" y="21200"/>
                  <a:pt x="5202" y="21126"/>
                </a:cubicBezTo>
                <a:cubicBezTo>
                  <a:pt x="5220" y="21053"/>
                  <a:pt x="5236" y="20987"/>
                  <a:pt x="5254" y="20914"/>
                </a:cubicBezTo>
                <a:cubicBezTo>
                  <a:pt x="5263" y="20881"/>
                  <a:pt x="5270" y="20841"/>
                  <a:pt x="5276" y="20794"/>
                </a:cubicBezTo>
                <a:cubicBezTo>
                  <a:pt x="5283" y="20748"/>
                  <a:pt x="5285" y="20701"/>
                  <a:pt x="5285" y="20648"/>
                </a:cubicBezTo>
                <a:cubicBezTo>
                  <a:pt x="5283" y="20615"/>
                  <a:pt x="5283" y="20581"/>
                  <a:pt x="5281" y="20548"/>
                </a:cubicBezTo>
                <a:cubicBezTo>
                  <a:pt x="5276" y="20488"/>
                  <a:pt x="5269" y="20429"/>
                  <a:pt x="5256" y="20382"/>
                </a:cubicBezTo>
                <a:cubicBezTo>
                  <a:pt x="5254" y="20375"/>
                  <a:pt x="5252" y="20362"/>
                  <a:pt x="5251" y="20355"/>
                </a:cubicBezTo>
                <a:cubicBezTo>
                  <a:pt x="5242" y="20329"/>
                  <a:pt x="5233" y="20302"/>
                  <a:pt x="5224" y="20282"/>
                </a:cubicBezTo>
                <a:cubicBezTo>
                  <a:pt x="5213" y="20256"/>
                  <a:pt x="5198" y="20236"/>
                  <a:pt x="5184" y="20216"/>
                </a:cubicBezTo>
                <a:cubicBezTo>
                  <a:pt x="5172" y="20196"/>
                  <a:pt x="5155" y="20196"/>
                  <a:pt x="5143" y="20189"/>
                </a:cubicBezTo>
                <a:cubicBezTo>
                  <a:pt x="5137" y="20189"/>
                  <a:pt x="5130" y="20189"/>
                  <a:pt x="5125" y="20189"/>
                </a:cubicBezTo>
                <a:cubicBezTo>
                  <a:pt x="5096" y="20203"/>
                  <a:pt x="5069" y="20223"/>
                  <a:pt x="5044" y="20276"/>
                </a:cubicBezTo>
                <a:cubicBezTo>
                  <a:pt x="5021" y="20329"/>
                  <a:pt x="4997" y="20409"/>
                  <a:pt x="4986" y="20502"/>
                </a:cubicBezTo>
                <a:cubicBezTo>
                  <a:pt x="4979" y="20542"/>
                  <a:pt x="4976" y="20588"/>
                  <a:pt x="4974" y="20641"/>
                </a:cubicBezTo>
                <a:cubicBezTo>
                  <a:pt x="4970" y="20688"/>
                  <a:pt x="4972" y="20741"/>
                  <a:pt x="4976" y="20787"/>
                </a:cubicBezTo>
                <a:cubicBezTo>
                  <a:pt x="4972" y="20854"/>
                  <a:pt x="4979" y="20894"/>
                  <a:pt x="4988" y="20927"/>
                </a:cubicBezTo>
                <a:close/>
                <a:moveTo>
                  <a:pt x="4269" y="21080"/>
                </a:moveTo>
                <a:cubicBezTo>
                  <a:pt x="4278" y="21133"/>
                  <a:pt x="4291" y="21180"/>
                  <a:pt x="4305" y="21213"/>
                </a:cubicBezTo>
                <a:cubicBezTo>
                  <a:pt x="4314" y="21233"/>
                  <a:pt x="4321" y="21246"/>
                  <a:pt x="4330" y="21266"/>
                </a:cubicBezTo>
                <a:cubicBezTo>
                  <a:pt x="4346" y="21293"/>
                  <a:pt x="4362" y="21319"/>
                  <a:pt x="4379" y="21332"/>
                </a:cubicBezTo>
                <a:cubicBezTo>
                  <a:pt x="4420" y="21366"/>
                  <a:pt x="4461" y="21359"/>
                  <a:pt x="4497" y="21273"/>
                </a:cubicBezTo>
                <a:cubicBezTo>
                  <a:pt x="4519" y="21219"/>
                  <a:pt x="4531" y="21173"/>
                  <a:pt x="4548" y="21093"/>
                </a:cubicBezTo>
                <a:cubicBezTo>
                  <a:pt x="4549" y="21080"/>
                  <a:pt x="4551" y="21073"/>
                  <a:pt x="4553" y="21060"/>
                </a:cubicBezTo>
                <a:cubicBezTo>
                  <a:pt x="4558" y="21027"/>
                  <a:pt x="4562" y="20987"/>
                  <a:pt x="4566" y="20947"/>
                </a:cubicBezTo>
                <a:cubicBezTo>
                  <a:pt x="4567" y="20934"/>
                  <a:pt x="4567" y="20920"/>
                  <a:pt x="4567" y="20907"/>
                </a:cubicBezTo>
                <a:cubicBezTo>
                  <a:pt x="4567" y="20907"/>
                  <a:pt x="4569" y="20907"/>
                  <a:pt x="4569" y="20900"/>
                </a:cubicBezTo>
                <a:cubicBezTo>
                  <a:pt x="4591" y="20854"/>
                  <a:pt x="4611" y="20768"/>
                  <a:pt x="4616" y="20681"/>
                </a:cubicBezTo>
                <a:cubicBezTo>
                  <a:pt x="4621" y="20588"/>
                  <a:pt x="4621" y="20482"/>
                  <a:pt x="4605" y="20395"/>
                </a:cubicBezTo>
                <a:cubicBezTo>
                  <a:pt x="4591" y="20309"/>
                  <a:pt x="4571" y="20256"/>
                  <a:pt x="4546" y="20223"/>
                </a:cubicBezTo>
                <a:cubicBezTo>
                  <a:pt x="4542" y="20223"/>
                  <a:pt x="4540" y="20216"/>
                  <a:pt x="4537" y="20216"/>
                </a:cubicBezTo>
                <a:cubicBezTo>
                  <a:pt x="4487" y="20050"/>
                  <a:pt x="4407" y="20023"/>
                  <a:pt x="4350" y="20156"/>
                </a:cubicBezTo>
                <a:cubicBezTo>
                  <a:pt x="4316" y="20229"/>
                  <a:pt x="4292" y="20349"/>
                  <a:pt x="4282" y="20482"/>
                </a:cubicBezTo>
                <a:cubicBezTo>
                  <a:pt x="4276" y="20548"/>
                  <a:pt x="4274" y="20615"/>
                  <a:pt x="4274" y="20681"/>
                </a:cubicBezTo>
                <a:cubicBezTo>
                  <a:pt x="4267" y="20714"/>
                  <a:pt x="4262" y="20754"/>
                  <a:pt x="4260" y="20794"/>
                </a:cubicBezTo>
                <a:cubicBezTo>
                  <a:pt x="4256" y="20841"/>
                  <a:pt x="4255" y="20894"/>
                  <a:pt x="4258" y="20940"/>
                </a:cubicBezTo>
                <a:cubicBezTo>
                  <a:pt x="4256" y="20993"/>
                  <a:pt x="4262" y="21040"/>
                  <a:pt x="4269" y="21080"/>
                </a:cubicBezTo>
                <a:close/>
                <a:moveTo>
                  <a:pt x="997" y="351"/>
                </a:moveTo>
                <a:cubicBezTo>
                  <a:pt x="970" y="277"/>
                  <a:pt x="941" y="231"/>
                  <a:pt x="911" y="191"/>
                </a:cubicBezTo>
                <a:cubicBezTo>
                  <a:pt x="887" y="158"/>
                  <a:pt x="853" y="184"/>
                  <a:pt x="833" y="231"/>
                </a:cubicBezTo>
                <a:cubicBezTo>
                  <a:pt x="815" y="271"/>
                  <a:pt x="797" y="344"/>
                  <a:pt x="790" y="424"/>
                </a:cubicBezTo>
                <a:cubicBezTo>
                  <a:pt x="783" y="430"/>
                  <a:pt x="776" y="430"/>
                  <a:pt x="767" y="437"/>
                </a:cubicBezTo>
                <a:cubicBezTo>
                  <a:pt x="750" y="457"/>
                  <a:pt x="734" y="483"/>
                  <a:pt x="722" y="530"/>
                </a:cubicBezTo>
                <a:cubicBezTo>
                  <a:pt x="698" y="603"/>
                  <a:pt x="680" y="729"/>
                  <a:pt x="675" y="836"/>
                </a:cubicBezTo>
                <a:cubicBezTo>
                  <a:pt x="670" y="942"/>
                  <a:pt x="670" y="1002"/>
                  <a:pt x="675" y="1108"/>
                </a:cubicBezTo>
                <a:cubicBezTo>
                  <a:pt x="677" y="1168"/>
                  <a:pt x="684" y="1228"/>
                  <a:pt x="691" y="1281"/>
                </a:cubicBezTo>
                <a:cubicBezTo>
                  <a:pt x="706" y="1394"/>
                  <a:pt x="733" y="1487"/>
                  <a:pt x="761" y="1553"/>
                </a:cubicBezTo>
                <a:cubicBezTo>
                  <a:pt x="794" y="1627"/>
                  <a:pt x="828" y="1653"/>
                  <a:pt x="864" y="1666"/>
                </a:cubicBezTo>
                <a:cubicBezTo>
                  <a:pt x="893" y="1680"/>
                  <a:pt x="921" y="1666"/>
                  <a:pt x="950" y="1647"/>
                </a:cubicBezTo>
                <a:cubicBezTo>
                  <a:pt x="984" y="1620"/>
                  <a:pt x="1018" y="1553"/>
                  <a:pt x="1044" y="1460"/>
                </a:cubicBezTo>
                <a:cubicBezTo>
                  <a:pt x="1054" y="1421"/>
                  <a:pt x="1067" y="1367"/>
                  <a:pt x="1074" y="1314"/>
                </a:cubicBezTo>
                <a:cubicBezTo>
                  <a:pt x="1087" y="1215"/>
                  <a:pt x="1090" y="1148"/>
                  <a:pt x="1094" y="1042"/>
                </a:cubicBezTo>
                <a:cubicBezTo>
                  <a:pt x="1098" y="909"/>
                  <a:pt x="1087" y="776"/>
                  <a:pt x="1072" y="656"/>
                </a:cubicBezTo>
                <a:cubicBezTo>
                  <a:pt x="1056" y="530"/>
                  <a:pt x="1027" y="430"/>
                  <a:pt x="997" y="351"/>
                </a:cubicBezTo>
                <a:close/>
                <a:moveTo>
                  <a:pt x="1615" y="430"/>
                </a:moveTo>
                <a:cubicBezTo>
                  <a:pt x="1601" y="417"/>
                  <a:pt x="1588" y="410"/>
                  <a:pt x="1574" y="410"/>
                </a:cubicBezTo>
                <a:cubicBezTo>
                  <a:pt x="1560" y="410"/>
                  <a:pt x="1545" y="417"/>
                  <a:pt x="1531" y="430"/>
                </a:cubicBezTo>
                <a:cubicBezTo>
                  <a:pt x="1525" y="437"/>
                  <a:pt x="1520" y="437"/>
                  <a:pt x="1515" y="450"/>
                </a:cubicBezTo>
                <a:cubicBezTo>
                  <a:pt x="1502" y="470"/>
                  <a:pt x="1488" y="483"/>
                  <a:pt x="1477" y="517"/>
                </a:cubicBezTo>
                <a:cubicBezTo>
                  <a:pt x="1455" y="577"/>
                  <a:pt x="1434" y="643"/>
                  <a:pt x="1423" y="736"/>
                </a:cubicBezTo>
                <a:cubicBezTo>
                  <a:pt x="1410" y="829"/>
                  <a:pt x="1409" y="862"/>
                  <a:pt x="1405" y="969"/>
                </a:cubicBezTo>
                <a:cubicBezTo>
                  <a:pt x="1403" y="1022"/>
                  <a:pt x="1407" y="1075"/>
                  <a:pt x="1409" y="1122"/>
                </a:cubicBezTo>
                <a:cubicBezTo>
                  <a:pt x="1410" y="1168"/>
                  <a:pt x="1418" y="1215"/>
                  <a:pt x="1423" y="1261"/>
                </a:cubicBezTo>
                <a:cubicBezTo>
                  <a:pt x="1428" y="1308"/>
                  <a:pt x="1437" y="1347"/>
                  <a:pt x="1446" y="1381"/>
                </a:cubicBezTo>
                <a:cubicBezTo>
                  <a:pt x="1462" y="1454"/>
                  <a:pt x="1488" y="1507"/>
                  <a:pt x="1513" y="1534"/>
                </a:cubicBezTo>
                <a:cubicBezTo>
                  <a:pt x="1525" y="1547"/>
                  <a:pt x="1540" y="1554"/>
                  <a:pt x="1552" y="1554"/>
                </a:cubicBezTo>
                <a:cubicBezTo>
                  <a:pt x="1578" y="1547"/>
                  <a:pt x="1592" y="1534"/>
                  <a:pt x="1613" y="1487"/>
                </a:cubicBezTo>
                <a:cubicBezTo>
                  <a:pt x="1635" y="1447"/>
                  <a:pt x="1655" y="1367"/>
                  <a:pt x="1666" y="1294"/>
                </a:cubicBezTo>
                <a:cubicBezTo>
                  <a:pt x="1678" y="1208"/>
                  <a:pt x="1687" y="1108"/>
                  <a:pt x="1685" y="1009"/>
                </a:cubicBezTo>
                <a:cubicBezTo>
                  <a:pt x="1685" y="982"/>
                  <a:pt x="1684" y="955"/>
                  <a:pt x="1684" y="935"/>
                </a:cubicBezTo>
                <a:cubicBezTo>
                  <a:pt x="1685" y="922"/>
                  <a:pt x="1687" y="915"/>
                  <a:pt x="1687" y="902"/>
                </a:cubicBezTo>
                <a:cubicBezTo>
                  <a:pt x="1689" y="869"/>
                  <a:pt x="1689" y="836"/>
                  <a:pt x="1691" y="802"/>
                </a:cubicBezTo>
                <a:cubicBezTo>
                  <a:pt x="1691" y="736"/>
                  <a:pt x="1685" y="670"/>
                  <a:pt x="1676" y="616"/>
                </a:cubicBezTo>
                <a:cubicBezTo>
                  <a:pt x="1660" y="523"/>
                  <a:pt x="1640" y="457"/>
                  <a:pt x="1615" y="430"/>
                </a:cubicBezTo>
                <a:close/>
                <a:moveTo>
                  <a:pt x="2333" y="816"/>
                </a:moveTo>
                <a:cubicBezTo>
                  <a:pt x="2329" y="769"/>
                  <a:pt x="2324" y="723"/>
                  <a:pt x="2316" y="683"/>
                </a:cubicBezTo>
                <a:cubicBezTo>
                  <a:pt x="2307" y="616"/>
                  <a:pt x="2295" y="563"/>
                  <a:pt x="2284" y="510"/>
                </a:cubicBezTo>
                <a:cubicBezTo>
                  <a:pt x="2277" y="477"/>
                  <a:pt x="2270" y="444"/>
                  <a:pt x="2261" y="417"/>
                </a:cubicBezTo>
                <a:cubicBezTo>
                  <a:pt x="2243" y="351"/>
                  <a:pt x="2216" y="311"/>
                  <a:pt x="2189" y="311"/>
                </a:cubicBezTo>
                <a:cubicBezTo>
                  <a:pt x="2178" y="311"/>
                  <a:pt x="2169" y="317"/>
                  <a:pt x="2160" y="331"/>
                </a:cubicBezTo>
                <a:cubicBezTo>
                  <a:pt x="2158" y="331"/>
                  <a:pt x="2156" y="331"/>
                  <a:pt x="2153" y="331"/>
                </a:cubicBezTo>
                <a:cubicBezTo>
                  <a:pt x="2135" y="331"/>
                  <a:pt x="2117" y="351"/>
                  <a:pt x="2103" y="384"/>
                </a:cubicBezTo>
                <a:cubicBezTo>
                  <a:pt x="2088" y="404"/>
                  <a:pt x="2077" y="444"/>
                  <a:pt x="2065" y="477"/>
                </a:cubicBezTo>
                <a:cubicBezTo>
                  <a:pt x="2059" y="497"/>
                  <a:pt x="2054" y="510"/>
                  <a:pt x="2050" y="530"/>
                </a:cubicBezTo>
                <a:cubicBezTo>
                  <a:pt x="2041" y="577"/>
                  <a:pt x="2031" y="616"/>
                  <a:pt x="2025" y="670"/>
                </a:cubicBezTo>
                <a:cubicBezTo>
                  <a:pt x="2018" y="716"/>
                  <a:pt x="2013" y="776"/>
                  <a:pt x="2009" y="829"/>
                </a:cubicBezTo>
                <a:cubicBezTo>
                  <a:pt x="2007" y="856"/>
                  <a:pt x="2007" y="882"/>
                  <a:pt x="2005" y="915"/>
                </a:cubicBezTo>
                <a:cubicBezTo>
                  <a:pt x="2004" y="942"/>
                  <a:pt x="2004" y="975"/>
                  <a:pt x="2004" y="1002"/>
                </a:cubicBezTo>
                <a:cubicBezTo>
                  <a:pt x="2004" y="1015"/>
                  <a:pt x="2004" y="1028"/>
                  <a:pt x="2004" y="1042"/>
                </a:cubicBezTo>
                <a:cubicBezTo>
                  <a:pt x="2005" y="1088"/>
                  <a:pt x="2005" y="1128"/>
                  <a:pt x="2009" y="1175"/>
                </a:cubicBezTo>
                <a:cubicBezTo>
                  <a:pt x="2009" y="1188"/>
                  <a:pt x="2011" y="1201"/>
                  <a:pt x="2013" y="1208"/>
                </a:cubicBezTo>
                <a:cubicBezTo>
                  <a:pt x="2016" y="1248"/>
                  <a:pt x="2022" y="1288"/>
                  <a:pt x="2027" y="1328"/>
                </a:cubicBezTo>
                <a:cubicBezTo>
                  <a:pt x="2032" y="1361"/>
                  <a:pt x="2040" y="1394"/>
                  <a:pt x="2047" y="1427"/>
                </a:cubicBezTo>
                <a:cubicBezTo>
                  <a:pt x="2049" y="1434"/>
                  <a:pt x="2050" y="1447"/>
                  <a:pt x="2054" y="1454"/>
                </a:cubicBezTo>
                <a:cubicBezTo>
                  <a:pt x="2076" y="1527"/>
                  <a:pt x="2101" y="1587"/>
                  <a:pt x="2129" y="1607"/>
                </a:cubicBezTo>
                <a:cubicBezTo>
                  <a:pt x="2160" y="1633"/>
                  <a:pt x="2187" y="1633"/>
                  <a:pt x="2218" y="1607"/>
                </a:cubicBezTo>
                <a:cubicBezTo>
                  <a:pt x="2232" y="1593"/>
                  <a:pt x="2245" y="1573"/>
                  <a:pt x="2257" y="1547"/>
                </a:cubicBezTo>
                <a:cubicBezTo>
                  <a:pt x="2270" y="1527"/>
                  <a:pt x="2281" y="1487"/>
                  <a:pt x="2291" y="1454"/>
                </a:cubicBezTo>
                <a:cubicBezTo>
                  <a:pt x="2302" y="1421"/>
                  <a:pt x="2311" y="1374"/>
                  <a:pt x="2318" y="1334"/>
                </a:cubicBezTo>
                <a:cubicBezTo>
                  <a:pt x="2320" y="1328"/>
                  <a:pt x="2322" y="1314"/>
                  <a:pt x="2322" y="1308"/>
                </a:cubicBezTo>
                <a:cubicBezTo>
                  <a:pt x="2327" y="1268"/>
                  <a:pt x="2333" y="1228"/>
                  <a:pt x="2334" y="1181"/>
                </a:cubicBezTo>
                <a:cubicBezTo>
                  <a:pt x="2342" y="1075"/>
                  <a:pt x="2340" y="995"/>
                  <a:pt x="2334" y="889"/>
                </a:cubicBezTo>
                <a:cubicBezTo>
                  <a:pt x="2334" y="849"/>
                  <a:pt x="2334" y="829"/>
                  <a:pt x="2333" y="816"/>
                </a:cubicBezTo>
                <a:close/>
                <a:moveTo>
                  <a:pt x="2036" y="4039"/>
                </a:moveTo>
                <a:cubicBezTo>
                  <a:pt x="2045" y="4072"/>
                  <a:pt x="2054" y="4099"/>
                  <a:pt x="2065" y="4119"/>
                </a:cubicBezTo>
                <a:cubicBezTo>
                  <a:pt x="2070" y="4132"/>
                  <a:pt x="2077" y="4139"/>
                  <a:pt x="2083" y="4145"/>
                </a:cubicBezTo>
                <a:cubicBezTo>
                  <a:pt x="2088" y="4152"/>
                  <a:pt x="2095" y="4165"/>
                  <a:pt x="2101" y="4172"/>
                </a:cubicBezTo>
                <a:cubicBezTo>
                  <a:pt x="2126" y="4199"/>
                  <a:pt x="2155" y="4185"/>
                  <a:pt x="2178" y="4132"/>
                </a:cubicBezTo>
                <a:cubicBezTo>
                  <a:pt x="2185" y="4119"/>
                  <a:pt x="2191" y="4099"/>
                  <a:pt x="2196" y="4086"/>
                </a:cubicBezTo>
                <a:cubicBezTo>
                  <a:pt x="2200" y="4086"/>
                  <a:pt x="2203" y="4086"/>
                  <a:pt x="2205" y="4079"/>
                </a:cubicBezTo>
                <a:cubicBezTo>
                  <a:pt x="2212" y="4066"/>
                  <a:pt x="2221" y="4052"/>
                  <a:pt x="2228" y="4039"/>
                </a:cubicBezTo>
                <a:cubicBezTo>
                  <a:pt x="2243" y="4006"/>
                  <a:pt x="2255" y="3959"/>
                  <a:pt x="2264" y="3906"/>
                </a:cubicBezTo>
                <a:cubicBezTo>
                  <a:pt x="2284" y="3807"/>
                  <a:pt x="2306" y="3707"/>
                  <a:pt x="2325" y="3607"/>
                </a:cubicBezTo>
                <a:cubicBezTo>
                  <a:pt x="2333" y="3567"/>
                  <a:pt x="2336" y="3521"/>
                  <a:pt x="2338" y="3468"/>
                </a:cubicBezTo>
                <a:cubicBezTo>
                  <a:pt x="2342" y="3421"/>
                  <a:pt x="2340" y="3368"/>
                  <a:pt x="2336" y="3321"/>
                </a:cubicBezTo>
                <a:cubicBezTo>
                  <a:pt x="2329" y="3228"/>
                  <a:pt x="2313" y="3149"/>
                  <a:pt x="2290" y="3102"/>
                </a:cubicBezTo>
                <a:cubicBezTo>
                  <a:pt x="2255" y="3029"/>
                  <a:pt x="2218" y="2989"/>
                  <a:pt x="2178" y="2982"/>
                </a:cubicBezTo>
                <a:cubicBezTo>
                  <a:pt x="2158" y="2976"/>
                  <a:pt x="2138" y="2989"/>
                  <a:pt x="2120" y="3002"/>
                </a:cubicBezTo>
                <a:cubicBezTo>
                  <a:pt x="2115" y="3009"/>
                  <a:pt x="2110" y="3009"/>
                  <a:pt x="2106" y="3022"/>
                </a:cubicBezTo>
                <a:cubicBezTo>
                  <a:pt x="2094" y="3042"/>
                  <a:pt x="2081" y="3055"/>
                  <a:pt x="2068" y="3082"/>
                </a:cubicBezTo>
                <a:cubicBezTo>
                  <a:pt x="2045" y="3135"/>
                  <a:pt x="2031" y="3188"/>
                  <a:pt x="2014" y="3275"/>
                </a:cubicBezTo>
                <a:cubicBezTo>
                  <a:pt x="2005" y="3321"/>
                  <a:pt x="1998" y="3381"/>
                  <a:pt x="1995" y="3441"/>
                </a:cubicBezTo>
                <a:cubicBezTo>
                  <a:pt x="1991" y="3487"/>
                  <a:pt x="1991" y="3527"/>
                  <a:pt x="1989" y="3574"/>
                </a:cubicBezTo>
                <a:cubicBezTo>
                  <a:pt x="1989" y="3587"/>
                  <a:pt x="1989" y="3607"/>
                  <a:pt x="1989" y="3620"/>
                </a:cubicBezTo>
                <a:cubicBezTo>
                  <a:pt x="1989" y="3680"/>
                  <a:pt x="1991" y="3747"/>
                  <a:pt x="1996" y="3800"/>
                </a:cubicBezTo>
                <a:cubicBezTo>
                  <a:pt x="2007" y="3900"/>
                  <a:pt x="2018" y="3973"/>
                  <a:pt x="2036" y="4039"/>
                </a:cubicBezTo>
                <a:close/>
                <a:moveTo>
                  <a:pt x="1464" y="3886"/>
                </a:moveTo>
                <a:cubicBezTo>
                  <a:pt x="1471" y="3926"/>
                  <a:pt x="1480" y="3959"/>
                  <a:pt x="1493" y="3979"/>
                </a:cubicBezTo>
                <a:cubicBezTo>
                  <a:pt x="1502" y="3993"/>
                  <a:pt x="1509" y="4006"/>
                  <a:pt x="1520" y="4019"/>
                </a:cubicBezTo>
                <a:cubicBezTo>
                  <a:pt x="1524" y="4046"/>
                  <a:pt x="1529" y="4066"/>
                  <a:pt x="1534" y="4086"/>
                </a:cubicBezTo>
                <a:cubicBezTo>
                  <a:pt x="1554" y="4152"/>
                  <a:pt x="1579" y="4199"/>
                  <a:pt x="1606" y="4192"/>
                </a:cubicBezTo>
                <a:cubicBezTo>
                  <a:pt x="1631" y="4185"/>
                  <a:pt x="1660" y="4159"/>
                  <a:pt x="1678" y="4086"/>
                </a:cubicBezTo>
                <a:cubicBezTo>
                  <a:pt x="1696" y="4013"/>
                  <a:pt x="1712" y="3946"/>
                  <a:pt x="1730" y="3873"/>
                </a:cubicBezTo>
                <a:cubicBezTo>
                  <a:pt x="1739" y="3840"/>
                  <a:pt x="1747" y="3800"/>
                  <a:pt x="1752" y="3753"/>
                </a:cubicBezTo>
                <a:cubicBezTo>
                  <a:pt x="1759" y="3707"/>
                  <a:pt x="1761" y="3660"/>
                  <a:pt x="1761" y="3607"/>
                </a:cubicBezTo>
                <a:cubicBezTo>
                  <a:pt x="1759" y="3574"/>
                  <a:pt x="1759" y="3541"/>
                  <a:pt x="1757" y="3507"/>
                </a:cubicBezTo>
                <a:cubicBezTo>
                  <a:pt x="1752" y="3448"/>
                  <a:pt x="1745" y="3388"/>
                  <a:pt x="1732" y="3341"/>
                </a:cubicBezTo>
                <a:cubicBezTo>
                  <a:pt x="1730" y="3335"/>
                  <a:pt x="1729" y="3321"/>
                  <a:pt x="1727" y="3315"/>
                </a:cubicBezTo>
                <a:cubicBezTo>
                  <a:pt x="1718" y="3288"/>
                  <a:pt x="1709" y="3262"/>
                  <a:pt x="1700" y="3242"/>
                </a:cubicBezTo>
                <a:cubicBezTo>
                  <a:pt x="1689" y="3215"/>
                  <a:pt x="1675" y="3195"/>
                  <a:pt x="1660" y="3175"/>
                </a:cubicBezTo>
                <a:cubicBezTo>
                  <a:pt x="1648" y="3155"/>
                  <a:pt x="1631" y="3155"/>
                  <a:pt x="1619" y="3149"/>
                </a:cubicBezTo>
                <a:cubicBezTo>
                  <a:pt x="1613" y="3149"/>
                  <a:pt x="1606" y="3149"/>
                  <a:pt x="1601" y="3149"/>
                </a:cubicBezTo>
                <a:cubicBezTo>
                  <a:pt x="1572" y="3162"/>
                  <a:pt x="1545" y="3182"/>
                  <a:pt x="1520" y="3235"/>
                </a:cubicBezTo>
                <a:cubicBezTo>
                  <a:pt x="1497" y="3288"/>
                  <a:pt x="1473" y="3368"/>
                  <a:pt x="1462" y="3461"/>
                </a:cubicBezTo>
                <a:cubicBezTo>
                  <a:pt x="1455" y="3501"/>
                  <a:pt x="1452" y="3547"/>
                  <a:pt x="1450" y="3601"/>
                </a:cubicBezTo>
                <a:cubicBezTo>
                  <a:pt x="1446" y="3647"/>
                  <a:pt x="1448" y="3700"/>
                  <a:pt x="1452" y="3747"/>
                </a:cubicBezTo>
                <a:cubicBezTo>
                  <a:pt x="1448" y="3807"/>
                  <a:pt x="1455" y="3853"/>
                  <a:pt x="1464" y="3886"/>
                </a:cubicBezTo>
                <a:close/>
                <a:moveTo>
                  <a:pt x="745" y="4039"/>
                </a:moveTo>
                <a:cubicBezTo>
                  <a:pt x="754" y="4092"/>
                  <a:pt x="767" y="4139"/>
                  <a:pt x="781" y="4172"/>
                </a:cubicBezTo>
                <a:cubicBezTo>
                  <a:pt x="790" y="4192"/>
                  <a:pt x="797" y="4205"/>
                  <a:pt x="806" y="4225"/>
                </a:cubicBezTo>
                <a:cubicBezTo>
                  <a:pt x="822" y="4252"/>
                  <a:pt x="839" y="4278"/>
                  <a:pt x="855" y="4292"/>
                </a:cubicBezTo>
                <a:cubicBezTo>
                  <a:pt x="896" y="4325"/>
                  <a:pt x="937" y="4318"/>
                  <a:pt x="973" y="4232"/>
                </a:cubicBezTo>
                <a:cubicBezTo>
                  <a:pt x="995" y="4179"/>
                  <a:pt x="1008" y="4132"/>
                  <a:pt x="1024" y="4052"/>
                </a:cubicBezTo>
                <a:cubicBezTo>
                  <a:pt x="1026" y="4039"/>
                  <a:pt x="1027" y="4033"/>
                  <a:pt x="1029" y="4019"/>
                </a:cubicBezTo>
                <a:cubicBezTo>
                  <a:pt x="1035" y="3986"/>
                  <a:pt x="1038" y="3946"/>
                  <a:pt x="1042" y="3906"/>
                </a:cubicBezTo>
                <a:cubicBezTo>
                  <a:pt x="1044" y="3893"/>
                  <a:pt x="1044" y="3880"/>
                  <a:pt x="1044" y="3866"/>
                </a:cubicBezTo>
                <a:cubicBezTo>
                  <a:pt x="1044" y="3866"/>
                  <a:pt x="1045" y="3866"/>
                  <a:pt x="1045" y="3860"/>
                </a:cubicBezTo>
                <a:cubicBezTo>
                  <a:pt x="1067" y="3813"/>
                  <a:pt x="1087" y="3727"/>
                  <a:pt x="1092" y="3640"/>
                </a:cubicBezTo>
                <a:cubicBezTo>
                  <a:pt x="1097" y="3547"/>
                  <a:pt x="1097" y="3441"/>
                  <a:pt x="1081" y="3355"/>
                </a:cubicBezTo>
                <a:cubicBezTo>
                  <a:pt x="1067" y="3268"/>
                  <a:pt x="1047" y="3215"/>
                  <a:pt x="1022" y="3182"/>
                </a:cubicBezTo>
                <a:cubicBezTo>
                  <a:pt x="1018" y="3182"/>
                  <a:pt x="1017" y="3175"/>
                  <a:pt x="1013" y="3175"/>
                </a:cubicBezTo>
                <a:cubicBezTo>
                  <a:pt x="963" y="3009"/>
                  <a:pt x="884" y="2982"/>
                  <a:pt x="826" y="3115"/>
                </a:cubicBezTo>
                <a:cubicBezTo>
                  <a:pt x="792" y="3188"/>
                  <a:pt x="768" y="3308"/>
                  <a:pt x="758" y="3441"/>
                </a:cubicBezTo>
                <a:cubicBezTo>
                  <a:pt x="752" y="3507"/>
                  <a:pt x="750" y="3574"/>
                  <a:pt x="750" y="3640"/>
                </a:cubicBezTo>
                <a:cubicBezTo>
                  <a:pt x="743" y="3674"/>
                  <a:pt x="738" y="3713"/>
                  <a:pt x="736" y="3753"/>
                </a:cubicBezTo>
                <a:cubicBezTo>
                  <a:pt x="732" y="3800"/>
                  <a:pt x="731" y="3853"/>
                  <a:pt x="734" y="3900"/>
                </a:cubicBezTo>
                <a:cubicBezTo>
                  <a:pt x="733" y="3953"/>
                  <a:pt x="736" y="3993"/>
                  <a:pt x="745" y="4039"/>
                </a:cubicBezTo>
                <a:close/>
                <a:moveTo>
                  <a:pt x="997" y="6026"/>
                </a:moveTo>
                <a:cubicBezTo>
                  <a:pt x="970" y="5953"/>
                  <a:pt x="941" y="5907"/>
                  <a:pt x="911" y="5867"/>
                </a:cubicBezTo>
                <a:cubicBezTo>
                  <a:pt x="887" y="5834"/>
                  <a:pt x="853" y="5860"/>
                  <a:pt x="833" y="5907"/>
                </a:cubicBezTo>
                <a:cubicBezTo>
                  <a:pt x="815" y="5947"/>
                  <a:pt x="797" y="6020"/>
                  <a:pt x="790" y="6099"/>
                </a:cubicBezTo>
                <a:cubicBezTo>
                  <a:pt x="783" y="6106"/>
                  <a:pt x="776" y="6106"/>
                  <a:pt x="767" y="6113"/>
                </a:cubicBezTo>
                <a:cubicBezTo>
                  <a:pt x="750" y="6133"/>
                  <a:pt x="734" y="6159"/>
                  <a:pt x="722" y="6206"/>
                </a:cubicBezTo>
                <a:cubicBezTo>
                  <a:pt x="698" y="6279"/>
                  <a:pt x="680" y="6405"/>
                  <a:pt x="675" y="6512"/>
                </a:cubicBezTo>
                <a:cubicBezTo>
                  <a:pt x="670" y="6618"/>
                  <a:pt x="670" y="6678"/>
                  <a:pt x="675" y="6784"/>
                </a:cubicBezTo>
                <a:cubicBezTo>
                  <a:pt x="677" y="6844"/>
                  <a:pt x="684" y="6904"/>
                  <a:pt x="691" y="6957"/>
                </a:cubicBezTo>
                <a:cubicBezTo>
                  <a:pt x="706" y="7070"/>
                  <a:pt x="733" y="7163"/>
                  <a:pt x="761" y="7229"/>
                </a:cubicBezTo>
                <a:cubicBezTo>
                  <a:pt x="794" y="7302"/>
                  <a:pt x="828" y="7329"/>
                  <a:pt x="864" y="7342"/>
                </a:cubicBezTo>
                <a:cubicBezTo>
                  <a:pt x="893" y="7356"/>
                  <a:pt x="921" y="7342"/>
                  <a:pt x="950" y="7322"/>
                </a:cubicBezTo>
                <a:cubicBezTo>
                  <a:pt x="984" y="7296"/>
                  <a:pt x="1018" y="7229"/>
                  <a:pt x="1044" y="7136"/>
                </a:cubicBezTo>
                <a:cubicBezTo>
                  <a:pt x="1054" y="7096"/>
                  <a:pt x="1067" y="7043"/>
                  <a:pt x="1074" y="6990"/>
                </a:cubicBezTo>
                <a:cubicBezTo>
                  <a:pt x="1087" y="6890"/>
                  <a:pt x="1090" y="6824"/>
                  <a:pt x="1094" y="6718"/>
                </a:cubicBezTo>
                <a:cubicBezTo>
                  <a:pt x="1098" y="6585"/>
                  <a:pt x="1087" y="6452"/>
                  <a:pt x="1072" y="6332"/>
                </a:cubicBezTo>
                <a:cubicBezTo>
                  <a:pt x="1056" y="6212"/>
                  <a:pt x="1027" y="6113"/>
                  <a:pt x="997" y="6026"/>
                </a:cubicBezTo>
                <a:close/>
                <a:moveTo>
                  <a:pt x="1615" y="6113"/>
                </a:moveTo>
                <a:cubicBezTo>
                  <a:pt x="1601" y="6099"/>
                  <a:pt x="1588" y="6093"/>
                  <a:pt x="1574" y="6093"/>
                </a:cubicBezTo>
                <a:cubicBezTo>
                  <a:pt x="1560" y="6093"/>
                  <a:pt x="1545" y="6099"/>
                  <a:pt x="1531" y="6113"/>
                </a:cubicBezTo>
                <a:cubicBezTo>
                  <a:pt x="1525" y="6119"/>
                  <a:pt x="1520" y="6119"/>
                  <a:pt x="1515" y="6133"/>
                </a:cubicBezTo>
                <a:cubicBezTo>
                  <a:pt x="1502" y="6153"/>
                  <a:pt x="1488" y="6166"/>
                  <a:pt x="1477" y="6199"/>
                </a:cubicBezTo>
                <a:cubicBezTo>
                  <a:pt x="1455" y="6259"/>
                  <a:pt x="1434" y="6325"/>
                  <a:pt x="1423" y="6418"/>
                </a:cubicBezTo>
                <a:cubicBezTo>
                  <a:pt x="1410" y="6512"/>
                  <a:pt x="1409" y="6545"/>
                  <a:pt x="1405" y="6651"/>
                </a:cubicBezTo>
                <a:cubicBezTo>
                  <a:pt x="1403" y="6704"/>
                  <a:pt x="1407" y="6757"/>
                  <a:pt x="1409" y="6804"/>
                </a:cubicBezTo>
                <a:cubicBezTo>
                  <a:pt x="1410" y="6850"/>
                  <a:pt x="1418" y="6897"/>
                  <a:pt x="1423" y="6944"/>
                </a:cubicBezTo>
                <a:cubicBezTo>
                  <a:pt x="1428" y="6990"/>
                  <a:pt x="1437" y="7030"/>
                  <a:pt x="1446" y="7063"/>
                </a:cubicBezTo>
                <a:cubicBezTo>
                  <a:pt x="1462" y="7136"/>
                  <a:pt x="1488" y="7189"/>
                  <a:pt x="1513" y="7216"/>
                </a:cubicBezTo>
                <a:cubicBezTo>
                  <a:pt x="1525" y="7229"/>
                  <a:pt x="1540" y="7236"/>
                  <a:pt x="1552" y="7236"/>
                </a:cubicBezTo>
                <a:cubicBezTo>
                  <a:pt x="1578" y="7229"/>
                  <a:pt x="1592" y="7216"/>
                  <a:pt x="1613" y="7170"/>
                </a:cubicBezTo>
                <a:cubicBezTo>
                  <a:pt x="1635" y="7130"/>
                  <a:pt x="1655" y="7050"/>
                  <a:pt x="1666" y="6977"/>
                </a:cubicBezTo>
                <a:cubicBezTo>
                  <a:pt x="1678" y="6890"/>
                  <a:pt x="1687" y="6791"/>
                  <a:pt x="1685" y="6691"/>
                </a:cubicBezTo>
                <a:cubicBezTo>
                  <a:pt x="1685" y="6664"/>
                  <a:pt x="1684" y="6638"/>
                  <a:pt x="1684" y="6618"/>
                </a:cubicBezTo>
                <a:cubicBezTo>
                  <a:pt x="1685" y="6605"/>
                  <a:pt x="1687" y="6598"/>
                  <a:pt x="1687" y="6585"/>
                </a:cubicBezTo>
                <a:cubicBezTo>
                  <a:pt x="1689" y="6551"/>
                  <a:pt x="1689" y="6518"/>
                  <a:pt x="1691" y="6485"/>
                </a:cubicBezTo>
                <a:cubicBezTo>
                  <a:pt x="1691" y="6418"/>
                  <a:pt x="1685" y="6352"/>
                  <a:pt x="1676" y="6299"/>
                </a:cubicBezTo>
                <a:cubicBezTo>
                  <a:pt x="1660" y="6199"/>
                  <a:pt x="1640" y="6133"/>
                  <a:pt x="1615" y="6113"/>
                </a:cubicBezTo>
                <a:close/>
                <a:moveTo>
                  <a:pt x="2333" y="6498"/>
                </a:moveTo>
                <a:cubicBezTo>
                  <a:pt x="2329" y="6452"/>
                  <a:pt x="2324" y="6405"/>
                  <a:pt x="2316" y="6365"/>
                </a:cubicBezTo>
                <a:cubicBezTo>
                  <a:pt x="2307" y="6299"/>
                  <a:pt x="2295" y="6246"/>
                  <a:pt x="2284" y="6192"/>
                </a:cubicBezTo>
                <a:cubicBezTo>
                  <a:pt x="2277" y="6159"/>
                  <a:pt x="2270" y="6126"/>
                  <a:pt x="2261" y="6099"/>
                </a:cubicBezTo>
                <a:cubicBezTo>
                  <a:pt x="2243" y="6033"/>
                  <a:pt x="2216" y="5993"/>
                  <a:pt x="2189" y="5993"/>
                </a:cubicBezTo>
                <a:cubicBezTo>
                  <a:pt x="2178" y="5993"/>
                  <a:pt x="2169" y="6000"/>
                  <a:pt x="2160" y="6013"/>
                </a:cubicBezTo>
                <a:cubicBezTo>
                  <a:pt x="2158" y="6013"/>
                  <a:pt x="2156" y="6013"/>
                  <a:pt x="2153" y="6013"/>
                </a:cubicBezTo>
                <a:cubicBezTo>
                  <a:pt x="2135" y="6013"/>
                  <a:pt x="2117" y="6033"/>
                  <a:pt x="2103" y="6066"/>
                </a:cubicBezTo>
                <a:cubicBezTo>
                  <a:pt x="2088" y="6086"/>
                  <a:pt x="2077" y="6126"/>
                  <a:pt x="2065" y="6159"/>
                </a:cubicBezTo>
                <a:cubicBezTo>
                  <a:pt x="2059" y="6179"/>
                  <a:pt x="2054" y="6192"/>
                  <a:pt x="2050" y="6212"/>
                </a:cubicBezTo>
                <a:cubicBezTo>
                  <a:pt x="2041" y="6259"/>
                  <a:pt x="2031" y="6299"/>
                  <a:pt x="2025" y="6352"/>
                </a:cubicBezTo>
                <a:cubicBezTo>
                  <a:pt x="2018" y="6399"/>
                  <a:pt x="2013" y="6458"/>
                  <a:pt x="2009" y="6512"/>
                </a:cubicBezTo>
                <a:cubicBezTo>
                  <a:pt x="2007" y="6538"/>
                  <a:pt x="2007" y="6565"/>
                  <a:pt x="2005" y="6598"/>
                </a:cubicBezTo>
                <a:cubicBezTo>
                  <a:pt x="2004" y="6624"/>
                  <a:pt x="2004" y="6658"/>
                  <a:pt x="2004" y="6684"/>
                </a:cubicBezTo>
                <a:cubicBezTo>
                  <a:pt x="2004" y="6698"/>
                  <a:pt x="2004" y="6711"/>
                  <a:pt x="2004" y="6724"/>
                </a:cubicBezTo>
                <a:cubicBezTo>
                  <a:pt x="2005" y="6771"/>
                  <a:pt x="2005" y="6811"/>
                  <a:pt x="2009" y="6857"/>
                </a:cubicBezTo>
                <a:cubicBezTo>
                  <a:pt x="2009" y="6870"/>
                  <a:pt x="2011" y="6884"/>
                  <a:pt x="2013" y="6890"/>
                </a:cubicBezTo>
                <a:cubicBezTo>
                  <a:pt x="2016" y="6930"/>
                  <a:pt x="2022" y="6970"/>
                  <a:pt x="2027" y="7010"/>
                </a:cubicBezTo>
                <a:cubicBezTo>
                  <a:pt x="2032" y="7043"/>
                  <a:pt x="2040" y="7076"/>
                  <a:pt x="2047" y="7110"/>
                </a:cubicBezTo>
                <a:cubicBezTo>
                  <a:pt x="2049" y="7116"/>
                  <a:pt x="2050" y="7130"/>
                  <a:pt x="2054" y="7136"/>
                </a:cubicBezTo>
                <a:cubicBezTo>
                  <a:pt x="2076" y="7209"/>
                  <a:pt x="2101" y="7269"/>
                  <a:pt x="2129" y="7289"/>
                </a:cubicBezTo>
                <a:cubicBezTo>
                  <a:pt x="2160" y="7316"/>
                  <a:pt x="2187" y="7316"/>
                  <a:pt x="2218" y="7289"/>
                </a:cubicBezTo>
                <a:cubicBezTo>
                  <a:pt x="2232" y="7276"/>
                  <a:pt x="2245" y="7256"/>
                  <a:pt x="2257" y="7229"/>
                </a:cubicBezTo>
                <a:cubicBezTo>
                  <a:pt x="2270" y="7209"/>
                  <a:pt x="2281" y="7170"/>
                  <a:pt x="2291" y="7136"/>
                </a:cubicBezTo>
                <a:cubicBezTo>
                  <a:pt x="2302" y="7103"/>
                  <a:pt x="2311" y="7057"/>
                  <a:pt x="2318" y="7017"/>
                </a:cubicBezTo>
                <a:cubicBezTo>
                  <a:pt x="2320" y="7010"/>
                  <a:pt x="2322" y="6997"/>
                  <a:pt x="2322" y="6990"/>
                </a:cubicBezTo>
                <a:cubicBezTo>
                  <a:pt x="2327" y="6950"/>
                  <a:pt x="2333" y="6910"/>
                  <a:pt x="2334" y="6864"/>
                </a:cubicBezTo>
                <a:cubicBezTo>
                  <a:pt x="2342" y="6757"/>
                  <a:pt x="2340" y="6678"/>
                  <a:pt x="2334" y="6571"/>
                </a:cubicBezTo>
                <a:cubicBezTo>
                  <a:pt x="2334" y="6531"/>
                  <a:pt x="2334" y="6512"/>
                  <a:pt x="2333" y="6498"/>
                </a:cubicBezTo>
                <a:close/>
                <a:moveTo>
                  <a:pt x="2036" y="9722"/>
                </a:moveTo>
                <a:cubicBezTo>
                  <a:pt x="2045" y="9755"/>
                  <a:pt x="2054" y="9781"/>
                  <a:pt x="2065" y="9801"/>
                </a:cubicBezTo>
                <a:cubicBezTo>
                  <a:pt x="2070" y="9815"/>
                  <a:pt x="2077" y="9821"/>
                  <a:pt x="2083" y="9828"/>
                </a:cubicBezTo>
                <a:cubicBezTo>
                  <a:pt x="2088" y="9835"/>
                  <a:pt x="2095" y="9848"/>
                  <a:pt x="2101" y="9855"/>
                </a:cubicBezTo>
                <a:cubicBezTo>
                  <a:pt x="2126" y="9881"/>
                  <a:pt x="2155" y="9868"/>
                  <a:pt x="2178" y="9815"/>
                </a:cubicBezTo>
                <a:cubicBezTo>
                  <a:pt x="2185" y="9801"/>
                  <a:pt x="2191" y="9781"/>
                  <a:pt x="2196" y="9768"/>
                </a:cubicBezTo>
                <a:cubicBezTo>
                  <a:pt x="2200" y="9768"/>
                  <a:pt x="2203" y="9768"/>
                  <a:pt x="2205" y="9761"/>
                </a:cubicBezTo>
                <a:cubicBezTo>
                  <a:pt x="2212" y="9748"/>
                  <a:pt x="2221" y="9735"/>
                  <a:pt x="2228" y="9722"/>
                </a:cubicBezTo>
                <a:cubicBezTo>
                  <a:pt x="2243" y="9688"/>
                  <a:pt x="2255" y="9642"/>
                  <a:pt x="2264" y="9589"/>
                </a:cubicBezTo>
                <a:cubicBezTo>
                  <a:pt x="2284" y="9489"/>
                  <a:pt x="2306" y="9389"/>
                  <a:pt x="2325" y="9290"/>
                </a:cubicBezTo>
                <a:cubicBezTo>
                  <a:pt x="2333" y="9250"/>
                  <a:pt x="2336" y="9203"/>
                  <a:pt x="2338" y="9150"/>
                </a:cubicBezTo>
                <a:cubicBezTo>
                  <a:pt x="2342" y="9103"/>
                  <a:pt x="2340" y="9050"/>
                  <a:pt x="2336" y="9004"/>
                </a:cubicBezTo>
                <a:cubicBezTo>
                  <a:pt x="2329" y="8911"/>
                  <a:pt x="2313" y="8831"/>
                  <a:pt x="2290" y="8784"/>
                </a:cubicBezTo>
                <a:cubicBezTo>
                  <a:pt x="2255" y="8711"/>
                  <a:pt x="2218" y="8671"/>
                  <a:pt x="2178" y="8665"/>
                </a:cubicBezTo>
                <a:cubicBezTo>
                  <a:pt x="2158" y="8658"/>
                  <a:pt x="2138" y="8671"/>
                  <a:pt x="2120" y="8685"/>
                </a:cubicBezTo>
                <a:cubicBezTo>
                  <a:pt x="2115" y="8691"/>
                  <a:pt x="2110" y="8691"/>
                  <a:pt x="2106" y="8705"/>
                </a:cubicBezTo>
                <a:cubicBezTo>
                  <a:pt x="2094" y="8725"/>
                  <a:pt x="2081" y="8738"/>
                  <a:pt x="2068" y="8765"/>
                </a:cubicBezTo>
                <a:cubicBezTo>
                  <a:pt x="2045" y="8818"/>
                  <a:pt x="2031" y="8871"/>
                  <a:pt x="2014" y="8957"/>
                </a:cubicBezTo>
                <a:cubicBezTo>
                  <a:pt x="2005" y="9004"/>
                  <a:pt x="1998" y="9064"/>
                  <a:pt x="1995" y="9123"/>
                </a:cubicBezTo>
                <a:cubicBezTo>
                  <a:pt x="1991" y="9170"/>
                  <a:pt x="1991" y="9210"/>
                  <a:pt x="1989" y="9256"/>
                </a:cubicBezTo>
                <a:cubicBezTo>
                  <a:pt x="1989" y="9270"/>
                  <a:pt x="1989" y="9290"/>
                  <a:pt x="1989" y="9303"/>
                </a:cubicBezTo>
                <a:cubicBezTo>
                  <a:pt x="1989" y="9363"/>
                  <a:pt x="1991" y="9429"/>
                  <a:pt x="1996" y="9482"/>
                </a:cubicBezTo>
                <a:cubicBezTo>
                  <a:pt x="2007" y="9575"/>
                  <a:pt x="2018" y="9655"/>
                  <a:pt x="2036" y="9722"/>
                </a:cubicBezTo>
                <a:close/>
                <a:moveTo>
                  <a:pt x="1464" y="9569"/>
                </a:moveTo>
                <a:cubicBezTo>
                  <a:pt x="1471" y="9609"/>
                  <a:pt x="1480" y="9642"/>
                  <a:pt x="1493" y="9662"/>
                </a:cubicBezTo>
                <a:cubicBezTo>
                  <a:pt x="1502" y="9675"/>
                  <a:pt x="1509" y="9688"/>
                  <a:pt x="1520" y="9702"/>
                </a:cubicBezTo>
                <a:cubicBezTo>
                  <a:pt x="1524" y="9728"/>
                  <a:pt x="1529" y="9748"/>
                  <a:pt x="1534" y="9768"/>
                </a:cubicBezTo>
                <a:cubicBezTo>
                  <a:pt x="1554" y="9835"/>
                  <a:pt x="1579" y="9881"/>
                  <a:pt x="1606" y="9874"/>
                </a:cubicBezTo>
                <a:cubicBezTo>
                  <a:pt x="1631" y="9868"/>
                  <a:pt x="1660" y="9841"/>
                  <a:pt x="1678" y="9768"/>
                </a:cubicBezTo>
                <a:cubicBezTo>
                  <a:pt x="1696" y="9695"/>
                  <a:pt x="1712" y="9629"/>
                  <a:pt x="1730" y="9555"/>
                </a:cubicBezTo>
                <a:cubicBezTo>
                  <a:pt x="1739" y="9522"/>
                  <a:pt x="1747" y="9482"/>
                  <a:pt x="1752" y="9436"/>
                </a:cubicBezTo>
                <a:cubicBezTo>
                  <a:pt x="1759" y="9389"/>
                  <a:pt x="1761" y="9343"/>
                  <a:pt x="1761" y="9290"/>
                </a:cubicBezTo>
                <a:cubicBezTo>
                  <a:pt x="1759" y="9256"/>
                  <a:pt x="1759" y="9223"/>
                  <a:pt x="1757" y="9190"/>
                </a:cubicBezTo>
                <a:cubicBezTo>
                  <a:pt x="1752" y="9130"/>
                  <a:pt x="1745" y="9070"/>
                  <a:pt x="1732" y="9024"/>
                </a:cubicBezTo>
                <a:cubicBezTo>
                  <a:pt x="1730" y="9017"/>
                  <a:pt x="1729" y="9004"/>
                  <a:pt x="1727" y="8997"/>
                </a:cubicBezTo>
                <a:cubicBezTo>
                  <a:pt x="1718" y="8971"/>
                  <a:pt x="1709" y="8944"/>
                  <a:pt x="1700" y="8924"/>
                </a:cubicBezTo>
                <a:cubicBezTo>
                  <a:pt x="1689" y="8897"/>
                  <a:pt x="1675" y="8878"/>
                  <a:pt x="1660" y="8858"/>
                </a:cubicBezTo>
                <a:cubicBezTo>
                  <a:pt x="1648" y="8838"/>
                  <a:pt x="1631" y="8838"/>
                  <a:pt x="1619" y="8831"/>
                </a:cubicBezTo>
                <a:cubicBezTo>
                  <a:pt x="1613" y="8831"/>
                  <a:pt x="1606" y="8831"/>
                  <a:pt x="1601" y="8831"/>
                </a:cubicBezTo>
                <a:cubicBezTo>
                  <a:pt x="1572" y="8844"/>
                  <a:pt x="1545" y="8864"/>
                  <a:pt x="1520" y="8917"/>
                </a:cubicBezTo>
                <a:cubicBezTo>
                  <a:pt x="1497" y="8971"/>
                  <a:pt x="1473" y="9050"/>
                  <a:pt x="1462" y="9143"/>
                </a:cubicBezTo>
                <a:cubicBezTo>
                  <a:pt x="1455" y="9183"/>
                  <a:pt x="1452" y="9230"/>
                  <a:pt x="1450" y="9283"/>
                </a:cubicBezTo>
                <a:cubicBezTo>
                  <a:pt x="1446" y="9329"/>
                  <a:pt x="1448" y="9383"/>
                  <a:pt x="1452" y="9429"/>
                </a:cubicBezTo>
                <a:cubicBezTo>
                  <a:pt x="1448" y="9489"/>
                  <a:pt x="1455" y="9529"/>
                  <a:pt x="1464" y="9569"/>
                </a:cubicBezTo>
                <a:close/>
                <a:moveTo>
                  <a:pt x="745" y="9722"/>
                </a:moveTo>
                <a:cubicBezTo>
                  <a:pt x="754" y="9775"/>
                  <a:pt x="767" y="9821"/>
                  <a:pt x="781" y="9855"/>
                </a:cubicBezTo>
                <a:cubicBezTo>
                  <a:pt x="790" y="9874"/>
                  <a:pt x="797" y="9888"/>
                  <a:pt x="806" y="9908"/>
                </a:cubicBezTo>
                <a:cubicBezTo>
                  <a:pt x="822" y="9934"/>
                  <a:pt x="839" y="9961"/>
                  <a:pt x="855" y="9974"/>
                </a:cubicBezTo>
                <a:cubicBezTo>
                  <a:pt x="896" y="10007"/>
                  <a:pt x="937" y="10001"/>
                  <a:pt x="973" y="9914"/>
                </a:cubicBezTo>
                <a:cubicBezTo>
                  <a:pt x="995" y="9861"/>
                  <a:pt x="1008" y="9815"/>
                  <a:pt x="1024" y="9735"/>
                </a:cubicBezTo>
                <a:cubicBezTo>
                  <a:pt x="1026" y="9722"/>
                  <a:pt x="1027" y="9715"/>
                  <a:pt x="1029" y="9702"/>
                </a:cubicBezTo>
                <a:cubicBezTo>
                  <a:pt x="1035" y="9668"/>
                  <a:pt x="1038" y="9629"/>
                  <a:pt x="1042" y="9589"/>
                </a:cubicBezTo>
                <a:cubicBezTo>
                  <a:pt x="1044" y="9575"/>
                  <a:pt x="1044" y="9562"/>
                  <a:pt x="1044" y="9549"/>
                </a:cubicBezTo>
                <a:cubicBezTo>
                  <a:pt x="1044" y="9549"/>
                  <a:pt x="1045" y="9549"/>
                  <a:pt x="1045" y="9542"/>
                </a:cubicBezTo>
                <a:cubicBezTo>
                  <a:pt x="1067" y="9496"/>
                  <a:pt x="1087" y="9409"/>
                  <a:pt x="1092" y="9323"/>
                </a:cubicBezTo>
                <a:cubicBezTo>
                  <a:pt x="1097" y="9230"/>
                  <a:pt x="1097" y="9123"/>
                  <a:pt x="1081" y="9037"/>
                </a:cubicBezTo>
                <a:cubicBezTo>
                  <a:pt x="1067" y="8951"/>
                  <a:pt x="1047" y="8897"/>
                  <a:pt x="1022" y="8864"/>
                </a:cubicBezTo>
                <a:cubicBezTo>
                  <a:pt x="1018" y="8864"/>
                  <a:pt x="1017" y="8858"/>
                  <a:pt x="1013" y="8858"/>
                </a:cubicBezTo>
                <a:cubicBezTo>
                  <a:pt x="963" y="8691"/>
                  <a:pt x="884" y="8665"/>
                  <a:pt x="826" y="8798"/>
                </a:cubicBezTo>
                <a:cubicBezTo>
                  <a:pt x="792" y="8871"/>
                  <a:pt x="768" y="8991"/>
                  <a:pt x="758" y="9123"/>
                </a:cubicBezTo>
                <a:cubicBezTo>
                  <a:pt x="752" y="9190"/>
                  <a:pt x="750" y="9256"/>
                  <a:pt x="750" y="9323"/>
                </a:cubicBezTo>
                <a:cubicBezTo>
                  <a:pt x="743" y="9356"/>
                  <a:pt x="738" y="9396"/>
                  <a:pt x="736" y="9436"/>
                </a:cubicBezTo>
                <a:cubicBezTo>
                  <a:pt x="732" y="9482"/>
                  <a:pt x="731" y="9535"/>
                  <a:pt x="734" y="9582"/>
                </a:cubicBezTo>
                <a:cubicBezTo>
                  <a:pt x="733" y="9629"/>
                  <a:pt x="736" y="9675"/>
                  <a:pt x="745" y="9722"/>
                </a:cubicBezTo>
                <a:close/>
                <a:moveTo>
                  <a:pt x="997" y="11709"/>
                </a:moveTo>
                <a:cubicBezTo>
                  <a:pt x="970" y="11636"/>
                  <a:pt x="941" y="11589"/>
                  <a:pt x="911" y="11549"/>
                </a:cubicBezTo>
                <a:cubicBezTo>
                  <a:pt x="887" y="11516"/>
                  <a:pt x="853" y="11543"/>
                  <a:pt x="833" y="11589"/>
                </a:cubicBezTo>
                <a:cubicBezTo>
                  <a:pt x="815" y="11629"/>
                  <a:pt x="797" y="11702"/>
                  <a:pt x="790" y="11782"/>
                </a:cubicBezTo>
                <a:cubicBezTo>
                  <a:pt x="783" y="11789"/>
                  <a:pt x="776" y="11789"/>
                  <a:pt x="767" y="11795"/>
                </a:cubicBezTo>
                <a:cubicBezTo>
                  <a:pt x="750" y="11815"/>
                  <a:pt x="734" y="11842"/>
                  <a:pt x="722" y="11888"/>
                </a:cubicBezTo>
                <a:cubicBezTo>
                  <a:pt x="698" y="11961"/>
                  <a:pt x="680" y="12088"/>
                  <a:pt x="675" y="12194"/>
                </a:cubicBezTo>
                <a:cubicBezTo>
                  <a:pt x="670" y="12300"/>
                  <a:pt x="670" y="12360"/>
                  <a:pt x="675" y="12466"/>
                </a:cubicBezTo>
                <a:cubicBezTo>
                  <a:pt x="677" y="12526"/>
                  <a:pt x="684" y="12586"/>
                  <a:pt x="691" y="12639"/>
                </a:cubicBezTo>
                <a:cubicBezTo>
                  <a:pt x="706" y="12752"/>
                  <a:pt x="733" y="12845"/>
                  <a:pt x="761" y="12912"/>
                </a:cubicBezTo>
                <a:cubicBezTo>
                  <a:pt x="794" y="12985"/>
                  <a:pt x="828" y="13011"/>
                  <a:pt x="864" y="13025"/>
                </a:cubicBezTo>
                <a:cubicBezTo>
                  <a:pt x="893" y="13038"/>
                  <a:pt x="921" y="13025"/>
                  <a:pt x="950" y="13005"/>
                </a:cubicBezTo>
                <a:cubicBezTo>
                  <a:pt x="984" y="12978"/>
                  <a:pt x="1018" y="12912"/>
                  <a:pt x="1044" y="12819"/>
                </a:cubicBezTo>
                <a:cubicBezTo>
                  <a:pt x="1054" y="12779"/>
                  <a:pt x="1067" y="12726"/>
                  <a:pt x="1074" y="12673"/>
                </a:cubicBezTo>
                <a:cubicBezTo>
                  <a:pt x="1087" y="12573"/>
                  <a:pt x="1090" y="12506"/>
                  <a:pt x="1094" y="12400"/>
                </a:cubicBezTo>
                <a:cubicBezTo>
                  <a:pt x="1098" y="12267"/>
                  <a:pt x="1087" y="12134"/>
                  <a:pt x="1072" y="12015"/>
                </a:cubicBezTo>
                <a:cubicBezTo>
                  <a:pt x="1056" y="11888"/>
                  <a:pt x="1027" y="11795"/>
                  <a:pt x="997" y="11709"/>
                </a:cubicBezTo>
                <a:close/>
                <a:moveTo>
                  <a:pt x="1615" y="11789"/>
                </a:moveTo>
                <a:cubicBezTo>
                  <a:pt x="1601" y="11775"/>
                  <a:pt x="1588" y="11769"/>
                  <a:pt x="1574" y="11769"/>
                </a:cubicBezTo>
                <a:cubicBezTo>
                  <a:pt x="1560" y="11769"/>
                  <a:pt x="1545" y="11775"/>
                  <a:pt x="1531" y="11789"/>
                </a:cubicBezTo>
                <a:cubicBezTo>
                  <a:pt x="1525" y="11795"/>
                  <a:pt x="1520" y="11795"/>
                  <a:pt x="1515" y="11809"/>
                </a:cubicBezTo>
                <a:cubicBezTo>
                  <a:pt x="1502" y="11828"/>
                  <a:pt x="1488" y="11842"/>
                  <a:pt x="1477" y="11875"/>
                </a:cubicBezTo>
                <a:cubicBezTo>
                  <a:pt x="1455" y="11935"/>
                  <a:pt x="1434" y="12001"/>
                  <a:pt x="1423" y="12094"/>
                </a:cubicBezTo>
                <a:cubicBezTo>
                  <a:pt x="1410" y="12187"/>
                  <a:pt x="1409" y="12221"/>
                  <a:pt x="1405" y="12327"/>
                </a:cubicBezTo>
                <a:cubicBezTo>
                  <a:pt x="1403" y="12380"/>
                  <a:pt x="1407" y="12433"/>
                  <a:pt x="1409" y="12480"/>
                </a:cubicBezTo>
                <a:cubicBezTo>
                  <a:pt x="1410" y="12526"/>
                  <a:pt x="1418" y="12573"/>
                  <a:pt x="1423" y="12619"/>
                </a:cubicBezTo>
                <a:cubicBezTo>
                  <a:pt x="1428" y="12666"/>
                  <a:pt x="1437" y="12706"/>
                  <a:pt x="1446" y="12739"/>
                </a:cubicBezTo>
                <a:cubicBezTo>
                  <a:pt x="1462" y="12812"/>
                  <a:pt x="1488" y="12865"/>
                  <a:pt x="1513" y="12892"/>
                </a:cubicBezTo>
                <a:cubicBezTo>
                  <a:pt x="1525" y="12905"/>
                  <a:pt x="1540" y="12912"/>
                  <a:pt x="1552" y="12912"/>
                </a:cubicBezTo>
                <a:cubicBezTo>
                  <a:pt x="1578" y="12905"/>
                  <a:pt x="1592" y="12892"/>
                  <a:pt x="1613" y="12845"/>
                </a:cubicBezTo>
                <a:cubicBezTo>
                  <a:pt x="1635" y="12805"/>
                  <a:pt x="1655" y="12726"/>
                  <a:pt x="1666" y="12653"/>
                </a:cubicBezTo>
                <a:cubicBezTo>
                  <a:pt x="1678" y="12566"/>
                  <a:pt x="1687" y="12467"/>
                  <a:pt x="1685" y="12367"/>
                </a:cubicBezTo>
                <a:cubicBezTo>
                  <a:pt x="1685" y="12340"/>
                  <a:pt x="1684" y="12314"/>
                  <a:pt x="1684" y="12294"/>
                </a:cubicBezTo>
                <a:cubicBezTo>
                  <a:pt x="1685" y="12280"/>
                  <a:pt x="1687" y="12274"/>
                  <a:pt x="1687" y="12260"/>
                </a:cubicBezTo>
                <a:cubicBezTo>
                  <a:pt x="1689" y="12227"/>
                  <a:pt x="1689" y="12194"/>
                  <a:pt x="1691" y="12161"/>
                </a:cubicBezTo>
                <a:cubicBezTo>
                  <a:pt x="1691" y="12094"/>
                  <a:pt x="1685" y="12028"/>
                  <a:pt x="1676" y="11975"/>
                </a:cubicBezTo>
                <a:cubicBezTo>
                  <a:pt x="1660" y="11882"/>
                  <a:pt x="1640" y="11815"/>
                  <a:pt x="1615" y="11789"/>
                </a:cubicBezTo>
                <a:close/>
                <a:moveTo>
                  <a:pt x="2333" y="12174"/>
                </a:moveTo>
                <a:cubicBezTo>
                  <a:pt x="2329" y="12128"/>
                  <a:pt x="2324" y="12081"/>
                  <a:pt x="2316" y="12041"/>
                </a:cubicBezTo>
                <a:cubicBezTo>
                  <a:pt x="2307" y="11975"/>
                  <a:pt x="2295" y="11921"/>
                  <a:pt x="2284" y="11868"/>
                </a:cubicBezTo>
                <a:cubicBezTo>
                  <a:pt x="2277" y="11835"/>
                  <a:pt x="2270" y="11802"/>
                  <a:pt x="2261" y="11775"/>
                </a:cubicBezTo>
                <a:cubicBezTo>
                  <a:pt x="2243" y="11709"/>
                  <a:pt x="2216" y="11669"/>
                  <a:pt x="2189" y="11669"/>
                </a:cubicBezTo>
                <a:cubicBezTo>
                  <a:pt x="2178" y="11669"/>
                  <a:pt x="2169" y="11676"/>
                  <a:pt x="2160" y="11689"/>
                </a:cubicBezTo>
                <a:cubicBezTo>
                  <a:pt x="2158" y="11689"/>
                  <a:pt x="2156" y="11689"/>
                  <a:pt x="2153" y="11689"/>
                </a:cubicBezTo>
                <a:cubicBezTo>
                  <a:pt x="2135" y="11689"/>
                  <a:pt x="2117" y="11709"/>
                  <a:pt x="2103" y="11742"/>
                </a:cubicBezTo>
                <a:cubicBezTo>
                  <a:pt x="2088" y="11762"/>
                  <a:pt x="2077" y="11802"/>
                  <a:pt x="2065" y="11835"/>
                </a:cubicBezTo>
                <a:cubicBezTo>
                  <a:pt x="2059" y="11855"/>
                  <a:pt x="2054" y="11868"/>
                  <a:pt x="2050" y="11888"/>
                </a:cubicBezTo>
                <a:cubicBezTo>
                  <a:pt x="2041" y="11935"/>
                  <a:pt x="2031" y="11975"/>
                  <a:pt x="2025" y="12028"/>
                </a:cubicBezTo>
                <a:cubicBezTo>
                  <a:pt x="2018" y="12074"/>
                  <a:pt x="2013" y="12134"/>
                  <a:pt x="2009" y="12187"/>
                </a:cubicBezTo>
                <a:cubicBezTo>
                  <a:pt x="2007" y="12214"/>
                  <a:pt x="2007" y="12241"/>
                  <a:pt x="2005" y="12274"/>
                </a:cubicBezTo>
                <a:cubicBezTo>
                  <a:pt x="2004" y="12300"/>
                  <a:pt x="2004" y="12334"/>
                  <a:pt x="2004" y="12360"/>
                </a:cubicBezTo>
                <a:cubicBezTo>
                  <a:pt x="2004" y="12373"/>
                  <a:pt x="2004" y="12387"/>
                  <a:pt x="2004" y="12400"/>
                </a:cubicBezTo>
                <a:cubicBezTo>
                  <a:pt x="2005" y="12447"/>
                  <a:pt x="2005" y="12486"/>
                  <a:pt x="2009" y="12533"/>
                </a:cubicBezTo>
                <a:cubicBezTo>
                  <a:pt x="2009" y="12546"/>
                  <a:pt x="2011" y="12560"/>
                  <a:pt x="2013" y="12566"/>
                </a:cubicBezTo>
                <a:cubicBezTo>
                  <a:pt x="2016" y="12606"/>
                  <a:pt x="2022" y="12646"/>
                  <a:pt x="2027" y="12686"/>
                </a:cubicBezTo>
                <a:cubicBezTo>
                  <a:pt x="2032" y="12719"/>
                  <a:pt x="2040" y="12752"/>
                  <a:pt x="2047" y="12786"/>
                </a:cubicBezTo>
                <a:cubicBezTo>
                  <a:pt x="2049" y="12792"/>
                  <a:pt x="2050" y="12805"/>
                  <a:pt x="2054" y="12812"/>
                </a:cubicBezTo>
                <a:cubicBezTo>
                  <a:pt x="2076" y="12885"/>
                  <a:pt x="2101" y="12945"/>
                  <a:pt x="2129" y="12965"/>
                </a:cubicBezTo>
                <a:cubicBezTo>
                  <a:pt x="2160" y="12992"/>
                  <a:pt x="2187" y="12992"/>
                  <a:pt x="2218" y="12965"/>
                </a:cubicBezTo>
                <a:cubicBezTo>
                  <a:pt x="2232" y="12952"/>
                  <a:pt x="2245" y="12932"/>
                  <a:pt x="2257" y="12905"/>
                </a:cubicBezTo>
                <a:cubicBezTo>
                  <a:pt x="2270" y="12885"/>
                  <a:pt x="2281" y="12845"/>
                  <a:pt x="2291" y="12812"/>
                </a:cubicBezTo>
                <a:cubicBezTo>
                  <a:pt x="2302" y="12779"/>
                  <a:pt x="2311" y="12732"/>
                  <a:pt x="2318" y="12692"/>
                </a:cubicBezTo>
                <a:cubicBezTo>
                  <a:pt x="2320" y="12686"/>
                  <a:pt x="2322" y="12673"/>
                  <a:pt x="2322" y="12666"/>
                </a:cubicBezTo>
                <a:cubicBezTo>
                  <a:pt x="2327" y="12626"/>
                  <a:pt x="2333" y="12586"/>
                  <a:pt x="2334" y="12540"/>
                </a:cubicBezTo>
                <a:cubicBezTo>
                  <a:pt x="2342" y="12433"/>
                  <a:pt x="2340" y="12354"/>
                  <a:pt x="2334" y="12247"/>
                </a:cubicBezTo>
                <a:cubicBezTo>
                  <a:pt x="2334" y="12214"/>
                  <a:pt x="2334" y="12194"/>
                  <a:pt x="2333" y="12174"/>
                </a:cubicBezTo>
                <a:close/>
                <a:moveTo>
                  <a:pt x="2036" y="15404"/>
                </a:moveTo>
                <a:cubicBezTo>
                  <a:pt x="2045" y="15437"/>
                  <a:pt x="2054" y="15464"/>
                  <a:pt x="2065" y="15484"/>
                </a:cubicBezTo>
                <a:cubicBezTo>
                  <a:pt x="2070" y="15497"/>
                  <a:pt x="2077" y="15504"/>
                  <a:pt x="2083" y="15510"/>
                </a:cubicBezTo>
                <a:cubicBezTo>
                  <a:pt x="2088" y="15517"/>
                  <a:pt x="2095" y="15530"/>
                  <a:pt x="2101" y="15537"/>
                </a:cubicBezTo>
                <a:cubicBezTo>
                  <a:pt x="2126" y="15564"/>
                  <a:pt x="2155" y="15550"/>
                  <a:pt x="2178" y="15497"/>
                </a:cubicBezTo>
                <a:cubicBezTo>
                  <a:pt x="2185" y="15484"/>
                  <a:pt x="2191" y="15464"/>
                  <a:pt x="2196" y="15451"/>
                </a:cubicBezTo>
                <a:cubicBezTo>
                  <a:pt x="2200" y="15451"/>
                  <a:pt x="2203" y="15451"/>
                  <a:pt x="2205" y="15444"/>
                </a:cubicBezTo>
                <a:cubicBezTo>
                  <a:pt x="2212" y="15431"/>
                  <a:pt x="2221" y="15417"/>
                  <a:pt x="2228" y="15404"/>
                </a:cubicBezTo>
                <a:cubicBezTo>
                  <a:pt x="2243" y="15371"/>
                  <a:pt x="2255" y="15324"/>
                  <a:pt x="2264" y="15271"/>
                </a:cubicBezTo>
                <a:cubicBezTo>
                  <a:pt x="2284" y="15171"/>
                  <a:pt x="2306" y="15072"/>
                  <a:pt x="2325" y="14972"/>
                </a:cubicBezTo>
                <a:cubicBezTo>
                  <a:pt x="2333" y="14932"/>
                  <a:pt x="2336" y="14886"/>
                  <a:pt x="2338" y="14832"/>
                </a:cubicBezTo>
                <a:cubicBezTo>
                  <a:pt x="2342" y="14786"/>
                  <a:pt x="2340" y="14733"/>
                  <a:pt x="2336" y="14686"/>
                </a:cubicBezTo>
                <a:cubicBezTo>
                  <a:pt x="2329" y="14593"/>
                  <a:pt x="2313" y="14513"/>
                  <a:pt x="2290" y="14467"/>
                </a:cubicBezTo>
                <a:cubicBezTo>
                  <a:pt x="2255" y="14394"/>
                  <a:pt x="2218" y="14354"/>
                  <a:pt x="2178" y="14347"/>
                </a:cubicBezTo>
                <a:cubicBezTo>
                  <a:pt x="2158" y="14341"/>
                  <a:pt x="2138" y="14354"/>
                  <a:pt x="2120" y="14367"/>
                </a:cubicBezTo>
                <a:cubicBezTo>
                  <a:pt x="2115" y="14374"/>
                  <a:pt x="2110" y="14374"/>
                  <a:pt x="2106" y="14387"/>
                </a:cubicBezTo>
                <a:cubicBezTo>
                  <a:pt x="2094" y="14407"/>
                  <a:pt x="2081" y="14420"/>
                  <a:pt x="2068" y="14447"/>
                </a:cubicBezTo>
                <a:cubicBezTo>
                  <a:pt x="2045" y="14500"/>
                  <a:pt x="2031" y="14553"/>
                  <a:pt x="2014" y="14640"/>
                </a:cubicBezTo>
                <a:cubicBezTo>
                  <a:pt x="2005" y="14686"/>
                  <a:pt x="1998" y="14746"/>
                  <a:pt x="1995" y="14806"/>
                </a:cubicBezTo>
                <a:cubicBezTo>
                  <a:pt x="1991" y="14852"/>
                  <a:pt x="1991" y="14892"/>
                  <a:pt x="1989" y="14939"/>
                </a:cubicBezTo>
                <a:cubicBezTo>
                  <a:pt x="1989" y="14952"/>
                  <a:pt x="1989" y="14972"/>
                  <a:pt x="1989" y="14985"/>
                </a:cubicBezTo>
                <a:cubicBezTo>
                  <a:pt x="1989" y="15045"/>
                  <a:pt x="1991" y="15112"/>
                  <a:pt x="1996" y="15165"/>
                </a:cubicBezTo>
                <a:cubicBezTo>
                  <a:pt x="2007" y="15258"/>
                  <a:pt x="2018" y="15331"/>
                  <a:pt x="2036" y="15404"/>
                </a:cubicBezTo>
                <a:close/>
                <a:moveTo>
                  <a:pt x="1464" y="15251"/>
                </a:moveTo>
                <a:cubicBezTo>
                  <a:pt x="1471" y="15291"/>
                  <a:pt x="1480" y="15324"/>
                  <a:pt x="1493" y="15344"/>
                </a:cubicBezTo>
                <a:cubicBezTo>
                  <a:pt x="1502" y="15358"/>
                  <a:pt x="1509" y="15371"/>
                  <a:pt x="1520" y="15384"/>
                </a:cubicBezTo>
                <a:cubicBezTo>
                  <a:pt x="1524" y="15411"/>
                  <a:pt x="1529" y="15431"/>
                  <a:pt x="1534" y="15451"/>
                </a:cubicBezTo>
                <a:cubicBezTo>
                  <a:pt x="1554" y="15517"/>
                  <a:pt x="1579" y="15564"/>
                  <a:pt x="1606" y="15557"/>
                </a:cubicBezTo>
                <a:cubicBezTo>
                  <a:pt x="1631" y="15550"/>
                  <a:pt x="1660" y="15524"/>
                  <a:pt x="1678" y="15451"/>
                </a:cubicBezTo>
                <a:cubicBezTo>
                  <a:pt x="1696" y="15377"/>
                  <a:pt x="1712" y="15311"/>
                  <a:pt x="1730" y="15238"/>
                </a:cubicBezTo>
                <a:cubicBezTo>
                  <a:pt x="1739" y="15205"/>
                  <a:pt x="1747" y="15165"/>
                  <a:pt x="1752" y="15118"/>
                </a:cubicBezTo>
                <a:cubicBezTo>
                  <a:pt x="1759" y="15072"/>
                  <a:pt x="1761" y="15025"/>
                  <a:pt x="1761" y="14972"/>
                </a:cubicBezTo>
                <a:cubicBezTo>
                  <a:pt x="1759" y="14939"/>
                  <a:pt x="1759" y="14906"/>
                  <a:pt x="1757" y="14872"/>
                </a:cubicBezTo>
                <a:cubicBezTo>
                  <a:pt x="1752" y="14813"/>
                  <a:pt x="1745" y="14753"/>
                  <a:pt x="1732" y="14706"/>
                </a:cubicBezTo>
                <a:cubicBezTo>
                  <a:pt x="1730" y="14700"/>
                  <a:pt x="1729" y="14686"/>
                  <a:pt x="1727" y="14680"/>
                </a:cubicBezTo>
                <a:cubicBezTo>
                  <a:pt x="1718" y="14653"/>
                  <a:pt x="1709" y="14626"/>
                  <a:pt x="1700" y="14607"/>
                </a:cubicBezTo>
                <a:cubicBezTo>
                  <a:pt x="1689" y="14580"/>
                  <a:pt x="1675" y="14560"/>
                  <a:pt x="1660" y="14540"/>
                </a:cubicBezTo>
                <a:cubicBezTo>
                  <a:pt x="1648" y="14520"/>
                  <a:pt x="1631" y="14520"/>
                  <a:pt x="1619" y="14513"/>
                </a:cubicBezTo>
                <a:cubicBezTo>
                  <a:pt x="1613" y="14513"/>
                  <a:pt x="1606" y="14513"/>
                  <a:pt x="1601" y="14513"/>
                </a:cubicBezTo>
                <a:cubicBezTo>
                  <a:pt x="1572" y="14527"/>
                  <a:pt x="1545" y="14547"/>
                  <a:pt x="1520" y="14600"/>
                </a:cubicBezTo>
                <a:cubicBezTo>
                  <a:pt x="1497" y="14653"/>
                  <a:pt x="1473" y="14733"/>
                  <a:pt x="1462" y="14826"/>
                </a:cubicBezTo>
                <a:cubicBezTo>
                  <a:pt x="1455" y="14866"/>
                  <a:pt x="1452" y="14912"/>
                  <a:pt x="1450" y="14965"/>
                </a:cubicBezTo>
                <a:cubicBezTo>
                  <a:pt x="1446" y="15012"/>
                  <a:pt x="1448" y="15065"/>
                  <a:pt x="1452" y="15112"/>
                </a:cubicBezTo>
                <a:cubicBezTo>
                  <a:pt x="1448" y="15171"/>
                  <a:pt x="1455" y="15211"/>
                  <a:pt x="1464" y="15251"/>
                </a:cubicBezTo>
                <a:close/>
                <a:moveTo>
                  <a:pt x="745" y="15397"/>
                </a:moveTo>
                <a:cubicBezTo>
                  <a:pt x="754" y="15451"/>
                  <a:pt x="767" y="15497"/>
                  <a:pt x="781" y="15530"/>
                </a:cubicBezTo>
                <a:cubicBezTo>
                  <a:pt x="790" y="15550"/>
                  <a:pt x="797" y="15564"/>
                  <a:pt x="806" y="15584"/>
                </a:cubicBezTo>
                <a:cubicBezTo>
                  <a:pt x="822" y="15610"/>
                  <a:pt x="839" y="15637"/>
                  <a:pt x="855" y="15650"/>
                </a:cubicBezTo>
                <a:cubicBezTo>
                  <a:pt x="896" y="15683"/>
                  <a:pt x="937" y="15677"/>
                  <a:pt x="973" y="15590"/>
                </a:cubicBezTo>
                <a:cubicBezTo>
                  <a:pt x="995" y="15537"/>
                  <a:pt x="1008" y="15490"/>
                  <a:pt x="1024" y="15411"/>
                </a:cubicBezTo>
                <a:cubicBezTo>
                  <a:pt x="1026" y="15397"/>
                  <a:pt x="1027" y="15391"/>
                  <a:pt x="1029" y="15378"/>
                </a:cubicBezTo>
                <a:cubicBezTo>
                  <a:pt x="1035" y="15344"/>
                  <a:pt x="1038" y="15304"/>
                  <a:pt x="1042" y="15265"/>
                </a:cubicBezTo>
                <a:cubicBezTo>
                  <a:pt x="1044" y="15251"/>
                  <a:pt x="1044" y="15238"/>
                  <a:pt x="1044" y="15225"/>
                </a:cubicBezTo>
                <a:cubicBezTo>
                  <a:pt x="1044" y="15225"/>
                  <a:pt x="1045" y="15225"/>
                  <a:pt x="1045" y="15218"/>
                </a:cubicBezTo>
                <a:cubicBezTo>
                  <a:pt x="1067" y="15171"/>
                  <a:pt x="1087" y="15085"/>
                  <a:pt x="1092" y="14999"/>
                </a:cubicBezTo>
                <a:cubicBezTo>
                  <a:pt x="1097" y="14906"/>
                  <a:pt x="1097" y="14799"/>
                  <a:pt x="1081" y="14713"/>
                </a:cubicBezTo>
                <a:cubicBezTo>
                  <a:pt x="1067" y="14626"/>
                  <a:pt x="1047" y="14573"/>
                  <a:pt x="1022" y="14540"/>
                </a:cubicBezTo>
                <a:cubicBezTo>
                  <a:pt x="1018" y="14540"/>
                  <a:pt x="1017" y="14533"/>
                  <a:pt x="1013" y="14533"/>
                </a:cubicBezTo>
                <a:cubicBezTo>
                  <a:pt x="963" y="14367"/>
                  <a:pt x="884" y="14341"/>
                  <a:pt x="826" y="14474"/>
                </a:cubicBezTo>
                <a:cubicBezTo>
                  <a:pt x="792" y="14547"/>
                  <a:pt x="768" y="14666"/>
                  <a:pt x="758" y="14799"/>
                </a:cubicBezTo>
                <a:cubicBezTo>
                  <a:pt x="752" y="14866"/>
                  <a:pt x="750" y="14932"/>
                  <a:pt x="750" y="14999"/>
                </a:cubicBezTo>
                <a:cubicBezTo>
                  <a:pt x="743" y="15032"/>
                  <a:pt x="738" y="15072"/>
                  <a:pt x="736" y="15112"/>
                </a:cubicBezTo>
                <a:cubicBezTo>
                  <a:pt x="732" y="15158"/>
                  <a:pt x="731" y="15211"/>
                  <a:pt x="734" y="15258"/>
                </a:cubicBezTo>
                <a:cubicBezTo>
                  <a:pt x="733" y="15311"/>
                  <a:pt x="736" y="15358"/>
                  <a:pt x="745" y="15397"/>
                </a:cubicBezTo>
                <a:close/>
                <a:moveTo>
                  <a:pt x="997" y="17391"/>
                </a:moveTo>
                <a:cubicBezTo>
                  <a:pt x="970" y="17318"/>
                  <a:pt x="941" y="17272"/>
                  <a:pt x="911" y="17232"/>
                </a:cubicBezTo>
                <a:cubicBezTo>
                  <a:pt x="887" y="17199"/>
                  <a:pt x="853" y="17225"/>
                  <a:pt x="833" y="17272"/>
                </a:cubicBezTo>
                <a:cubicBezTo>
                  <a:pt x="815" y="17312"/>
                  <a:pt x="797" y="17385"/>
                  <a:pt x="790" y="17464"/>
                </a:cubicBezTo>
                <a:cubicBezTo>
                  <a:pt x="783" y="17471"/>
                  <a:pt x="776" y="17471"/>
                  <a:pt x="767" y="17478"/>
                </a:cubicBezTo>
                <a:cubicBezTo>
                  <a:pt x="750" y="17498"/>
                  <a:pt x="734" y="17524"/>
                  <a:pt x="722" y="17571"/>
                </a:cubicBezTo>
                <a:cubicBezTo>
                  <a:pt x="698" y="17644"/>
                  <a:pt x="680" y="17770"/>
                  <a:pt x="675" y="17876"/>
                </a:cubicBezTo>
                <a:cubicBezTo>
                  <a:pt x="670" y="17983"/>
                  <a:pt x="670" y="18043"/>
                  <a:pt x="675" y="18149"/>
                </a:cubicBezTo>
                <a:cubicBezTo>
                  <a:pt x="677" y="18209"/>
                  <a:pt x="684" y="18269"/>
                  <a:pt x="691" y="18322"/>
                </a:cubicBezTo>
                <a:cubicBezTo>
                  <a:pt x="706" y="18435"/>
                  <a:pt x="733" y="18528"/>
                  <a:pt x="761" y="18594"/>
                </a:cubicBezTo>
                <a:cubicBezTo>
                  <a:pt x="794" y="18667"/>
                  <a:pt x="828" y="18694"/>
                  <a:pt x="864" y="18707"/>
                </a:cubicBezTo>
                <a:cubicBezTo>
                  <a:pt x="893" y="18721"/>
                  <a:pt x="921" y="18707"/>
                  <a:pt x="950" y="18687"/>
                </a:cubicBezTo>
                <a:cubicBezTo>
                  <a:pt x="984" y="18661"/>
                  <a:pt x="1018" y="18594"/>
                  <a:pt x="1044" y="18501"/>
                </a:cubicBezTo>
                <a:cubicBezTo>
                  <a:pt x="1054" y="18461"/>
                  <a:pt x="1067" y="18408"/>
                  <a:pt x="1074" y="18355"/>
                </a:cubicBezTo>
                <a:cubicBezTo>
                  <a:pt x="1087" y="18255"/>
                  <a:pt x="1090" y="18189"/>
                  <a:pt x="1094" y="18082"/>
                </a:cubicBezTo>
                <a:cubicBezTo>
                  <a:pt x="1098" y="17950"/>
                  <a:pt x="1087" y="17817"/>
                  <a:pt x="1072" y="17697"/>
                </a:cubicBezTo>
                <a:cubicBezTo>
                  <a:pt x="1056" y="17571"/>
                  <a:pt x="1027" y="17478"/>
                  <a:pt x="997" y="17391"/>
                </a:cubicBezTo>
                <a:close/>
                <a:moveTo>
                  <a:pt x="1615" y="17471"/>
                </a:moveTo>
                <a:cubicBezTo>
                  <a:pt x="1601" y="17458"/>
                  <a:pt x="1588" y="17451"/>
                  <a:pt x="1574" y="17451"/>
                </a:cubicBezTo>
                <a:cubicBezTo>
                  <a:pt x="1560" y="17451"/>
                  <a:pt x="1545" y="17458"/>
                  <a:pt x="1531" y="17471"/>
                </a:cubicBezTo>
                <a:cubicBezTo>
                  <a:pt x="1525" y="17478"/>
                  <a:pt x="1520" y="17478"/>
                  <a:pt x="1515" y="17491"/>
                </a:cubicBezTo>
                <a:cubicBezTo>
                  <a:pt x="1502" y="17511"/>
                  <a:pt x="1488" y="17524"/>
                  <a:pt x="1477" y="17557"/>
                </a:cubicBezTo>
                <a:cubicBezTo>
                  <a:pt x="1455" y="17617"/>
                  <a:pt x="1434" y="17684"/>
                  <a:pt x="1423" y="17777"/>
                </a:cubicBezTo>
                <a:cubicBezTo>
                  <a:pt x="1410" y="17870"/>
                  <a:pt x="1409" y="17903"/>
                  <a:pt x="1405" y="18009"/>
                </a:cubicBezTo>
                <a:cubicBezTo>
                  <a:pt x="1403" y="18063"/>
                  <a:pt x="1407" y="18116"/>
                  <a:pt x="1409" y="18162"/>
                </a:cubicBezTo>
                <a:cubicBezTo>
                  <a:pt x="1410" y="18209"/>
                  <a:pt x="1418" y="18255"/>
                  <a:pt x="1423" y="18302"/>
                </a:cubicBezTo>
                <a:cubicBezTo>
                  <a:pt x="1428" y="18348"/>
                  <a:pt x="1437" y="18388"/>
                  <a:pt x="1446" y="18421"/>
                </a:cubicBezTo>
                <a:cubicBezTo>
                  <a:pt x="1462" y="18495"/>
                  <a:pt x="1488" y="18548"/>
                  <a:pt x="1513" y="18574"/>
                </a:cubicBezTo>
                <a:cubicBezTo>
                  <a:pt x="1525" y="18588"/>
                  <a:pt x="1540" y="18594"/>
                  <a:pt x="1552" y="18594"/>
                </a:cubicBezTo>
                <a:cubicBezTo>
                  <a:pt x="1578" y="18588"/>
                  <a:pt x="1592" y="18574"/>
                  <a:pt x="1613" y="18528"/>
                </a:cubicBezTo>
                <a:cubicBezTo>
                  <a:pt x="1635" y="18488"/>
                  <a:pt x="1655" y="18408"/>
                  <a:pt x="1666" y="18335"/>
                </a:cubicBezTo>
                <a:cubicBezTo>
                  <a:pt x="1678" y="18249"/>
                  <a:pt x="1687" y="18149"/>
                  <a:pt x="1685" y="18049"/>
                </a:cubicBezTo>
                <a:cubicBezTo>
                  <a:pt x="1685" y="18023"/>
                  <a:pt x="1684" y="17996"/>
                  <a:pt x="1684" y="17976"/>
                </a:cubicBezTo>
                <a:cubicBezTo>
                  <a:pt x="1685" y="17963"/>
                  <a:pt x="1687" y="17956"/>
                  <a:pt x="1687" y="17943"/>
                </a:cubicBezTo>
                <a:cubicBezTo>
                  <a:pt x="1689" y="17910"/>
                  <a:pt x="1689" y="17876"/>
                  <a:pt x="1691" y="17843"/>
                </a:cubicBezTo>
                <a:cubicBezTo>
                  <a:pt x="1691" y="17777"/>
                  <a:pt x="1685" y="17710"/>
                  <a:pt x="1676" y="17657"/>
                </a:cubicBezTo>
                <a:cubicBezTo>
                  <a:pt x="1660" y="17564"/>
                  <a:pt x="1640" y="17498"/>
                  <a:pt x="1615" y="17471"/>
                </a:cubicBezTo>
                <a:close/>
                <a:moveTo>
                  <a:pt x="2333" y="17857"/>
                </a:moveTo>
                <a:cubicBezTo>
                  <a:pt x="2329" y="17810"/>
                  <a:pt x="2324" y="17763"/>
                  <a:pt x="2316" y="17724"/>
                </a:cubicBezTo>
                <a:cubicBezTo>
                  <a:pt x="2307" y="17657"/>
                  <a:pt x="2295" y="17604"/>
                  <a:pt x="2284" y="17551"/>
                </a:cubicBezTo>
                <a:cubicBezTo>
                  <a:pt x="2277" y="17518"/>
                  <a:pt x="2270" y="17484"/>
                  <a:pt x="2261" y="17458"/>
                </a:cubicBezTo>
                <a:cubicBezTo>
                  <a:pt x="2243" y="17391"/>
                  <a:pt x="2216" y="17351"/>
                  <a:pt x="2189" y="17351"/>
                </a:cubicBezTo>
                <a:cubicBezTo>
                  <a:pt x="2178" y="17351"/>
                  <a:pt x="2169" y="17358"/>
                  <a:pt x="2160" y="17371"/>
                </a:cubicBezTo>
                <a:cubicBezTo>
                  <a:pt x="2158" y="17371"/>
                  <a:pt x="2156" y="17371"/>
                  <a:pt x="2153" y="17371"/>
                </a:cubicBezTo>
                <a:cubicBezTo>
                  <a:pt x="2135" y="17371"/>
                  <a:pt x="2117" y="17391"/>
                  <a:pt x="2103" y="17425"/>
                </a:cubicBezTo>
                <a:cubicBezTo>
                  <a:pt x="2088" y="17444"/>
                  <a:pt x="2077" y="17484"/>
                  <a:pt x="2065" y="17518"/>
                </a:cubicBezTo>
                <a:cubicBezTo>
                  <a:pt x="2059" y="17537"/>
                  <a:pt x="2054" y="17551"/>
                  <a:pt x="2050" y="17571"/>
                </a:cubicBezTo>
                <a:cubicBezTo>
                  <a:pt x="2041" y="17617"/>
                  <a:pt x="2031" y="17657"/>
                  <a:pt x="2025" y="17710"/>
                </a:cubicBezTo>
                <a:cubicBezTo>
                  <a:pt x="2018" y="17757"/>
                  <a:pt x="2013" y="17817"/>
                  <a:pt x="2009" y="17870"/>
                </a:cubicBezTo>
                <a:cubicBezTo>
                  <a:pt x="2007" y="17896"/>
                  <a:pt x="2007" y="17923"/>
                  <a:pt x="2005" y="17956"/>
                </a:cubicBezTo>
                <a:cubicBezTo>
                  <a:pt x="2004" y="17983"/>
                  <a:pt x="2004" y="18016"/>
                  <a:pt x="2004" y="18043"/>
                </a:cubicBezTo>
                <a:cubicBezTo>
                  <a:pt x="2004" y="18056"/>
                  <a:pt x="2004" y="18069"/>
                  <a:pt x="2004" y="18082"/>
                </a:cubicBezTo>
                <a:cubicBezTo>
                  <a:pt x="2005" y="18129"/>
                  <a:pt x="2005" y="18169"/>
                  <a:pt x="2009" y="18215"/>
                </a:cubicBezTo>
                <a:cubicBezTo>
                  <a:pt x="2009" y="18229"/>
                  <a:pt x="2011" y="18242"/>
                  <a:pt x="2013" y="18249"/>
                </a:cubicBezTo>
                <a:cubicBezTo>
                  <a:pt x="2016" y="18289"/>
                  <a:pt x="2022" y="18328"/>
                  <a:pt x="2027" y="18368"/>
                </a:cubicBezTo>
                <a:cubicBezTo>
                  <a:pt x="2032" y="18402"/>
                  <a:pt x="2040" y="18435"/>
                  <a:pt x="2047" y="18468"/>
                </a:cubicBezTo>
                <a:cubicBezTo>
                  <a:pt x="2049" y="18475"/>
                  <a:pt x="2050" y="18488"/>
                  <a:pt x="2054" y="18495"/>
                </a:cubicBezTo>
                <a:cubicBezTo>
                  <a:pt x="2076" y="18568"/>
                  <a:pt x="2101" y="18627"/>
                  <a:pt x="2129" y="18647"/>
                </a:cubicBezTo>
                <a:cubicBezTo>
                  <a:pt x="2160" y="18674"/>
                  <a:pt x="2187" y="18674"/>
                  <a:pt x="2218" y="18647"/>
                </a:cubicBezTo>
                <a:cubicBezTo>
                  <a:pt x="2232" y="18634"/>
                  <a:pt x="2245" y="18614"/>
                  <a:pt x="2257" y="18588"/>
                </a:cubicBezTo>
                <a:cubicBezTo>
                  <a:pt x="2270" y="18568"/>
                  <a:pt x="2281" y="18528"/>
                  <a:pt x="2291" y="18495"/>
                </a:cubicBezTo>
                <a:cubicBezTo>
                  <a:pt x="2302" y="18461"/>
                  <a:pt x="2311" y="18415"/>
                  <a:pt x="2318" y="18375"/>
                </a:cubicBezTo>
                <a:cubicBezTo>
                  <a:pt x="2320" y="18368"/>
                  <a:pt x="2322" y="18355"/>
                  <a:pt x="2322" y="18348"/>
                </a:cubicBezTo>
                <a:cubicBezTo>
                  <a:pt x="2327" y="18308"/>
                  <a:pt x="2333" y="18269"/>
                  <a:pt x="2334" y="18222"/>
                </a:cubicBezTo>
                <a:cubicBezTo>
                  <a:pt x="2342" y="18116"/>
                  <a:pt x="2340" y="18036"/>
                  <a:pt x="2334" y="17930"/>
                </a:cubicBezTo>
                <a:cubicBezTo>
                  <a:pt x="2334" y="17890"/>
                  <a:pt x="2334" y="17876"/>
                  <a:pt x="2333" y="17857"/>
                </a:cubicBezTo>
                <a:close/>
                <a:moveTo>
                  <a:pt x="2036" y="21087"/>
                </a:moveTo>
                <a:cubicBezTo>
                  <a:pt x="2045" y="21120"/>
                  <a:pt x="2054" y="21146"/>
                  <a:pt x="2065" y="21166"/>
                </a:cubicBezTo>
                <a:cubicBezTo>
                  <a:pt x="2070" y="21180"/>
                  <a:pt x="2077" y="21186"/>
                  <a:pt x="2083" y="21193"/>
                </a:cubicBezTo>
                <a:cubicBezTo>
                  <a:pt x="2088" y="21200"/>
                  <a:pt x="2095" y="21213"/>
                  <a:pt x="2101" y="21219"/>
                </a:cubicBezTo>
                <a:cubicBezTo>
                  <a:pt x="2126" y="21246"/>
                  <a:pt x="2155" y="21233"/>
                  <a:pt x="2178" y="21180"/>
                </a:cubicBezTo>
                <a:cubicBezTo>
                  <a:pt x="2185" y="21166"/>
                  <a:pt x="2191" y="21146"/>
                  <a:pt x="2196" y="21133"/>
                </a:cubicBezTo>
                <a:cubicBezTo>
                  <a:pt x="2200" y="21133"/>
                  <a:pt x="2203" y="21133"/>
                  <a:pt x="2205" y="21126"/>
                </a:cubicBezTo>
                <a:cubicBezTo>
                  <a:pt x="2212" y="21113"/>
                  <a:pt x="2221" y="21100"/>
                  <a:pt x="2228" y="21086"/>
                </a:cubicBezTo>
                <a:cubicBezTo>
                  <a:pt x="2243" y="21053"/>
                  <a:pt x="2255" y="21007"/>
                  <a:pt x="2264" y="20954"/>
                </a:cubicBezTo>
                <a:cubicBezTo>
                  <a:pt x="2284" y="20854"/>
                  <a:pt x="2306" y="20754"/>
                  <a:pt x="2325" y="20654"/>
                </a:cubicBezTo>
                <a:cubicBezTo>
                  <a:pt x="2333" y="20615"/>
                  <a:pt x="2336" y="20568"/>
                  <a:pt x="2338" y="20515"/>
                </a:cubicBezTo>
                <a:cubicBezTo>
                  <a:pt x="2342" y="20468"/>
                  <a:pt x="2340" y="20415"/>
                  <a:pt x="2336" y="20369"/>
                </a:cubicBezTo>
                <a:cubicBezTo>
                  <a:pt x="2329" y="20276"/>
                  <a:pt x="2313" y="20196"/>
                  <a:pt x="2290" y="20149"/>
                </a:cubicBezTo>
                <a:cubicBezTo>
                  <a:pt x="2255" y="20076"/>
                  <a:pt x="2218" y="20036"/>
                  <a:pt x="2178" y="20030"/>
                </a:cubicBezTo>
                <a:cubicBezTo>
                  <a:pt x="2158" y="20023"/>
                  <a:pt x="2138" y="20036"/>
                  <a:pt x="2120" y="20050"/>
                </a:cubicBezTo>
                <a:cubicBezTo>
                  <a:pt x="2115" y="20056"/>
                  <a:pt x="2110" y="20056"/>
                  <a:pt x="2106" y="20070"/>
                </a:cubicBezTo>
                <a:cubicBezTo>
                  <a:pt x="2094" y="20090"/>
                  <a:pt x="2081" y="20103"/>
                  <a:pt x="2068" y="20129"/>
                </a:cubicBezTo>
                <a:cubicBezTo>
                  <a:pt x="2045" y="20183"/>
                  <a:pt x="2031" y="20236"/>
                  <a:pt x="2014" y="20322"/>
                </a:cubicBezTo>
                <a:cubicBezTo>
                  <a:pt x="2005" y="20369"/>
                  <a:pt x="1998" y="20429"/>
                  <a:pt x="1995" y="20488"/>
                </a:cubicBezTo>
                <a:cubicBezTo>
                  <a:pt x="1991" y="20535"/>
                  <a:pt x="1991" y="20575"/>
                  <a:pt x="1989" y="20621"/>
                </a:cubicBezTo>
                <a:cubicBezTo>
                  <a:pt x="1989" y="20635"/>
                  <a:pt x="1989" y="20654"/>
                  <a:pt x="1989" y="20668"/>
                </a:cubicBezTo>
                <a:cubicBezTo>
                  <a:pt x="1989" y="20728"/>
                  <a:pt x="1991" y="20794"/>
                  <a:pt x="1996" y="20847"/>
                </a:cubicBezTo>
                <a:cubicBezTo>
                  <a:pt x="2007" y="20940"/>
                  <a:pt x="2018" y="21013"/>
                  <a:pt x="2036" y="21087"/>
                </a:cubicBezTo>
                <a:close/>
                <a:moveTo>
                  <a:pt x="1464" y="20927"/>
                </a:moveTo>
                <a:cubicBezTo>
                  <a:pt x="1471" y="20967"/>
                  <a:pt x="1480" y="21000"/>
                  <a:pt x="1493" y="21020"/>
                </a:cubicBezTo>
                <a:cubicBezTo>
                  <a:pt x="1502" y="21033"/>
                  <a:pt x="1509" y="21047"/>
                  <a:pt x="1520" y="21060"/>
                </a:cubicBezTo>
                <a:cubicBezTo>
                  <a:pt x="1524" y="21087"/>
                  <a:pt x="1529" y="21106"/>
                  <a:pt x="1534" y="21126"/>
                </a:cubicBezTo>
                <a:cubicBezTo>
                  <a:pt x="1554" y="21193"/>
                  <a:pt x="1579" y="21239"/>
                  <a:pt x="1606" y="21233"/>
                </a:cubicBezTo>
                <a:cubicBezTo>
                  <a:pt x="1631" y="21226"/>
                  <a:pt x="1660" y="21200"/>
                  <a:pt x="1678" y="21126"/>
                </a:cubicBezTo>
                <a:cubicBezTo>
                  <a:pt x="1696" y="21053"/>
                  <a:pt x="1712" y="20987"/>
                  <a:pt x="1730" y="20914"/>
                </a:cubicBezTo>
                <a:cubicBezTo>
                  <a:pt x="1739" y="20881"/>
                  <a:pt x="1747" y="20841"/>
                  <a:pt x="1752" y="20794"/>
                </a:cubicBezTo>
                <a:cubicBezTo>
                  <a:pt x="1759" y="20748"/>
                  <a:pt x="1761" y="20701"/>
                  <a:pt x="1761" y="20648"/>
                </a:cubicBezTo>
                <a:cubicBezTo>
                  <a:pt x="1759" y="20615"/>
                  <a:pt x="1759" y="20581"/>
                  <a:pt x="1757" y="20548"/>
                </a:cubicBezTo>
                <a:cubicBezTo>
                  <a:pt x="1752" y="20488"/>
                  <a:pt x="1745" y="20429"/>
                  <a:pt x="1732" y="20382"/>
                </a:cubicBezTo>
                <a:cubicBezTo>
                  <a:pt x="1730" y="20375"/>
                  <a:pt x="1729" y="20362"/>
                  <a:pt x="1727" y="20355"/>
                </a:cubicBezTo>
                <a:cubicBezTo>
                  <a:pt x="1718" y="20329"/>
                  <a:pt x="1709" y="20302"/>
                  <a:pt x="1700" y="20282"/>
                </a:cubicBezTo>
                <a:cubicBezTo>
                  <a:pt x="1689" y="20256"/>
                  <a:pt x="1675" y="20236"/>
                  <a:pt x="1660" y="20216"/>
                </a:cubicBezTo>
                <a:cubicBezTo>
                  <a:pt x="1648" y="20196"/>
                  <a:pt x="1631" y="20196"/>
                  <a:pt x="1619" y="20189"/>
                </a:cubicBezTo>
                <a:cubicBezTo>
                  <a:pt x="1613" y="20189"/>
                  <a:pt x="1606" y="20189"/>
                  <a:pt x="1601" y="20189"/>
                </a:cubicBezTo>
                <a:cubicBezTo>
                  <a:pt x="1572" y="20203"/>
                  <a:pt x="1545" y="20223"/>
                  <a:pt x="1520" y="20276"/>
                </a:cubicBezTo>
                <a:cubicBezTo>
                  <a:pt x="1497" y="20329"/>
                  <a:pt x="1473" y="20409"/>
                  <a:pt x="1462" y="20502"/>
                </a:cubicBezTo>
                <a:cubicBezTo>
                  <a:pt x="1455" y="20542"/>
                  <a:pt x="1452" y="20588"/>
                  <a:pt x="1450" y="20641"/>
                </a:cubicBezTo>
                <a:cubicBezTo>
                  <a:pt x="1446" y="20688"/>
                  <a:pt x="1448" y="20741"/>
                  <a:pt x="1452" y="20787"/>
                </a:cubicBezTo>
                <a:cubicBezTo>
                  <a:pt x="1448" y="20854"/>
                  <a:pt x="1455" y="20894"/>
                  <a:pt x="1464" y="20927"/>
                </a:cubicBezTo>
                <a:close/>
                <a:moveTo>
                  <a:pt x="745" y="21080"/>
                </a:moveTo>
                <a:cubicBezTo>
                  <a:pt x="754" y="21133"/>
                  <a:pt x="767" y="21180"/>
                  <a:pt x="781" y="21213"/>
                </a:cubicBezTo>
                <a:cubicBezTo>
                  <a:pt x="790" y="21233"/>
                  <a:pt x="797" y="21246"/>
                  <a:pt x="806" y="21266"/>
                </a:cubicBezTo>
                <a:cubicBezTo>
                  <a:pt x="822" y="21293"/>
                  <a:pt x="839" y="21319"/>
                  <a:pt x="855" y="21332"/>
                </a:cubicBezTo>
                <a:cubicBezTo>
                  <a:pt x="896" y="21366"/>
                  <a:pt x="937" y="21359"/>
                  <a:pt x="973" y="21273"/>
                </a:cubicBezTo>
                <a:cubicBezTo>
                  <a:pt x="995" y="21219"/>
                  <a:pt x="1008" y="21173"/>
                  <a:pt x="1024" y="21093"/>
                </a:cubicBezTo>
                <a:cubicBezTo>
                  <a:pt x="1026" y="21080"/>
                  <a:pt x="1027" y="21073"/>
                  <a:pt x="1029" y="21060"/>
                </a:cubicBezTo>
                <a:cubicBezTo>
                  <a:pt x="1035" y="21027"/>
                  <a:pt x="1038" y="20987"/>
                  <a:pt x="1042" y="20947"/>
                </a:cubicBezTo>
                <a:cubicBezTo>
                  <a:pt x="1044" y="20934"/>
                  <a:pt x="1044" y="20920"/>
                  <a:pt x="1044" y="20907"/>
                </a:cubicBezTo>
                <a:cubicBezTo>
                  <a:pt x="1044" y="20907"/>
                  <a:pt x="1045" y="20907"/>
                  <a:pt x="1045" y="20900"/>
                </a:cubicBezTo>
                <a:cubicBezTo>
                  <a:pt x="1067" y="20854"/>
                  <a:pt x="1087" y="20768"/>
                  <a:pt x="1092" y="20681"/>
                </a:cubicBezTo>
                <a:cubicBezTo>
                  <a:pt x="1097" y="20588"/>
                  <a:pt x="1097" y="20482"/>
                  <a:pt x="1081" y="20395"/>
                </a:cubicBezTo>
                <a:cubicBezTo>
                  <a:pt x="1067" y="20309"/>
                  <a:pt x="1047" y="20256"/>
                  <a:pt x="1022" y="20223"/>
                </a:cubicBezTo>
                <a:cubicBezTo>
                  <a:pt x="1018" y="20223"/>
                  <a:pt x="1017" y="20216"/>
                  <a:pt x="1013" y="20216"/>
                </a:cubicBezTo>
                <a:cubicBezTo>
                  <a:pt x="963" y="20050"/>
                  <a:pt x="884" y="20023"/>
                  <a:pt x="826" y="20156"/>
                </a:cubicBezTo>
                <a:cubicBezTo>
                  <a:pt x="792" y="20229"/>
                  <a:pt x="768" y="20349"/>
                  <a:pt x="758" y="20482"/>
                </a:cubicBezTo>
                <a:cubicBezTo>
                  <a:pt x="752" y="20548"/>
                  <a:pt x="750" y="20615"/>
                  <a:pt x="750" y="20681"/>
                </a:cubicBezTo>
                <a:cubicBezTo>
                  <a:pt x="743" y="20714"/>
                  <a:pt x="738" y="20754"/>
                  <a:pt x="736" y="20794"/>
                </a:cubicBezTo>
                <a:cubicBezTo>
                  <a:pt x="732" y="20841"/>
                  <a:pt x="731" y="20894"/>
                  <a:pt x="734" y="20940"/>
                </a:cubicBezTo>
                <a:cubicBezTo>
                  <a:pt x="733" y="20993"/>
                  <a:pt x="736" y="21040"/>
                  <a:pt x="745" y="21080"/>
                </a:cubicBezTo>
                <a:close/>
                <a:moveTo>
                  <a:pt x="3512" y="21007"/>
                </a:moveTo>
                <a:cubicBezTo>
                  <a:pt x="3514" y="21007"/>
                  <a:pt x="3516" y="21013"/>
                  <a:pt x="3517" y="21013"/>
                </a:cubicBezTo>
                <a:cubicBezTo>
                  <a:pt x="3519" y="21013"/>
                  <a:pt x="3521" y="21013"/>
                  <a:pt x="3523" y="21013"/>
                </a:cubicBezTo>
                <a:cubicBezTo>
                  <a:pt x="3532" y="21120"/>
                  <a:pt x="3553" y="21219"/>
                  <a:pt x="3580" y="21273"/>
                </a:cubicBezTo>
                <a:cubicBezTo>
                  <a:pt x="3589" y="21293"/>
                  <a:pt x="3600" y="21306"/>
                  <a:pt x="3609" y="21319"/>
                </a:cubicBezTo>
                <a:cubicBezTo>
                  <a:pt x="3611" y="21319"/>
                  <a:pt x="3613" y="21326"/>
                  <a:pt x="3616" y="21326"/>
                </a:cubicBezTo>
                <a:cubicBezTo>
                  <a:pt x="3640" y="21346"/>
                  <a:pt x="3656" y="21346"/>
                  <a:pt x="3679" y="21326"/>
                </a:cubicBezTo>
                <a:cubicBezTo>
                  <a:pt x="3688" y="21319"/>
                  <a:pt x="3699" y="21299"/>
                  <a:pt x="3708" y="21279"/>
                </a:cubicBezTo>
                <a:cubicBezTo>
                  <a:pt x="3713" y="21266"/>
                  <a:pt x="3724" y="21233"/>
                  <a:pt x="3730" y="21219"/>
                </a:cubicBezTo>
                <a:cubicBezTo>
                  <a:pt x="3737" y="21200"/>
                  <a:pt x="3742" y="21166"/>
                  <a:pt x="3746" y="21140"/>
                </a:cubicBezTo>
                <a:cubicBezTo>
                  <a:pt x="3751" y="21106"/>
                  <a:pt x="3755" y="21067"/>
                  <a:pt x="3757" y="21033"/>
                </a:cubicBezTo>
                <a:cubicBezTo>
                  <a:pt x="3758" y="21000"/>
                  <a:pt x="3760" y="20960"/>
                  <a:pt x="3760" y="20927"/>
                </a:cubicBezTo>
                <a:cubicBezTo>
                  <a:pt x="3760" y="20894"/>
                  <a:pt x="3758" y="20854"/>
                  <a:pt x="3757" y="20821"/>
                </a:cubicBezTo>
                <a:cubicBezTo>
                  <a:pt x="3755" y="20801"/>
                  <a:pt x="3753" y="20787"/>
                  <a:pt x="3751" y="20774"/>
                </a:cubicBezTo>
                <a:cubicBezTo>
                  <a:pt x="3762" y="20688"/>
                  <a:pt x="3766" y="20601"/>
                  <a:pt x="3758" y="20508"/>
                </a:cubicBezTo>
                <a:cubicBezTo>
                  <a:pt x="3748" y="20355"/>
                  <a:pt x="3721" y="20236"/>
                  <a:pt x="3685" y="20156"/>
                </a:cubicBezTo>
                <a:cubicBezTo>
                  <a:pt x="3674" y="20129"/>
                  <a:pt x="3663" y="20116"/>
                  <a:pt x="3651" y="20103"/>
                </a:cubicBezTo>
                <a:cubicBezTo>
                  <a:pt x="3647" y="20096"/>
                  <a:pt x="3642" y="20090"/>
                  <a:pt x="3638" y="20090"/>
                </a:cubicBezTo>
                <a:cubicBezTo>
                  <a:pt x="3622" y="20076"/>
                  <a:pt x="3604" y="20063"/>
                  <a:pt x="3588" y="20070"/>
                </a:cubicBezTo>
                <a:cubicBezTo>
                  <a:pt x="3575" y="20070"/>
                  <a:pt x="3562" y="20076"/>
                  <a:pt x="3550" y="20090"/>
                </a:cubicBezTo>
                <a:cubicBezTo>
                  <a:pt x="3546" y="20090"/>
                  <a:pt x="3541" y="20096"/>
                  <a:pt x="3537" y="20103"/>
                </a:cubicBezTo>
                <a:cubicBezTo>
                  <a:pt x="3510" y="20136"/>
                  <a:pt x="3494" y="20169"/>
                  <a:pt x="3473" y="20242"/>
                </a:cubicBezTo>
                <a:cubicBezTo>
                  <a:pt x="3469" y="20249"/>
                  <a:pt x="3467" y="20262"/>
                  <a:pt x="3464" y="20276"/>
                </a:cubicBezTo>
                <a:cubicBezTo>
                  <a:pt x="3456" y="20309"/>
                  <a:pt x="3447" y="20349"/>
                  <a:pt x="3440" y="20395"/>
                </a:cubicBezTo>
                <a:cubicBezTo>
                  <a:pt x="3431" y="20468"/>
                  <a:pt x="3422" y="20542"/>
                  <a:pt x="3424" y="20628"/>
                </a:cubicBezTo>
                <a:cubicBezTo>
                  <a:pt x="3426" y="20734"/>
                  <a:pt x="3435" y="20841"/>
                  <a:pt x="3456" y="20920"/>
                </a:cubicBezTo>
                <a:cubicBezTo>
                  <a:pt x="3476" y="20947"/>
                  <a:pt x="3492" y="20987"/>
                  <a:pt x="3512" y="21007"/>
                </a:cubicBezTo>
                <a:close/>
                <a:moveTo>
                  <a:pt x="2662" y="20721"/>
                </a:moveTo>
                <a:cubicBezTo>
                  <a:pt x="2662" y="20787"/>
                  <a:pt x="2667" y="20854"/>
                  <a:pt x="2676" y="20907"/>
                </a:cubicBezTo>
                <a:cubicBezTo>
                  <a:pt x="2678" y="20920"/>
                  <a:pt x="2680" y="20927"/>
                  <a:pt x="2681" y="20940"/>
                </a:cubicBezTo>
                <a:cubicBezTo>
                  <a:pt x="2683" y="20974"/>
                  <a:pt x="2687" y="21007"/>
                  <a:pt x="2692" y="21040"/>
                </a:cubicBezTo>
                <a:cubicBezTo>
                  <a:pt x="2707" y="21120"/>
                  <a:pt x="2726" y="21193"/>
                  <a:pt x="2752" y="21213"/>
                </a:cubicBezTo>
                <a:cubicBezTo>
                  <a:pt x="2791" y="21239"/>
                  <a:pt x="2831" y="21246"/>
                  <a:pt x="2868" y="21206"/>
                </a:cubicBezTo>
                <a:cubicBezTo>
                  <a:pt x="2899" y="21173"/>
                  <a:pt x="2926" y="21120"/>
                  <a:pt x="2949" y="21053"/>
                </a:cubicBezTo>
                <a:cubicBezTo>
                  <a:pt x="2960" y="21033"/>
                  <a:pt x="2971" y="21013"/>
                  <a:pt x="2980" y="20980"/>
                </a:cubicBezTo>
                <a:cubicBezTo>
                  <a:pt x="2985" y="20954"/>
                  <a:pt x="2991" y="20927"/>
                  <a:pt x="2996" y="20907"/>
                </a:cubicBezTo>
                <a:cubicBezTo>
                  <a:pt x="3005" y="20847"/>
                  <a:pt x="3010" y="20787"/>
                  <a:pt x="3010" y="20721"/>
                </a:cubicBezTo>
                <a:cubicBezTo>
                  <a:pt x="3010" y="20708"/>
                  <a:pt x="3010" y="20688"/>
                  <a:pt x="3010" y="20674"/>
                </a:cubicBezTo>
                <a:cubicBezTo>
                  <a:pt x="3009" y="20628"/>
                  <a:pt x="3009" y="20575"/>
                  <a:pt x="3005" y="20528"/>
                </a:cubicBezTo>
                <a:cubicBezTo>
                  <a:pt x="3001" y="20488"/>
                  <a:pt x="2996" y="20442"/>
                  <a:pt x="2991" y="20402"/>
                </a:cubicBezTo>
                <a:cubicBezTo>
                  <a:pt x="2989" y="20389"/>
                  <a:pt x="2987" y="20375"/>
                  <a:pt x="2983" y="20355"/>
                </a:cubicBezTo>
                <a:cubicBezTo>
                  <a:pt x="2974" y="20309"/>
                  <a:pt x="2964" y="20249"/>
                  <a:pt x="2951" y="20209"/>
                </a:cubicBezTo>
                <a:cubicBezTo>
                  <a:pt x="2942" y="20183"/>
                  <a:pt x="2933" y="20149"/>
                  <a:pt x="2922" y="20129"/>
                </a:cubicBezTo>
                <a:cubicBezTo>
                  <a:pt x="2912" y="20103"/>
                  <a:pt x="2899" y="20090"/>
                  <a:pt x="2888" y="20070"/>
                </a:cubicBezTo>
                <a:cubicBezTo>
                  <a:pt x="2885" y="20063"/>
                  <a:pt x="2881" y="20056"/>
                  <a:pt x="2876" y="20056"/>
                </a:cubicBezTo>
                <a:cubicBezTo>
                  <a:pt x="2863" y="20043"/>
                  <a:pt x="2850" y="20036"/>
                  <a:pt x="2838" y="20036"/>
                </a:cubicBezTo>
                <a:cubicBezTo>
                  <a:pt x="2829" y="20036"/>
                  <a:pt x="2820" y="20043"/>
                  <a:pt x="2813" y="20043"/>
                </a:cubicBezTo>
                <a:cubicBezTo>
                  <a:pt x="2804" y="20050"/>
                  <a:pt x="2795" y="20050"/>
                  <a:pt x="2788" y="20063"/>
                </a:cubicBezTo>
                <a:cubicBezTo>
                  <a:pt x="2771" y="20083"/>
                  <a:pt x="2755" y="20110"/>
                  <a:pt x="2743" y="20143"/>
                </a:cubicBezTo>
                <a:cubicBezTo>
                  <a:pt x="2734" y="20169"/>
                  <a:pt x="2723" y="20196"/>
                  <a:pt x="2714" y="20229"/>
                </a:cubicBezTo>
                <a:cubicBezTo>
                  <a:pt x="2705" y="20262"/>
                  <a:pt x="2698" y="20302"/>
                  <a:pt x="2690" y="20336"/>
                </a:cubicBezTo>
                <a:cubicBezTo>
                  <a:pt x="2687" y="20349"/>
                  <a:pt x="2685" y="20369"/>
                  <a:pt x="2681" y="20382"/>
                </a:cubicBezTo>
                <a:cubicBezTo>
                  <a:pt x="2676" y="20422"/>
                  <a:pt x="2671" y="20468"/>
                  <a:pt x="2667" y="20515"/>
                </a:cubicBezTo>
                <a:cubicBezTo>
                  <a:pt x="2663" y="20561"/>
                  <a:pt x="2662" y="20615"/>
                  <a:pt x="2660" y="20661"/>
                </a:cubicBezTo>
                <a:cubicBezTo>
                  <a:pt x="2662" y="20681"/>
                  <a:pt x="2662" y="20701"/>
                  <a:pt x="2662" y="20721"/>
                </a:cubicBez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3" name="Shape"/>
          <p:cNvSpPr/>
          <p:nvPr userDrawn="1"/>
        </p:nvSpPr>
        <p:spPr>
          <a:xfrm>
            <a:off x="8042677" y="2448232"/>
            <a:ext cx="3387422" cy="3666909"/>
          </a:xfrm>
          <a:custGeom>
            <a:avLst/>
            <a:gdLst/>
            <a:ahLst/>
            <a:cxnLst>
              <a:cxn ang="0">
                <a:pos x="wd2" y="hd2"/>
              </a:cxn>
              <a:cxn ang="5400000">
                <a:pos x="wd2" y="hd2"/>
              </a:cxn>
              <a:cxn ang="10800000">
                <a:pos x="wd2" y="hd2"/>
              </a:cxn>
              <a:cxn ang="16200000">
                <a:pos x="wd2" y="hd2"/>
              </a:cxn>
            </a:cxnLst>
            <a:rect l="0" t="0" r="r" b="b"/>
            <a:pathLst>
              <a:path w="20716" h="21399" extrusionOk="0">
                <a:moveTo>
                  <a:pt x="55" y="10093"/>
                </a:moveTo>
                <a:cubicBezTo>
                  <a:pt x="78" y="10199"/>
                  <a:pt x="96" y="10300"/>
                  <a:pt x="113" y="10406"/>
                </a:cubicBezTo>
                <a:cubicBezTo>
                  <a:pt x="394" y="12293"/>
                  <a:pt x="897" y="14308"/>
                  <a:pt x="1166" y="16190"/>
                </a:cubicBezTo>
                <a:cubicBezTo>
                  <a:pt x="1441" y="18110"/>
                  <a:pt x="1962" y="20366"/>
                  <a:pt x="3834" y="21114"/>
                </a:cubicBezTo>
                <a:cubicBezTo>
                  <a:pt x="4489" y="21376"/>
                  <a:pt x="5221" y="21404"/>
                  <a:pt x="5934" y="21398"/>
                </a:cubicBezTo>
                <a:cubicBezTo>
                  <a:pt x="9655" y="21382"/>
                  <a:pt x="13481" y="20561"/>
                  <a:pt x="16436" y="18406"/>
                </a:cubicBezTo>
                <a:cubicBezTo>
                  <a:pt x="19390" y="16251"/>
                  <a:pt x="21286" y="12583"/>
                  <a:pt x="20561" y="9099"/>
                </a:cubicBezTo>
                <a:cubicBezTo>
                  <a:pt x="20133" y="7039"/>
                  <a:pt x="18870" y="5236"/>
                  <a:pt x="17483" y="3600"/>
                </a:cubicBezTo>
                <a:cubicBezTo>
                  <a:pt x="15868" y="1697"/>
                  <a:pt x="13680" y="-196"/>
                  <a:pt x="11124" y="16"/>
                </a:cubicBezTo>
                <a:cubicBezTo>
                  <a:pt x="10275" y="89"/>
                  <a:pt x="9468" y="390"/>
                  <a:pt x="8713" y="759"/>
                </a:cubicBezTo>
                <a:cubicBezTo>
                  <a:pt x="6426" y="1875"/>
                  <a:pt x="4530" y="3589"/>
                  <a:pt x="2670" y="5281"/>
                </a:cubicBezTo>
                <a:cubicBezTo>
                  <a:pt x="1242" y="6593"/>
                  <a:pt x="-314" y="8273"/>
                  <a:pt x="55" y="10093"/>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8" name="Title 1"/>
          <p:cNvSpPr>
            <a:spLocks noGrp="1"/>
          </p:cNvSpPr>
          <p:nvPr>
            <p:ph type="title"/>
          </p:nvPr>
        </p:nvSpPr>
        <p:spPr>
          <a:xfrm>
            <a:off x="5103628" y="1491381"/>
            <a:ext cx="6243822" cy="2852737"/>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6719776" y="4505051"/>
            <a:ext cx="4627673" cy="136624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2" name="Shape"/>
          <p:cNvSpPr/>
          <p:nvPr userDrawn="1"/>
        </p:nvSpPr>
        <p:spPr>
          <a:xfrm>
            <a:off x="436602" y="362712"/>
            <a:ext cx="4337502" cy="5651951"/>
          </a:xfrm>
          <a:custGeom>
            <a:avLst/>
            <a:gdLst/>
            <a:ahLst/>
            <a:cxnLst>
              <a:cxn ang="0">
                <a:pos x="wd2" y="hd2"/>
              </a:cxn>
              <a:cxn ang="5400000">
                <a:pos x="wd2" y="hd2"/>
              </a:cxn>
              <a:cxn ang="10800000">
                <a:pos x="wd2" y="hd2"/>
              </a:cxn>
              <a:cxn ang="16200000">
                <a:pos x="wd2" y="hd2"/>
              </a:cxn>
            </a:cxnLst>
            <a:rect l="0" t="0" r="r" b="b"/>
            <a:pathLst>
              <a:path w="21600" h="21600" extrusionOk="0">
                <a:moveTo>
                  <a:pt x="21447" y="21600"/>
                </a:moveTo>
                <a:cubicBezTo>
                  <a:pt x="21367" y="21600"/>
                  <a:pt x="21305" y="21552"/>
                  <a:pt x="21305" y="21490"/>
                </a:cubicBezTo>
                <a:lnTo>
                  <a:pt x="21305" y="8288"/>
                </a:lnTo>
                <a:cubicBezTo>
                  <a:pt x="21305" y="6135"/>
                  <a:pt x="20209" y="4109"/>
                  <a:pt x="18227" y="2585"/>
                </a:cubicBezTo>
                <a:cubicBezTo>
                  <a:pt x="16240" y="1060"/>
                  <a:pt x="13601" y="223"/>
                  <a:pt x="10795" y="223"/>
                </a:cubicBezTo>
                <a:cubicBezTo>
                  <a:pt x="7989" y="223"/>
                  <a:pt x="5350" y="1064"/>
                  <a:pt x="3363" y="2585"/>
                </a:cubicBezTo>
                <a:cubicBezTo>
                  <a:pt x="1377" y="4109"/>
                  <a:pt x="286" y="6135"/>
                  <a:pt x="286" y="8288"/>
                </a:cubicBezTo>
                <a:lnTo>
                  <a:pt x="286" y="21490"/>
                </a:lnTo>
                <a:cubicBezTo>
                  <a:pt x="286" y="21552"/>
                  <a:pt x="224" y="21600"/>
                  <a:pt x="143" y="21600"/>
                </a:cubicBezTo>
                <a:cubicBezTo>
                  <a:pt x="62" y="21600"/>
                  <a:pt x="0" y="21552"/>
                  <a:pt x="0" y="21490"/>
                </a:cubicBezTo>
                <a:lnTo>
                  <a:pt x="0" y="8288"/>
                </a:lnTo>
                <a:cubicBezTo>
                  <a:pt x="0" y="6076"/>
                  <a:pt x="1124" y="3992"/>
                  <a:pt x="3163" y="2428"/>
                </a:cubicBezTo>
                <a:cubicBezTo>
                  <a:pt x="5202" y="863"/>
                  <a:pt x="7913" y="0"/>
                  <a:pt x="10800" y="0"/>
                </a:cubicBezTo>
                <a:cubicBezTo>
                  <a:pt x="13687" y="0"/>
                  <a:pt x="16398" y="863"/>
                  <a:pt x="18437" y="2428"/>
                </a:cubicBezTo>
                <a:cubicBezTo>
                  <a:pt x="20476" y="3992"/>
                  <a:pt x="21600" y="6073"/>
                  <a:pt x="21600" y="8288"/>
                </a:cubicBezTo>
                <a:lnTo>
                  <a:pt x="21600" y="21490"/>
                </a:lnTo>
                <a:cubicBezTo>
                  <a:pt x="21590" y="21549"/>
                  <a:pt x="21524" y="21600"/>
                  <a:pt x="21447" y="21600"/>
                </a:cubicBezTo>
                <a:close/>
                <a:moveTo>
                  <a:pt x="19189" y="21490"/>
                </a:moveTo>
                <a:lnTo>
                  <a:pt x="19189" y="8376"/>
                </a:lnTo>
                <a:cubicBezTo>
                  <a:pt x="19189" y="4822"/>
                  <a:pt x="15421" y="1930"/>
                  <a:pt x="10790" y="1930"/>
                </a:cubicBezTo>
                <a:cubicBezTo>
                  <a:pt x="6160" y="1930"/>
                  <a:pt x="2392" y="4822"/>
                  <a:pt x="2392" y="8376"/>
                </a:cubicBezTo>
                <a:lnTo>
                  <a:pt x="2392" y="21490"/>
                </a:lnTo>
                <a:cubicBezTo>
                  <a:pt x="2392" y="21552"/>
                  <a:pt x="2453" y="21600"/>
                  <a:pt x="2534" y="21600"/>
                </a:cubicBezTo>
                <a:cubicBezTo>
                  <a:pt x="2615" y="21600"/>
                  <a:pt x="2677" y="21552"/>
                  <a:pt x="2677" y="21490"/>
                </a:cubicBezTo>
                <a:lnTo>
                  <a:pt x="2677" y="8376"/>
                </a:lnTo>
                <a:cubicBezTo>
                  <a:pt x="2677" y="4943"/>
                  <a:pt x="6317" y="2150"/>
                  <a:pt x="10790" y="2150"/>
                </a:cubicBezTo>
                <a:cubicBezTo>
                  <a:pt x="15264" y="2150"/>
                  <a:pt x="18904" y="4943"/>
                  <a:pt x="18904" y="8376"/>
                </a:cubicBezTo>
                <a:lnTo>
                  <a:pt x="18904" y="21490"/>
                </a:lnTo>
                <a:cubicBezTo>
                  <a:pt x="18904" y="21552"/>
                  <a:pt x="18965" y="21600"/>
                  <a:pt x="19046" y="21600"/>
                </a:cubicBezTo>
                <a:cubicBezTo>
                  <a:pt x="19127" y="21600"/>
                  <a:pt x="19189" y="21549"/>
                  <a:pt x="19189" y="21490"/>
                </a:cubicBezTo>
                <a:close/>
                <a:moveTo>
                  <a:pt x="16960" y="21490"/>
                </a:moveTo>
                <a:lnTo>
                  <a:pt x="16960" y="8749"/>
                </a:lnTo>
                <a:cubicBezTo>
                  <a:pt x="16960" y="6139"/>
                  <a:pt x="14192" y="4014"/>
                  <a:pt x="10790" y="4014"/>
                </a:cubicBezTo>
                <a:cubicBezTo>
                  <a:pt x="7389" y="4014"/>
                  <a:pt x="4621" y="6139"/>
                  <a:pt x="4621" y="8749"/>
                </a:cubicBezTo>
                <a:lnTo>
                  <a:pt x="4621" y="21490"/>
                </a:lnTo>
                <a:cubicBezTo>
                  <a:pt x="4621" y="21552"/>
                  <a:pt x="4683" y="21600"/>
                  <a:pt x="4764" y="21600"/>
                </a:cubicBezTo>
                <a:cubicBezTo>
                  <a:pt x="4845" y="21600"/>
                  <a:pt x="4907" y="21552"/>
                  <a:pt x="4907" y="21490"/>
                </a:cubicBezTo>
                <a:lnTo>
                  <a:pt x="4907" y="8749"/>
                </a:lnTo>
                <a:cubicBezTo>
                  <a:pt x="4907" y="6259"/>
                  <a:pt x="7546" y="4234"/>
                  <a:pt x="10790" y="4234"/>
                </a:cubicBezTo>
                <a:cubicBezTo>
                  <a:pt x="14035" y="4234"/>
                  <a:pt x="16674" y="6259"/>
                  <a:pt x="16674" y="8749"/>
                </a:cubicBezTo>
                <a:lnTo>
                  <a:pt x="16674" y="21490"/>
                </a:lnTo>
                <a:cubicBezTo>
                  <a:pt x="16674" y="21552"/>
                  <a:pt x="16736" y="21600"/>
                  <a:pt x="16817" y="21600"/>
                </a:cubicBezTo>
                <a:cubicBezTo>
                  <a:pt x="16898" y="21600"/>
                  <a:pt x="16960" y="21549"/>
                  <a:pt x="16960" y="21490"/>
                </a:cubicBezTo>
                <a:close/>
                <a:moveTo>
                  <a:pt x="14740" y="21490"/>
                </a:moveTo>
                <a:lnTo>
                  <a:pt x="14740" y="8954"/>
                </a:lnTo>
                <a:cubicBezTo>
                  <a:pt x="14740" y="7283"/>
                  <a:pt x="12968" y="5923"/>
                  <a:pt x="10790" y="5923"/>
                </a:cubicBezTo>
                <a:cubicBezTo>
                  <a:pt x="8613" y="5923"/>
                  <a:pt x="6841" y="7283"/>
                  <a:pt x="6841" y="8954"/>
                </a:cubicBezTo>
                <a:lnTo>
                  <a:pt x="6841" y="21490"/>
                </a:lnTo>
                <a:cubicBezTo>
                  <a:pt x="6841" y="21552"/>
                  <a:pt x="6903" y="21600"/>
                  <a:pt x="6984" y="21600"/>
                </a:cubicBezTo>
                <a:cubicBezTo>
                  <a:pt x="7065" y="21600"/>
                  <a:pt x="7127" y="21552"/>
                  <a:pt x="7127" y="21490"/>
                </a:cubicBezTo>
                <a:lnTo>
                  <a:pt x="7127" y="8954"/>
                </a:lnTo>
                <a:cubicBezTo>
                  <a:pt x="7127" y="7404"/>
                  <a:pt x="8770" y="6142"/>
                  <a:pt x="10790" y="6142"/>
                </a:cubicBezTo>
                <a:cubicBezTo>
                  <a:pt x="12810" y="6142"/>
                  <a:pt x="14454" y="7404"/>
                  <a:pt x="14454" y="8954"/>
                </a:cubicBezTo>
                <a:lnTo>
                  <a:pt x="14454" y="21490"/>
                </a:lnTo>
                <a:cubicBezTo>
                  <a:pt x="14454" y="21552"/>
                  <a:pt x="14516" y="21600"/>
                  <a:pt x="14597" y="21600"/>
                </a:cubicBezTo>
                <a:cubicBezTo>
                  <a:pt x="14678" y="21600"/>
                  <a:pt x="14740" y="21549"/>
                  <a:pt x="14740" y="21490"/>
                </a:cubicBezTo>
                <a:close/>
                <a:moveTo>
                  <a:pt x="12629" y="21490"/>
                </a:moveTo>
                <a:lnTo>
                  <a:pt x="12629" y="9199"/>
                </a:lnTo>
                <a:cubicBezTo>
                  <a:pt x="12629" y="8424"/>
                  <a:pt x="11805" y="7791"/>
                  <a:pt x="10795" y="7791"/>
                </a:cubicBezTo>
                <a:cubicBezTo>
                  <a:pt x="9785" y="7791"/>
                  <a:pt x="8961" y="8424"/>
                  <a:pt x="8961" y="9199"/>
                </a:cubicBezTo>
                <a:lnTo>
                  <a:pt x="8961" y="21490"/>
                </a:lnTo>
                <a:cubicBezTo>
                  <a:pt x="8961" y="21552"/>
                  <a:pt x="9023" y="21600"/>
                  <a:pt x="9104" y="21600"/>
                </a:cubicBezTo>
                <a:cubicBezTo>
                  <a:pt x="9185" y="21600"/>
                  <a:pt x="9247" y="21552"/>
                  <a:pt x="9247" y="21490"/>
                </a:cubicBezTo>
                <a:lnTo>
                  <a:pt x="9247" y="9199"/>
                </a:lnTo>
                <a:cubicBezTo>
                  <a:pt x="9247" y="8544"/>
                  <a:pt x="9942" y="8010"/>
                  <a:pt x="10795" y="8010"/>
                </a:cubicBezTo>
                <a:cubicBezTo>
                  <a:pt x="11648" y="8010"/>
                  <a:pt x="12344" y="8544"/>
                  <a:pt x="12344" y="9199"/>
                </a:cubicBezTo>
                <a:lnTo>
                  <a:pt x="12344" y="21490"/>
                </a:lnTo>
                <a:cubicBezTo>
                  <a:pt x="12344" y="21552"/>
                  <a:pt x="12405" y="21600"/>
                  <a:pt x="12486" y="21600"/>
                </a:cubicBezTo>
                <a:cubicBezTo>
                  <a:pt x="12567" y="21600"/>
                  <a:pt x="12629" y="21549"/>
                  <a:pt x="12629" y="21490"/>
                </a:cubicBez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3" name="Shape"/>
          <p:cNvSpPr/>
          <p:nvPr userDrawn="1"/>
        </p:nvSpPr>
        <p:spPr>
          <a:xfrm>
            <a:off x="2598654" y="4505051"/>
            <a:ext cx="3878926" cy="1717354"/>
          </a:xfrm>
          <a:custGeom>
            <a:avLst/>
            <a:gdLst/>
            <a:ahLst/>
            <a:cxnLst>
              <a:cxn ang="0">
                <a:pos x="wd2" y="hd2"/>
              </a:cxn>
              <a:cxn ang="5400000">
                <a:pos x="wd2" y="hd2"/>
              </a:cxn>
              <a:cxn ang="10800000">
                <a:pos x="wd2" y="hd2"/>
              </a:cxn>
              <a:cxn ang="16200000">
                <a:pos x="wd2" y="hd2"/>
              </a:cxn>
            </a:cxnLst>
            <a:rect l="0" t="0" r="r" b="b"/>
            <a:pathLst>
              <a:path w="21540" h="20560" extrusionOk="0">
                <a:moveTo>
                  <a:pt x="5688" y="23"/>
                </a:moveTo>
                <a:cubicBezTo>
                  <a:pt x="4503" y="149"/>
                  <a:pt x="3313" y="275"/>
                  <a:pt x="2128" y="401"/>
                </a:cubicBezTo>
                <a:cubicBezTo>
                  <a:pt x="1618" y="458"/>
                  <a:pt x="1055" y="550"/>
                  <a:pt x="699" y="1283"/>
                </a:cubicBezTo>
                <a:cubicBezTo>
                  <a:pt x="402" y="1890"/>
                  <a:pt x="322" y="2783"/>
                  <a:pt x="269" y="3631"/>
                </a:cubicBezTo>
                <a:cubicBezTo>
                  <a:pt x="19" y="7421"/>
                  <a:pt x="-55" y="11270"/>
                  <a:pt x="41" y="15083"/>
                </a:cubicBezTo>
                <a:cubicBezTo>
                  <a:pt x="78" y="16629"/>
                  <a:pt x="173" y="18302"/>
                  <a:pt x="689" y="19470"/>
                </a:cubicBezTo>
                <a:cubicBezTo>
                  <a:pt x="1523" y="21348"/>
                  <a:pt x="2808" y="20271"/>
                  <a:pt x="3828" y="19859"/>
                </a:cubicBezTo>
                <a:cubicBezTo>
                  <a:pt x="5842" y="19046"/>
                  <a:pt x="7696" y="19584"/>
                  <a:pt x="9693" y="20111"/>
                </a:cubicBezTo>
                <a:cubicBezTo>
                  <a:pt x="12976" y="20982"/>
                  <a:pt x="16312" y="20455"/>
                  <a:pt x="19595" y="19630"/>
                </a:cubicBezTo>
                <a:cubicBezTo>
                  <a:pt x="19919" y="19550"/>
                  <a:pt x="20249" y="19458"/>
                  <a:pt x="20536" y="19161"/>
                </a:cubicBezTo>
                <a:cubicBezTo>
                  <a:pt x="21402" y="18256"/>
                  <a:pt x="21513" y="15931"/>
                  <a:pt x="21518" y="13995"/>
                </a:cubicBezTo>
                <a:cubicBezTo>
                  <a:pt x="21524" y="12003"/>
                  <a:pt x="21529" y="10010"/>
                  <a:pt x="21540" y="8017"/>
                </a:cubicBezTo>
                <a:cubicBezTo>
                  <a:pt x="21545" y="6242"/>
                  <a:pt x="21503" y="4226"/>
                  <a:pt x="20833" y="3046"/>
                </a:cubicBezTo>
                <a:cubicBezTo>
                  <a:pt x="20254" y="2016"/>
                  <a:pt x="19399" y="1970"/>
                  <a:pt x="18618" y="1970"/>
                </a:cubicBezTo>
                <a:cubicBezTo>
                  <a:pt x="16806" y="1981"/>
                  <a:pt x="14990" y="1981"/>
                  <a:pt x="13178" y="1993"/>
                </a:cubicBezTo>
                <a:cubicBezTo>
                  <a:pt x="10665" y="2004"/>
                  <a:pt x="8232" y="-252"/>
                  <a:pt x="5688" y="23"/>
                </a:cubicBezTo>
                <a:close/>
              </a:path>
            </a:pathLst>
          </a:custGeom>
          <a:solidFill>
            <a:schemeClr val="accent4"/>
          </a:solidFill>
          <a:ln w="12700">
            <a:miter lim="400000"/>
          </a:ln>
        </p:spPr>
        <p:txBody>
          <a:bodyPr lIns="38100" tIns="38100" rIns="38100" bIns="38100" anchor="ctr"/>
          <a:lstStyle/>
          <a:p>
            <a:pPr>
              <a:defRPr sz="3000">
                <a:solidFill>
                  <a:srgbClr val="FFFFFF"/>
                </a:solidFill>
              </a:defRPr>
            </a:pPr>
          </a:p>
        </p:txBody>
      </p:sp>
      <p:sp>
        <p:nvSpPr>
          <p:cNvPr id="4" name="Shape"/>
          <p:cNvSpPr/>
          <p:nvPr userDrawn="1"/>
        </p:nvSpPr>
        <p:spPr>
          <a:xfrm>
            <a:off x="8147282" y="534912"/>
            <a:ext cx="3693027" cy="793443"/>
          </a:xfrm>
          <a:custGeom>
            <a:avLst/>
            <a:gdLst/>
            <a:ahLst/>
            <a:cxnLst>
              <a:cxn ang="0">
                <a:pos x="wd2" y="hd2"/>
              </a:cxn>
              <a:cxn ang="5400000">
                <a:pos x="wd2" y="hd2"/>
              </a:cxn>
              <a:cxn ang="10800000">
                <a:pos x="wd2" y="hd2"/>
              </a:cxn>
              <a:cxn ang="16200000">
                <a:pos x="wd2" y="hd2"/>
              </a:cxn>
            </a:cxnLst>
            <a:rect l="0" t="0" r="r" b="b"/>
            <a:pathLst>
              <a:path w="21552" h="21455" extrusionOk="0">
                <a:moveTo>
                  <a:pt x="2510" y="37"/>
                </a:moveTo>
                <a:cubicBezTo>
                  <a:pt x="1813" y="37"/>
                  <a:pt x="1037" y="166"/>
                  <a:pt x="534" y="2391"/>
                </a:cubicBezTo>
                <a:cubicBezTo>
                  <a:pt x="9" y="4719"/>
                  <a:pt x="-13" y="8418"/>
                  <a:pt x="4" y="11755"/>
                </a:cubicBezTo>
                <a:cubicBezTo>
                  <a:pt x="15" y="14083"/>
                  <a:pt x="32" y="16515"/>
                  <a:pt x="294" y="18507"/>
                </a:cubicBezTo>
                <a:cubicBezTo>
                  <a:pt x="450" y="19671"/>
                  <a:pt x="685" y="20602"/>
                  <a:pt x="992" y="20783"/>
                </a:cubicBezTo>
                <a:cubicBezTo>
                  <a:pt x="1204" y="20912"/>
                  <a:pt x="1422" y="20757"/>
                  <a:pt x="1640" y="20628"/>
                </a:cubicBezTo>
                <a:cubicBezTo>
                  <a:pt x="3018" y="19774"/>
                  <a:pt x="4392" y="19904"/>
                  <a:pt x="5776" y="19826"/>
                </a:cubicBezTo>
                <a:cubicBezTo>
                  <a:pt x="7217" y="19722"/>
                  <a:pt x="8652" y="19697"/>
                  <a:pt x="10092" y="19774"/>
                </a:cubicBezTo>
                <a:cubicBezTo>
                  <a:pt x="12967" y="19904"/>
                  <a:pt x="15848" y="20343"/>
                  <a:pt x="18717" y="21119"/>
                </a:cubicBezTo>
                <a:cubicBezTo>
                  <a:pt x="19036" y="21197"/>
                  <a:pt x="19348" y="21300"/>
                  <a:pt x="19666" y="21378"/>
                </a:cubicBezTo>
                <a:cubicBezTo>
                  <a:pt x="20074" y="21507"/>
                  <a:pt x="20509" y="21585"/>
                  <a:pt x="20856" y="20654"/>
                </a:cubicBezTo>
                <a:cubicBezTo>
                  <a:pt x="21408" y="19153"/>
                  <a:pt x="21503" y="15765"/>
                  <a:pt x="21537" y="12867"/>
                </a:cubicBezTo>
                <a:cubicBezTo>
                  <a:pt x="21587" y="8651"/>
                  <a:pt x="21553" y="3606"/>
                  <a:pt x="20766" y="1304"/>
                </a:cubicBezTo>
                <a:cubicBezTo>
                  <a:pt x="20336" y="37"/>
                  <a:pt x="19784" y="11"/>
                  <a:pt x="19270" y="11"/>
                </a:cubicBezTo>
                <a:cubicBezTo>
                  <a:pt x="13682" y="-15"/>
                  <a:pt x="8099" y="11"/>
                  <a:pt x="2510" y="37"/>
                </a:cubicBez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Shape"/>
          <p:cNvSpPr/>
          <p:nvPr userDrawn="1"/>
        </p:nvSpPr>
        <p:spPr>
          <a:xfrm>
            <a:off x="5666084" y="611444"/>
            <a:ext cx="3101506" cy="1059025"/>
          </a:xfrm>
          <a:custGeom>
            <a:avLst/>
            <a:gdLst/>
            <a:ahLst/>
            <a:cxnLst>
              <a:cxn ang="0">
                <a:pos x="wd2" y="hd2"/>
              </a:cxn>
              <a:cxn ang="5400000">
                <a:pos x="wd2" y="hd2"/>
              </a:cxn>
              <a:cxn ang="10800000">
                <a:pos x="wd2" y="hd2"/>
              </a:cxn>
              <a:cxn ang="16200000">
                <a:pos x="wd2" y="hd2"/>
              </a:cxn>
            </a:cxnLst>
            <a:rect l="0" t="0" r="r" b="b"/>
            <a:pathLst>
              <a:path w="21567" h="21503" extrusionOk="0">
                <a:moveTo>
                  <a:pt x="448" y="16255"/>
                </a:moveTo>
                <a:cubicBezTo>
                  <a:pt x="754" y="16332"/>
                  <a:pt x="1066" y="16624"/>
                  <a:pt x="1286" y="17284"/>
                </a:cubicBezTo>
                <a:cubicBezTo>
                  <a:pt x="1392" y="17595"/>
                  <a:pt x="1472" y="17964"/>
                  <a:pt x="1512" y="18391"/>
                </a:cubicBezTo>
                <a:cubicBezTo>
                  <a:pt x="1559" y="18799"/>
                  <a:pt x="1552" y="19207"/>
                  <a:pt x="1532" y="19635"/>
                </a:cubicBezTo>
                <a:cubicBezTo>
                  <a:pt x="1492" y="20314"/>
                  <a:pt x="1339" y="21014"/>
                  <a:pt x="1120" y="21286"/>
                </a:cubicBezTo>
                <a:cubicBezTo>
                  <a:pt x="967" y="21480"/>
                  <a:pt x="794" y="21577"/>
                  <a:pt x="634" y="21422"/>
                </a:cubicBezTo>
                <a:cubicBezTo>
                  <a:pt x="507" y="21286"/>
                  <a:pt x="388" y="21091"/>
                  <a:pt x="295" y="20781"/>
                </a:cubicBezTo>
                <a:cubicBezTo>
                  <a:pt x="188" y="20392"/>
                  <a:pt x="122" y="19984"/>
                  <a:pt x="108" y="19479"/>
                </a:cubicBezTo>
                <a:cubicBezTo>
                  <a:pt x="102" y="19129"/>
                  <a:pt x="135" y="18780"/>
                  <a:pt x="202" y="18488"/>
                </a:cubicBezTo>
                <a:cubicBezTo>
                  <a:pt x="162" y="18217"/>
                  <a:pt x="122" y="17925"/>
                  <a:pt x="82" y="17653"/>
                </a:cubicBezTo>
                <a:cubicBezTo>
                  <a:pt x="35" y="17342"/>
                  <a:pt x="82" y="16934"/>
                  <a:pt x="148" y="16682"/>
                </a:cubicBezTo>
                <a:cubicBezTo>
                  <a:pt x="215" y="16429"/>
                  <a:pt x="328" y="16216"/>
                  <a:pt x="448" y="16255"/>
                </a:cubicBezTo>
                <a:close/>
                <a:moveTo>
                  <a:pt x="428" y="8465"/>
                </a:moveTo>
                <a:cubicBezTo>
                  <a:pt x="388" y="8504"/>
                  <a:pt x="341" y="8563"/>
                  <a:pt x="301" y="8621"/>
                </a:cubicBezTo>
                <a:cubicBezTo>
                  <a:pt x="261" y="8679"/>
                  <a:pt x="228" y="8776"/>
                  <a:pt x="195" y="8854"/>
                </a:cubicBezTo>
                <a:cubicBezTo>
                  <a:pt x="188" y="8873"/>
                  <a:pt x="188" y="8873"/>
                  <a:pt x="182" y="8893"/>
                </a:cubicBezTo>
                <a:cubicBezTo>
                  <a:pt x="155" y="8970"/>
                  <a:pt x="135" y="9068"/>
                  <a:pt x="115" y="9145"/>
                </a:cubicBezTo>
                <a:cubicBezTo>
                  <a:pt x="108" y="9165"/>
                  <a:pt x="108" y="9184"/>
                  <a:pt x="102" y="9204"/>
                </a:cubicBezTo>
                <a:cubicBezTo>
                  <a:pt x="82" y="9301"/>
                  <a:pt x="68" y="9417"/>
                  <a:pt x="55" y="9514"/>
                </a:cubicBezTo>
                <a:cubicBezTo>
                  <a:pt x="55" y="9534"/>
                  <a:pt x="48" y="9553"/>
                  <a:pt x="48" y="9573"/>
                </a:cubicBezTo>
                <a:cubicBezTo>
                  <a:pt x="42" y="9689"/>
                  <a:pt x="35" y="9806"/>
                  <a:pt x="35" y="9922"/>
                </a:cubicBezTo>
                <a:cubicBezTo>
                  <a:pt x="42" y="10019"/>
                  <a:pt x="42" y="10117"/>
                  <a:pt x="48" y="10214"/>
                </a:cubicBezTo>
                <a:cubicBezTo>
                  <a:pt x="62" y="10350"/>
                  <a:pt x="82" y="10486"/>
                  <a:pt x="115" y="10583"/>
                </a:cubicBezTo>
                <a:cubicBezTo>
                  <a:pt x="135" y="10660"/>
                  <a:pt x="155" y="10738"/>
                  <a:pt x="182" y="10777"/>
                </a:cubicBezTo>
                <a:cubicBezTo>
                  <a:pt x="215" y="10874"/>
                  <a:pt x="261" y="10932"/>
                  <a:pt x="308" y="10971"/>
                </a:cubicBezTo>
                <a:cubicBezTo>
                  <a:pt x="328" y="10991"/>
                  <a:pt x="355" y="10991"/>
                  <a:pt x="374" y="11010"/>
                </a:cubicBezTo>
                <a:cubicBezTo>
                  <a:pt x="428" y="11224"/>
                  <a:pt x="494" y="11379"/>
                  <a:pt x="567" y="11535"/>
                </a:cubicBezTo>
                <a:cubicBezTo>
                  <a:pt x="594" y="11593"/>
                  <a:pt x="621" y="11632"/>
                  <a:pt x="647" y="11671"/>
                </a:cubicBezTo>
                <a:cubicBezTo>
                  <a:pt x="700" y="11748"/>
                  <a:pt x="760" y="11826"/>
                  <a:pt x="820" y="11845"/>
                </a:cubicBezTo>
                <a:cubicBezTo>
                  <a:pt x="887" y="11904"/>
                  <a:pt x="953" y="11904"/>
                  <a:pt x="1020" y="11845"/>
                </a:cubicBezTo>
                <a:cubicBezTo>
                  <a:pt x="1086" y="11787"/>
                  <a:pt x="1139" y="11690"/>
                  <a:pt x="1186" y="11554"/>
                </a:cubicBezTo>
                <a:cubicBezTo>
                  <a:pt x="1233" y="11418"/>
                  <a:pt x="1266" y="11263"/>
                  <a:pt x="1286" y="11068"/>
                </a:cubicBezTo>
                <a:cubicBezTo>
                  <a:pt x="1306" y="10874"/>
                  <a:pt x="1306" y="10680"/>
                  <a:pt x="1286" y="10486"/>
                </a:cubicBezTo>
                <a:cubicBezTo>
                  <a:pt x="1259" y="9883"/>
                  <a:pt x="1193" y="9281"/>
                  <a:pt x="1040" y="8854"/>
                </a:cubicBezTo>
                <a:cubicBezTo>
                  <a:pt x="1006" y="8757"/>
                  <a:pt x="973" y="8679"/>
                  <a:pt x="933" y="8601"/>
                </a:cubicBezTo>
                <a:cubicBezTo>
                  <a:pt x="893" y="8524"/>
                  <a:pt x="853" y="8485"/>
                  <a:pt x="814" y="8446"/>
                </a:cubicBezTo>
                <a:cubicBezTo>
                  <a:pt x="760" y="8388"/>
                  <a:pt x="694" y="8368"/>
                  <a:pt x="641" y="8349"/>
                </a:cubicBezTo>
                <a:cubicBezTo>
                  <a:pt x="581" y="8329"/>
                  <a:pt x="521" y="8368"/>
                  <a:pt x="461" y="8407"/>
                </a:cubicBezTo>
                <a:cubicBezTo>
                  <a:pt x="448" y="8427"/>
                  <a:pt x="434" y="8446"/>
                  <a:pt x="428" y="8465"/>
                </a:cubicBezTo>
                <a:close/>
                <a:moveTo>
                  <a:pt x="182" y="1045"/>
                </a:moveTo>
                <a:cubicBezTo>
                  <a:pt x="108" y="1337"/>
                  <a:pt x="62" y="1667"/>
                  <a:pt x="15" y="1997"/>
                </a:cubicBezTo>
                <a:cubicBezTo>
                  <a:pt x="-18" y="2250"/>
                  <a:pt x="9" y="2619"/>
                  <a:pt x="55" y="2852"/>
                </a:cubicBezTo>
                <a:cubicBezTo>
                  <a:pt x="95" y="3065"/>
                  <a:pt x="175" y="3240"/>
                  <a:pt x="255" y="3337"/>
                </a:cubicBezTo>
                <a:cubicBezTo>
                  <a:pt x="261" y="3415"/>
                  <a:pt x="261" y="3512"/>
                  <a:pt x="268" y="3590"/>
                </a:cubicBezTo>
                <a:cubicBezTo>
                  <a:pt x="288" y="3784"/>
                  <a:pt x="321" y="3940"/>
                  <a:pt x="368" y="4076"/>
                </a:cubicBezTo>
                <a:cubicBezTo>
                  <a:pt x="441" y="4328"/>
                  <a:pt x="567" y="4542"/>
                  <a:pt x="680" y="4600"/>
                </a:cubicBezTo>
                <a:cubicBezTo>
                  <a:pt x="787" y="4658"/>
                  <a:pt x="853" y="4658"/>
                  <a:pt x="960" y="4600"/>
                </a:cubicBezTo>
                <a:cubicBezTo>
                  <a:pt x="1020" y="4581"/>
                  <a:pt x="1080" y="4503"/>
                  <a:pt x="1140" y="4425"/>
                </a:cubicBezTo>
                <a:cubicBezTo>
                  <a:pt x="1259" y="4270"/>
                  <a:pt x="1352" y="3978"/>
                  <a:pt x="1419" y="3648"/>
                </a:cubicBezTo>
                <a:cubicBezTo>
                  <a:pt x="1492" y="3299"/>
                  <a:pt x="1519" y="2930"/>
                  <a:pt x="1532" y="2522"/>
                </a:cubicBezTo>
                <a:cubicBezTo>
                  <a:pt x="1545" y="2211"/>
                  <a:pt x="1532" y="1881"/>
                  <a:pt x="1505" y="1589"/>
                </a:cubicBezTo>
                <a:cubicBezTo>
                  <a:pt x="1479" y="1201"/>
                  <a:pt x="1412" y="832"/>
                  <a:pt x="1319" y="560"/>
                </a:cubicBezTo>
                <a:cubicBezTo>
                  <a:pt x="1279" y="424"/>
                  <a:pt x="1226" y="307"/>
                  <a:pt x="1166" y="230"/>
                </a:cubicBezTo>
                <a:cubicBezTo>
                  <a:pt x="1066" y="94"/>
                  <a:pt x="1000" y="35"/>
                  <a:pt x="887" y="16"/>
                </a:cubicBezTo>
                <a:cubicBezTo>
                  <a:pt x="754" y="-23"/>
                  <a:pt x="621" y="94"/>
                  <a:pt x="494" y="249"/>
                </a:cubicBezTo>
                <a:cubicBezTo>
                  <a:pt x="361" y="385"/>
                  <a:pt x="268" y="715"/>
                  <a:pt x="182" y="1045"/>
                </a:cubicBezTo>
                <a:close/>
                <a:moveTo>
                  <a:pt x="3940" y="3823"/>
                </a:moveTo>
                <a:cubicBezTo>
                  <a:pt x="4000" y="3726"/>
                  <a:pt x="4040" y="3590"/>
                  <a:pt x="4073" y="3435"/>
                </a:cubicBezTo>
                <a:cubicBezTo>
                  <a:pt x="4093" y="3337"/>
                  <a:pt x="4106" y="3240"/>
                  <a:pt x="4126" y="3143"/>
                </a:cubicBezTo>
                <a:cubicBezTo>
                  <a:pt x="4153" y="2968"/>
                  <a:pt x="4186" y="2794"/>
                  <a:pt x="4193" y="2619"/>
                </a:cubicBezTo>
                <a:cubicBezTo>
                  <a:pt x="4226" y="2172"/>
                  <a:pt x="4220" y="1706"/>
                  <a:pt x="4133" y="1317"/>
                </a:cubicBezTo>
                <a:cubicBezTo>
                  <a:pt x="4080" y="1065"/>
                  <a:pt x="4033" y="948"/>
                  <a:pt x="3953" y="773"/>
                </a:cubicBezTo>
                <a:cubicBezTo>
                  <a:pt x="3940" y="754"/>
                  <a:pt x="3933" y="735"/>
                  <a:pt x="3920" y="715"/>
                </a:cubicBezTo>
                <a:cubicBezTo>
                  <a:pt x="3880" y="657"/>
                  <a:pt x="3840" y="599"/>
                  <a:pt x="3800" y="579"/>
                </a:cubicBezTo>
                <a:cubicBezTo>
                  <a:pt x="3787" y="560"/>
                  <a:pt x="3774" y="560"/>
                  <a:pt x="3760" y="560"/>
                </a:cubicBezTo>
                <a:cubicBezTo>
                  <a:pt x="3760" y="560"/>
                  <a:pt x="3760" y="540"/>
                  <a:pt x="3754" y="540"/>
                </a:cubicBezTo>
                <a:cubicBezTo>
                  <a:pt x="3707" y="307"/>
                  <a:pt x="3621" y="94"/>
                  <a:pt x="3528" y="35"/>
                </a:cubicBezTo>
                <a:cubicBezTo>
                  <a:pt x="3428" y="-23"/>
                  <a:pt x="3321" y="-23"/>
                  <a:pt x="3235" y="152"/>
                </a:cubicBezTo>
                <a:cubicBezTo>
                  <a:pt x="3148" y="307"/>
                  <a:pt x="3089" y="521"/>
                  <a:pt x="3062" y="812"/>
                </a:cubicBezTo>
                <a:cubicBezTo>
                  <a:pt x="3062" y="851"/>
                  <a:pt x="3055" y="871"/>
                  <a:pt x="3055" y="909"/>
                </a:cubicBezTo>
                <a:cubicBezTo>
                  <a:pt x="2889" y="1473"/>
                  <a:pt x="2862" y="2327"/>
                  <a:pt x="2995" y="2968"/>
                </a:cubicBezTo>
                <a:cubicBezTo>
                  <a:pt x="3075" y="3337"/>
                  <a:pt x="3188" y="3609"/>
                  <a:pt x="3328" y="3726"/>
                </a:cubicBezTo>
                <a:cubicBezTo>
                  <a:pt x="3395" y="3784"/>
                  <a:pt x="3461" y="3804"/>
                  <a:pt x="3528" y="3804"/>
                </a:cubicBezTo>
                <a:cubicBezTo>
                  <a:pt x="3561" y="3881"/>
                  <a:pt x="3601" y="3940"/>
                  <a:pt x="3641" y="3978"/>
                </a:cubicBezTo>
                <a:cubicBezTo>
                  <a:pt x="3694" y="4017"/>
                  <a:pt x="3741" y="4037"/>
                  <a:pt x="3794" y="3998"/>
                </a:cubicBezTo>
                <a:cubicBezTo>
                  <a:pt x="3847" y="3940"/>
                  <a:pt x="3894" y="3901"/>
                  <a:pt x="3940" y="3823"/>
                </a:cubicBezTo>
                <a:close/>
                <a:moveTo>
                  <a:pt x="3867" y="12137"/>
                </a:moveTo>
                <a:cubicBezTo>
                  <a:pt x="3867" y="12117"/>
                  <a:pt x="3874" y="12098"/>
                  <a:pt x="3874" y="12078"/>
                </a:cubicBezTo>
                <a:cubicBezTo>
                  <a:pt x="3874" y="12059"/>
                  <a:pt x="3874" y="12040"/>
                  <a:pt x="3874" y="12020"/>
                </a:cubicBezTo>
                <a:cubicBezTo>
                  <a:pt x="3987" y="11923"/>
                  <a:pt x="4080" y="11690"/>
                  <a:pt x="4140" y="11399"/>
                </a:cubicBezTo>
                <a:cubicBezTo>
                  <a:pt x="4160" y="11301"/>
                  <a:pt x="4173" y="11185"/>
                  <a:pt x="4186" y="11068"/>
                </a:cubicBezTo>
                <a:cubicBezTo>
                  <a:pt x="4186" y="11049"/>
                  <a:pt x="4193" y="11010"/>
                  <a:pt x="4193" y="10991"/>
                </a:cubicBezTo>
                <a:cubicBezTo>
                  <a:pt x="4213" y="10738"/>
                  <a:pt x="4213" y="10563"/>
                  <a:pt x="4193" y="10291"/>
                </a:cubicBezTo>
                <a:cubicBezTo>
                  <a:pt x="4186" y="10175"/>
                  <a:pt x="4166" y="10078"/>
                  <a:pt x="4146" y="9981"/>
                </a:cubicBezTo>
                <a:cubicBezTo>
                  <a:pt x="4133" y="9922"/>
                  <a:pt x="4100" y="9806"/>
                  <a:pt x="4086" y="9748"/>
                </a:cubicBezTo>
                <a:cubicBezTo>
                  <a:pt x="4066" y="9670"/>
                  <a:pt x="4033" y="9612"/>
                  <a:pt x="4007" y="9573"/>
                </a:cubicBezTo>
                <a:cubicBezTo>
                  <a:pt x="3973" y="9514"/>
                  <a:pt x="3933" y="9476"/>
                  <a:pt x="3900" y="9437"/>
                </a:cubicBezTo>
                <a:cubicBezTo>
                  <a:pt x="3867" y="9417"/>
                  <a:pt x="3827" y="9398"/>
                  <a:pt x="3794" y="9398"/>
                </a:cubicBezTo>
                <a:cubicBezTo>
                  <a:pt x="3760" y="9398"/>
                  <a:pt x="3721" y="9417"/>
                  <a:pt x="3687" y="9437"/>
                </a:cubicBezTo>
                <a:cubicBezTo>
                  <a:pt x="3667" y="9456"/>
                  <a:pt x="3654" y="9476"/>
                  <a:pt x="3641" y="9495"/>
                </a:cubicBezTo>
                <a:cubicBezTo>
                  <a:pt x="3554" y="9378"/>
                  <a:pt x="3461" y="9340"/>
                  <a:pt x="3368" y="9417"/>
                </a:cubicBezTo>
                <a:cubicBezTo>
                  <a:pt x="3215" y="9534"/>
                  <a:pt x="3089" y="9845"/>
                  <a:pt x="3009" y="10233"/>
                </a:cubicBezTo>
                <a:cubicBezTo>
                  <a:pt x="2982" y="10350"/>
                  <a:pt x="2969" y="10486"/>
                  <a:pt x="2956" y="10602"/>
                </a:cubicBezTo>
                <a:cubicBezTo>
                  <a:pt x="2949" y="10641"/>
                  <a:pt x="2942" y="10699"/>
                  <a:pt x="2936" y="10758"/>
                </a:cubicBezTo>
                <a:cubicBezTo>
                  <a:pt x="2922" y="10932"/>
                  <a:pt x="2909" y="11127"/>
                  <a:pt x="2916" y="11321"/>
                </a:cubicBezTo>
                <a:cubicBezTo>
                  <a:pt x="2916" y="11457"/>
                  <a:pt x="2922" y="11593"/>
                  <a:pt x="2936" y="11748"/>
                </a:cubicBezTo>
                <a:cubicBezTo>
                  <a:pt x="2936" y="11787"/>
                  <a:pt x="2942" y="11845"/>
                  <a:pt x="2949" y="11884"/>
                </a:cubicBezTo>
                <a:cubicBezTo>
                  <a:pt x="2982" y="12176"/>
                  <a:pt x="3022" y="12350"/>
                  <a:pt x="3089" y="12583"/>
                </a:cubicBezTo>
                <a:cubicBezTo>
                  <a:pt x="3095" y="12622"/>
                  <a:pt x="3109" y="12642"/>
                  <a:pt x="3122" y="12681"/>
                </a:cubicBezTo>
                <a:cubicBezTo>
                  <a:pt x="3162" y="12778"/>
                  <a:pt x="3195" y="12875"/>
                  <a:pt x="3242" y="12933"/>
                </a:cubicBezTo>
                <a:cubicBezTo>
                  <a:pt x="3315" y="13050"/>
                  <a:pt x="3395" y="13127"/>
                  <a:pt x="3481" y="13108"/>
                </a:cubicBezTo>
                <a:cubicBezTo>
                  <a:pt x="3587" y="13088"/>
                  <a:pt x="3701" y="12991"/>
                  <a:pt x="3774" y="12758"/>
                </a:cubicBezTo>
                <a:cubicBezTo>
                  <a:pt x="3807" y="12545"/>
                  <a:pt x="3840" y="12350"/>
                  <a:pt x="3867" y="12137"/>
                </a:cubicBezTo>
                <a:close/>
                <a:moveTo>
                  <a:pt x="3574" y="21499"/>
                </a:moveTo>
                <a:cubicBezTo>
                  <a:pt x="3641" y="21499"/>
                  <a:pt x="3707" y="21441"/>
                  <a:pt x="3767" y="21344"/>
                </a:cubicBezTo>
                <a:cubicBezTo>
                  <a:pt x="3781" y="21324"/>
                  <a:pt x="3787" y="21305"/>
                  <a:pt x="3800" y="21266"/>
                </a:cubicBezTo>
                <a:cubicBezTo>
                  <a:pt x="3834" y="21247"/>
                  <a:pt x="3867" y="21208"/>
                  <a:pt x="3900" y="21150"/>
                </a:cubicBezTo>
                <a:cubicBezTo>
                  <a:pt x="3980" y="20994"/>
                  <a:pt x="4053" y="20761"/>
                  <a:pt x="4073" y="20489"/>
                </a:cubicBezTo>
                <a:cubicBezTo>
                  <a:pt x="4100" y="20062"/>
                  <a:pt x="4106" y="19635"/>
                  <a:pt x="4067" y="19188"/>
                </a:cubicBezTo>
                <a:cubicBezTo>
                  <a:pt x="4033" y="18858"/>
                  <a:pt x="3980" y="18566"/>
                  <a:pt x="3914" y="18294"/>
                </a:cubicBezTo>
                <a:cubicBezTo>
                  <a:pt x="3894" y="18178"/>
                  <a:pt x="3874" y="18061"/>
                  <a:pt x="3834" y="17964"/>
                </a:cubicBezTo>
                <a:cubicBezTo>
                  <a:pt x="3807" y="17906"/>
                  <a:pt x="3781" y="17847"/>
                  <a:pt x="3754" y="17789"/>
                </a:cubicBezTo>
                <a:cubicBezTo>
                  <a:pt x="3694" y="17692"/>
                  <a:pt x="3634" y="17634"/>
                  <a:pt x="3561" y="17634"/>
                </a:cubicBezTo>
                <a:cubicBezTo>
                  <a:pt x="3548" y="17634"/>
                  <a:pt x="3528" y="17634"/>
                  <a:pt x="3514" y="17634"/>
                </a:cubicBezTo>
                <a:cubicBezTo>
                  <a:pt x="3468" y="17653"/>
                  <a:pt x="3415" y="17653"/>
                  <a:pt x="3368" y="17692"/>
                </a:cubicBezTo>
                <a:cubicBezTo>
                  <a:pt x="3321" y="17731"/>
                  <a:pt x="3282" y="17789"/>
                  <a:pt x="3242" y="17848"/>
                </a:cubicBezTo>
                <a:cubicBezTo>
                  <a:pt x="3228" y="17867"/>
                  <a:pt x="3208" y="17886"/>
                  <a:pt x="3195" y="17925"/>
                </a:cubicBezTo>
                <a:cubicBezTo>
                  <a:pt x="3142" y="18022"/>
                  <a:pt x="3089" y="18139"/>
                  <a:pt x="3049" y="18275"/>
                </a:cubicBezTo>
                <a:cubicBezTo>
                  <a:pt x="3022" y="18372"/>
                  <a:pt x="2989" y="18489"/>
                  <a:pt x="2969" y="18586"/>
                </a:cubicBezTo>
                <a:cubicBezTo>
                  <a:pt x="2942" y="18702"/>
                  <a:pt x="2929" y="18838"/>
                  <a:pt x="2909" y="18974"/>
                </a:cubicBezTo>
                <a:cubicBezTo>
                  <a:pt x="2902" y="19013"/>
                  <a:pt x="2896" y="19052"/>
                  <a:pt x="2896" y="19110"/>
                </a:cubicBezTo>
                <a:cubicBezTo>
                  <a:pt x="2882" y="19246"/>
                  <a:pt x="2876" y="19382"/>
                  <a:pt x="2876" y="19518"/>
                </a:cubicBezTo>
                <a:cubicBezTo>
                  <a:pt x="2876" y="19615"/>
                  <a:pt x="2882" y="19712"/>
                  <a:pt x="2882" y="19809"/>
                </a:cubicBezTo>
                <a:cubicBezTo>
                  <a:pt x="2889" y="19907"/>
                  <a:pt x="2889" y="20004"/>
                  <a:pt x="2902" y="20081"/>
                </a:cubicBezTo>
                <a:cubicBezTo>
                  <a:pt x="2922" y="20256"/>
                  <a:pt x="2949" y="20431"/>
                  <a:pt x="2982" y="20586"/>
                </a:cubicBezTo>
                <a:cubicBezTo>
                  <a:pt x="3009" y="20684"/>
                  <a:pt x="3035" y="20800"/>
                  <a:pt x="3069" y="20897"/>
                </a:cubicBezTo>
                <a:cubicBezTo>
                  <a:pt x="3102" y="20994"/>
                  <a:pt x="3142" y="21072"/>
                  <a:pt x="3175" y="21150"/>
                </a:cubicBezTo>
                <a:cubicBezTo>
                  <a:pt x="3188" y="21189"/>
                  <a:pt x="3208" y="21208"/>
                  <a:pt x="3221" y="21247"/>
                </a:cubicBezTo>
                <a:cubicBezTo>
                  <a:pt x="3261" y="21305"/>
                  <a:pt x="3308" y="21363"/>
                  <a:pt x="3355" y="21402"/>
                </a:cubicBezTo>
                <a:cubicBezTo>
                  <a:pt x="3401" y="21441"/>
                  <a:pt x="3454" y="21461"/>
                  <a:pt x="3501" y="21480"/>
                </a:cubicBezTo>
                <a:cubicBezTo>
                  <a:pt x="3534" y="21499"/>
                  <a:pt x="3554" y="21499"/>
                  <a:pt x="3574" y="21499"/>
                </a:cubicBezTo>
                <a:close/>
                <a:moveTo>
                  <a:pt x="5936" y="16682"/>
                </a:moveTo>
                <a:cubicBezTo>
                  <a:pt x="5869" y="16935"/>
                  <a:pt x="5823" y="17323"/>
                  <a:pt x="5869" y="17653"/>
                </a:cubicBezTo>
                <a:cubicBezTo>
                  <a:pt x="5909" y="17925"/>
                  <a:pt x="5949" y="18217"/>
                  <a:pt x="5989" y="18488"/>
                </a:cubicBezTo>
                <a:cubicBezTo>
                  <a:pt x="5929" y="18780"/>
                  <a:pt x="5889" y="19110"/>
                  <a:pt x="5896" y="19479"/>
                </a:cubicBezTo>
                <a:cubicBezTo>
                  <a:pt x="5909" y="19984"/>
                  <a:pt x="5976" y="20392"/>
                  <a:pt x="6082" y="20781"/>
                </a:cubicBezTo>
                <a:cubicBezTo>
                  <a:pt x="6169" y="21091"/>
                  <a:pt x="6288" y="21305"/>
                  <a:pt x="6421" y="21422"/>
                </a:cubicBezTo>
                <a:cubicBezTo>
                  <a:pt x="6588" y="21577"/>
                  <a:pt x="6754" y="21499"/>
                  <a:pt x="6907" y="21286"/>
                </a:cubicBezTo>
                <a:cubicBezTo>
                  <a:pt x="7126" y="20994"/>
                  <a:pt x="7286" y="20314"/>
                  <a:pt x="7319" y="19635"/>
                </a:cubicBezTo>
                <a:cubicBezTo>
                  <a:pt x="7339" y="19227"/>
                  <a:pt x="7346" y="18799"/>
                  <a:pt x="7299" y="18391"/>
                </a:cubicBezTo>
                <a:cubicBezTo>
                  <a:pt x="7253" y="17983"/>
                  <a:pt x="7173" y="17595"/>
                  <a:pt x="7073" y="17284"/>
                </a:cubicBezTo>
                <a:cubicBezTo>
                  <a:pt x="6854" y="16624"/>
                  <a:pt x="6541" y="16332"/>
                  <a:pt x="6235" y="16255"/>
                </a:cubicBezTo>
                <a:cubicBezTo>
                  <a:pt x="6115" y="16216"/>
                  <a:pt x="6002" y="16429"/>
                  <a:pt x="5936" y="16682"/>
                </a:cubicBezTo>
                <a:close/>
                <a:moveTo>
                  <a:pt x="6209" y="8465"/>
                </a:moveTo>
                <a:cubicBezTo>
                  <a:pt x="6169" y="8504"/>
                  <a:pt x="6122" y="8563"/>
                  <a:pt x="6082" y="8621"/>
                </a:cubicBezTo>
                <a:cubicBezTo>
                  <a:pt x="6042" y="8679"/>
                  <a:pt x="6009" y="8776"/>
                  <a:pt x="5976" y="8854"/>
                </a:cubicBezTo>
                <a:cubicBezTo>
                  <a:pt x="5969" y="8873"/>
                  <a:pt x="5969" y="8873"/>
                  <a:pt x="5962" y="8893"/>
                </a:cubicBezTo>
                <a:cubicBezTo>
                  <a:pt x="5936" y="8970"/>
                  <a:pt x="5916" y="9068"/>
                  <a:pt x="5896" y="9145"/>
                </a:cubicBezTo>
                <a:cubicBezTo>
                  <a:pt x="5889" y="9165"/>
                  <a:pt x="5889" y="9184"/>
                  <a:pt x="5883" y="9204"/>
                </a:cubicBezTo>
                <a:cubicBezTo>
                  <a:pt x="5863" y="9301"/>
                  <a:pt x="5849" y="9417"/>
                  <a:pt x="5836" y="9514"/>
                </a:cubicBezTo>
                <a:cubicBezTo>
                  <a:pt x="5836" y="9534"/>
                  <a:pt x="5829" y="9553"/>
                  <a:pt x="5829" y="9573"/>
                </a:cubicBezTo>
                <a:cubicBezTo>
                  <a:pt x="5823" y="9689"/>
                  <a:pt x="5816" y="9806"/>
                  <a:pt x="5816" y="9922"/>
                </a:cubicBezTo>
                <a:cubicBezTo>
                  <a:pt x="5823" y="10019"/>
                  <a:pt x="5823" y="10117"/>
                  <a:pt x="5829" y="10214"/>
                </a:cubicBezTo>
                <a:cubicBezTo>
                  <a:pt x="5843" y="10350"/>
                  <a:pt x="5863" y="10486"/>
                  <a:pt x="5896" y="10583"/>
                </a:cubicBezTo>
                <a:cubicBezTo>
                  <a:pt x="5916" y="10660"/>
                  <a:pt x="5936" y="10738"/>
                  <a:pt x="5962" y="10777"/>
                </a:cubicBezTo>
                <a:cubicBezTo>
                  <a:pt x="5996" y="10874"/>
                  <a:pt x="6042" y="10932"/>
                  <a:pt x="6089" y="10971"/>
                </a:cubicBezTo>
                <a:cubicBezTo>
                  <a:pt x="6109" y="10991"/>
                  <a:pt x="6135" y="10991"/>
                  <a:pt x="6155" y="11010"/>
                </a:cubicBezTo>
                <a:cubicBezTo>
                  <a:pt x="6209" y="11224"/>
                  <a:pt x="6275" y="11379"/>
                  <a:pt x="6348" y="11535"/>
                </a:cubicBezTo>
                <a:cubicBezTo>
                  <a:pt x="6375" y="11593"/>
                  <a:pt x="6401" y="11632"/>
                  <a:pt x="6428" y="11671"/>
                </a:cubicBezTo>
                <a:cubicBezTo>
                  <a:pt x="6481" y="11748"/>
                  <a:pt x="6541" y="11826"/>
                  <a:pt x="6601" y="11845"/>
                </a:cubicBezTo>
                <a:cubicBezTo>
                  <a:pt x="6668" y="11904"/>
                  <a:pt x="6734" y="11904"/>
                  <a:pt x="6801" y="11845"/>
                </a:cubicBezTo>
                <a:cubicBezTo>
                  <a:pt x="6867" y="11787"/>
                  <a:pt x="6920" y="11690"/>
                  <a:pt x="6967" y="11554"/>
                </a:cubicBezTo>
                <a:cubicBezTo>
                  <a:pt x="7014" y="11418"/>
                  <a:pt x="7047" y="11263"/>
                  <a:pt x="7067" y="11068"/>
                </a:cubicBezTo>
                <a:cubicBezTo>
                  <a:pt x="7087" y="10874"/>
                  <a:pt x="7087" y="10680"/>
                  <a:pt x="7067" y="10486"/>
                </a:cubicBezTo>
                <a:cubicBezTo>
                  <a:pt x="7040" y="9883"/>
                  <a:pt x="6974" y="9281"/>
                  <a:pt x="6821" y="8854"/>
                </a:cubicBezTo>
                <a:cubicBezTo>
                  <a:pt x="6787" y="8757"/>
                  <a:pt x="6754" y="8679"/>
                  <a:pt x="6714" y="8601"/>
                </a:cubicBezTo>
                <a:cubicBezTo>
                  <a:pt x="6674" y="8524"/>
                  <a:pt x="6634" y="8485"/>
                  <a:pt x="6594" y="8446"/>
                </a:cubicBezTo>
                <a:cubicBezTo>
                  <a:pt x="6541" y="8388"/>
                  <a:pt x="6475" y="8368"/>
                  <a:pt x="6421" y="8349"/>
                </a:cubicBezTo>
                <a:cubicBezTo>
                  <a:pt x="6362" y="8329"/>
                  <a:pt x="6302" y="8368"/>
                  <a:pt x="6242" y="8407"/>
                </a:cubicBezTo>
                <a:cubicBezTo>
                  <a:pt x="6235" y="8427"/>
                  <a:pt x="6222" y="8446"/>
                  <a:pt x="6209" y="8465"/>
                </a:cubicBezTo>
                <a:close/>
                <a:moveTo>
                  <a:pt x="5962" y="1045"/>
                </a:moveTo>
                <a:cubicBezTo>
                  <a:pt x="5889" y="1337"/>
                  <a:pt x="5843" y="1667"/>
                  <a:pt x="5796" y="1997"/>
                </a:cubicBezTo>
                <a:cubicBezTo>
                  <a:pt x="5763" y="2250"/>
                  <a:pt x="5789" y="2619"/>
                  <a:pt x="5836" y="2852"/>
                </a:cubicBezTo>
                <a:cubicBezTo>
                  <a:pt x="5876" y="3065"/>
                  <a:pt x="5956" y="3240"/>
                  <a:pt x="6036" y="3337"/>
                </a:cubicBezTo>
                <a:cubicBezTo>
                  <a:pt x="6042" y="3415"/>
                  <a:pt x="6042" y="3512"/>
                  <a:pt x="6049" y="3590"/>
                </a:cubicBezTo>
                <a:cubicBezTo>
                  <a:pt x="6069" y="3784"/>
                  <a:pt x="6102" y="3940"/>
                  <a:pt x="6149" y="4076"/>
                </a:cubicBezTo>
                <a:cubicBezTo>
                  <a:pt x="6222" y="4328"/>
                  <a:pt x="6348" y="4542"/>
                  <a:pt x="6461" y="4600"/>
                </a:cubicBezTo>
                <a:cubicBezTo>
                  <a:pt x="6568" y="4658"/>
                  <a:pt x="6634" y="4658"/>
                  <a:pt x="6741" y="4600"/>
                </a:cubicBezTo>
                <a:cubicBezTo>
                  <a:pt x="6801" y="4581"/>
                  <a:pt x="6860" y="4503"/>
                  <a:pt x="6920" y="4425"/>
                </a:cubicBezTo>
                <a:cubicBezTo>
                  <a:pt x="7040" y="4270"/>
                  <a:pt x="7133" y="3978"/>
                  <a:pt x="7200" y="3648"/>
                </a:cubicBezTo>
                <a:cubicBezTo>
                  <a:pt x="7273" y="3299"/>
                  <a:pt x="7300" y="2930"/>
                  <a:pt x="7313" y="2522"/>
                </a:cubicBezTo>
                <a:cubicBezTo>
                  <a:pt x="7326" y="2211"/>
                  <a:pt x="7313" y="1881"/>
                  <a:pt x="7286" y="1589"/>
                </a:cubicBezTo>
                <a:cubicBezTo>
                  <a:pt x="7260" y="1201"/>
                  <a:pt x="7193" y="832"/>
                  <a:pt x="7100" y="560"/>
                </a:cubicBezTo>
                <a:cubicBezTo>
                  <a:pt x="7060" y="424"/>
                  <a:pt x="7007" y="307"/>
                  <a:pt x="6947" y="230"/>
                </a:cubicBezTo>
                <a:cubicBezTo>
                  <a:pt x="6847" y="94"/>
                  <a:pt x="6781" y="35"/>
                  <a:pt x="6668" y="16"/>
                </a:cubicBezTo>
                <a:cubicBezTo>
                  <a:pt x="6535" y="-23"/>
                  <a:pt x="6401" y="94"/>
                  <a:pt x="6275" y="249"/>
                </a:cubicBezTo>
                <a:cubicBezTo>
                  <a:pt x="6149" y="385"/>
                  <a:pt x="6049" y="715"/>
                  <a:pt x="5962" y="1045"/>
                </a:cubicBezTo>
                <a:close/>
                <a:moveTo>
                  <a:pt x="9721" y="3823"/>
                </a:moveTo>
                <a:cubicBezTo>
                  <a:pt x="9781" y="3726"/>
                  <a:pt x="9821" y="3590"/>
                  <a:pt x="9854" y="3435"/>
                </a:cubicBezTo>
                <a:cubicBezTo>
                  <a:pt x="9874" y="3337"/>
                  <a:pt x="9887" y="3240"/>
                  <a:pt x="9907" y="3143"/>
                </a:cubicBezTo>
                <a:cubicBezTo>
                  <a:pt x="9934" y="2968"/>
                  <a:pt x="9967" y="2794"/>
                  <a:pt x="9974" y="2619"/>
                </a:cubicBezTo>
                <a:cubicBezTo>
                  <a:pt x="10007" y="2172"/>
                  <a:pt x="10000" y="1706"/>
                  <a:pt x="9914" y="1317"/>
                </a:cubicBezTo>
                <a:cubicBezTo>
                  <a:pt x="9861" y="1065"/>
                  <a:pt x="9814" y="948"/>
                  <a:pt x="9734" y="773"/>
                </a:cubicBezTo>
                <a:cubicBezTo>
                  <a:pt x="9721" y="754"/>
                  <a:pt x="9714" y="735"/>
                  <a:pt x="9701" y="715"/>
                </a:cubicBezTo>
                <a:cubicBezTo>
                  <a:pt x="9661" y="657"/>
                  <a:pt x="9621" y="599"/>
                  <a:pt x="9581" y="579"/>
                </a:cubicBezTo>
                <a:cubicBezTo>
                  <a:pt x="9568" y="560"/>
                  <a:pt x="9555" y="560"/>
                  <a:pt x="9541" y="560"/>
                </a:cubicBezTo>
                <a:cubicBezTo>
                  <a:pt x="9541" y="560"/>
                  <a:pt x="9541" y="540"/>
                  <a:pt x="9535" y="540"/>
                </a:cubicBezTo>
                <a:cubicBezTo>
                  <a:pt x="9488" y="307"/>
                  <a:pt x="9402" y="94"/>
                  <a:pt x="9308" y="35"/>
                </a:cubicBezTo>
                <a:cubicBezTo>
                  <a:pt x="9209" y="-23"/>
                  <a:pt x="9102" y="-23"/>
                  <a:pt x="9016" y="152"/>
                </a:cubicBezTo>
                <a:cubicBezTo>
                  <a:pt x="8929" y="307"/>
                  <a:pt x="8869" y="521"/>
                  <a:pt x="8843" y="812"/>
                </a:cubicBezTo>
                <a:cubicBezTo>
                  <a:pt x="8843" y="851"/>
                  <a:pt x="8836" y="871"/>
                  <a:pt x="8836" y="909"/>
                </a:cubicBezTo>
                <a:cubicBezTo>
                  <a:pt x="8670" y="1473"/>
                  <a:pt x="8643" y="2327"/>
                  <a:pt x="8776" y="2968"/>
                </a:cubicBezTo>
                <a:cubicBezTo>
                  <a:pt x="8856" y="3337"/>
                  <a:pt x="8969" y="3609"/>
                  <a:pt x="9109" y="3726"/>
                </a:cubicBezTo>
                <a:cubicBezTo>
                  <a:pt x="9175" y="3784"/>
                  <a:pt x="9242" y="3804"/>
                  <a:pt x="9308" y="3804"/>
                </a:cubicBezTo>
                <a:cubicBezTo>
                  <a:pt x="9342" y="3881"/>
                  <a:pt x="9382" y="3940"/>
                  <a:pt x="9422" y="3978"/>
                </a:cubicBezTo>
                <a:cubicBezTo>
                  <a:pt x="9475" y="4017"/>
                  <a:pt x="9521" y="4037"/>
                  <a:pt x="9575" y="3998"/>
                </a:cubicBezTo>
                <a:cubicBezTo>
                  <a:pt x="9634" y="3940"/>
                  <a:pt x="9681" y="3901"/>
                  <a:pt x="9721" y="3823"/>
                </a:cubicBezTo>
                <a:close/>
                <a:moveTo>
                  <a:pt x="9654" y="12137"/>
                </a:moveTo>
                <a:cubicBezTo>
                  <a:pt x="9654" y="12117"/>
                  <a:pt x="9661" y="12098"/>
                  <a:pt x="9661" y="12078"/>
                </a:cubicBezTo>
                <a:cubicBezTo>
                  <a:pt x="9661" y="12059"/>
                  <a:pt x="9661" y="12040"/>
                  <a:pt x="9661" y="12020"/>
                </a:cubicBezTo>
                <a:cubicBezTo>
                  <a:pt x="9774" y="11923"/>
                  <a:pt x="9867" y="11690"/>
                  <a:pt x="9927" y="11399"/>
                </a:cubicBezTo>
                <a:cubicBezTo>
                  <a:pt x="9947" y="11301"/>
                  <a:pt x="9960" y="11185"/>
                  <a:pt x="9974" y="11068"/>
                </a:cubicBezTo>
                <a:cubicBezTo>
                  <a:pt x="9974" y="11049"/>
                  <a:pt x="9980" y="11010"/>
                  <a:pt x="9980" y="10991"/>
                </a:cubicBezTo>
                <a:cubicBezTo>
                  <a:pt x="10000" y="10738"/>
                  <a:pt x="10000" y="10563"/>
                  <a:pt x="9980" y="10291"/>
                </a:cubicBezTo>
                <a:cubicBezTo>
                  <a:pt x="9974" y="10175"/>
                  <a:pt x="9954" y="10078"/>
                  <a:pt x="9934" y="9981"/>
                </a:cubicBezTo>
                <a:cubicBezTo>
                  <a:pt x="9920" y="9922"/>
                  <a:pt x="9887" y="9806"/>
                  <a:pt x="9874" y="9748"/>
                </a:cubicBezTo>
                <a:cubicBezTo>
                  <a:pt x="9854" y="9670"/>
                  <a:pt x="9821" y="9612"/>
                  <a:pt x="9794" y="9573"/>
                </a:cubicBezTo>
                <a:cubicBezTo>
                  <a:pt x="9761" y="9514"/>
                  <a:pt x="9721" y="9476"/>
                  <a:pt x="9688" y="9437"/>
                </a:cubicBezTo>
                <a:cubicBezTo>
                  <a:pt x="9654" y="9417"/>
                  <a:pt x="9614" y="9398"/>
                  <a:pt x="9581" y="9398"/>
                </a:cubicBezTo>
                <a:cubicBezTo>
                  <a:pt x="9548" y="9398"/>
                  <a:pt x="9508" y="9417"/>
                  <a:pt x="9475" y="9437"/>
                </a:cubicBezTo>
                <a:cubicBezTo>
                  <a:pt x="9455" y="9456"/>
                  <a:pt x="9442" y="9476"/>
                  <a:pt x="9428" y="9495"/>
                </a:cubicBezTo>
                <a:cubicBezTo>
                  <a:pt x="9342" y="9378"/>
                  <a:pt x="9249" y="9340"/>
                  <a:pt x="9155" y="9417"/>
                </a:cubicBezTo>
                <a:cubicBezTo>
                  <a:pt x="9003" y="9534"/>
                  <a:pt x="8876" y="9845"/>
                  <a:pt x="8796" y="10233"/>
                </a:cubicBezTo>
                <a:cubicBezTo>
                  <a:pt x="8770" y="10350"/>
                  <a:pt x="8756" y="10486"/>
                  <a:pt x="8743" y="10602"/>
                </a:cubicBezTo>
                <a:cubicBezTo>
                  <a:pt x="8736" y="10641"/>
                  <a:pt x="8730" y="10699"/>
                  <a:pt x="8723" y="10758"/>
                </a:cubicBezTo>
                <a:cubicBezTo>
                  <a:pt x="8710" y="10932"/>
                  <a:pt x="8696" y="11127"/>
                  <a:pt x="8703" y="11321"/>
                </a:cubicBezTo>
                <a:cubicBezTo>
                  <a:pt x="8703" y="11457"/>
                  <a:pt x="8710" y="11593"/>
                  <a:pt x="8723" y="11748"/>
                </a:cubicBezTo>
                <a:cubicBezTo>
                  <a:pt x="8723" y="11787"/>
                  <a:pt x="8730" y="11845"/>
                  <a:pt x="8736" y="11884"/>
                </a:cubicBezTo>
                <a:cubicBezTo>
                  <a:pt x="8770" y="12176"/>
                  <a:pt x="8810" y="12350"/>
                  <a:pt x="8876" y="12583"/>
                </a:cubicBezTo>
                <a:cubicBezTo>
                  <a:pt x="8883" y="12622"/>
                  <a:pt x="8896" y="12642"/>
                  <a:pt x="8909" y="12681"/>
                </a:cubicBezTo>
                <a:cubicBezTo>
                  <a:pt x="8949" y="12778"/>
                  <a:pt x="8982" y="12875"/>
                  <a:pt x="9029" y="12933"/>
                </a:cubicBezTo>
                <a:cubicBezTo>
                  <a:pt x="9102" y="13050"/>
                  <a:pt x="9182" y="13127"/>
                  <a:pt x="9269" y="13108"/>
                </a:cubicBezTo>
                <a:cubicBezTo>
                  <a:pt x="9382" y="13088"/>
                  <a:pt x="9488" y="12991"/>
                  <a:pt x="9561" y="12758"/>
                </a:cubicBezTo>
                <a:cubicBezTo>
                  <a:pt x="9588" y="12545"/>
                  <a:pt x="9628" y="12350"/>
                  <a:pt x="9654" y="12137"/>
                </a:cubicBezTo>
                <a:close/>
                <a:moveTo>
                  <a:pt x="9362" y="21499"/>
                </a:moveTo>
                <a:cubicBezTo>
                  <a:pt x="9428" y="21499"/>
                  <a:pt x="9495" y="21441"/>
                  <a:pt x="9555" y="21344"/>
                </a:cubicBezTo>
                <a:cubicBezTo>
                  <a:pt x="9568" y="21324"/>
                  <a:pt x="9575" y="21305"/>
                  <a:pt x="9588" y="21266"/>
                </a:cubicBezTo>
                <a:cubicBezTo>
                  <a:pt x="9621" y="21247"/>
                  <a:pt x="9654" y="21208"/>
                  <a:pt x="9688" y="21150"/>
                </a:cubicBezTo>
                <a:cubicBezTo>
                  <a:pt x="9768" y="20994"/>
                  <a:pt x="9841" y="20761"/>
                  <a:pt x="9861" y="20489"/>
                </a:cubicBezTo>
                <a:cubicBezTo>
                  <a:pt x="9887" y="20062"/>
                  <a:pt x="9894" y="19635"/>
                  <a:pt x="9854" y="19188"/>
                </a:cubicBezTo>
                <a:cubicBezTo>
                  <a:pt x="9821" y="18858"/>
                  <a:pt x="9768" y="18566"/>
                  <a:pt x="9701" y="18294"/>
                </a:cubicBezTo>
                <a:cubicBezTo>
                  <a:pt x="9681" y="18178"/>
                  <a:pt x="9661" y="18061"/>
                  <a:pt x="9621" y="17964"/>
                </a:cubicBezTo>
                <a:cubicBezTo>
                  <a:pt x="9595" y="17906"/>
                  <a:pt x="9568" y="17847"/>
                  <a:pt x="9541" y="17789"/>
                </a:cubicBezTo>
                <a:cubicBezTo>
                  <a:pt x="9481" y="17692"/>
                  <a:pt x="9422" y="17634"/>
                  <a:pt x="9348" y="17634"/>
                </a:cubicBezTo>
                <a:cubicBezTo>
                  <a:pt x="9335" y="17634"/>
                  <a:pt x="9315" y="17634"/>
                  <a:pt x="9302" y="17634"/>
                </a:cubicBezTo>
                <a:cubicBezTo>
                  <a:pt x="9255" y="17653"/>
                  <a:pt x="9202" y="17653"/>
                  <a:pt x="9155" y="17692"/>
                </a:cubicBezTo>
                <a:cubicBezTo>
                  <a:pt x="9109" y="17731"/>
                  <a:pt x="9069" y="17789"/>
                  <a:pt x="9029" y="17848"/>
                </a:cubicBezTo>
                <a:cubicBezTo>
                  <a:pt x="9016" y="17867"/>
                  <a:pt x="8996" y="17886"/>
                  <a:pt x="8982" y="17925"/>
                </a:cubicBezTo>
                <a:cubicBezTo>
                  <a:pt x="8929" y="18022"/>
                  <a:pt x="8876" y="18139"/>
                  <a:pt x="8836" y="18275"/>
                </a:cubicBezTo>
                <a:cubicBezTo>
                  <a:pt x="8809" y="18372"/>
                  <a:pt x="8776" y="18489"/>
                  <a:pt x="8756" y="18586"/>
                </a:cubicBezTo>
                <a:cubicBezTo>
                  <a:pt x="8730" y="18702"/>
                  <a:pt x="8716" y="18838"/>
                  <a:pt x="8696" y="18974"/>
                </a:cubicBezTo>
                <a:cubicBezTo>
                  <a:pt x="8690" y="19013"/>
                  <a:pt x="8683" y="19052"/>
                  <a:pt x="8683" y="19110"/>
                </a:cubicBezTo>
                <a:cubicBezTo>
                  <a:pt x="8670" y="19246"/>
                  <a:pt x="8663" y="19382"/>
                  <a:pt x="8663" y="19518"/>
                </a:cubicBezTo>
                <a:cubicBezTo>
                  <a:pt x="8663" y="19615"/>
                  <a:pt x="8670" y="19712"/>
                  <a:pt x="8670" y="19809"/>
                </a:cubicBezTo>
                <a:cubicBezTo>
                  <a:pt x="8676" y="19907"/>
                  <a:pt x="8676" y="20004"/>
                  <a:pt x="8690" y="20081"/>
                </a:cubicBezTo>
                <a:cubicBezTo>
                  <a:pt x="8710" y="20256"/>
                  <a:pt x="8736" y="20431"/>
                  <a:pt x="8770" y="20586"/>
                </a:cubicBezTo>
                <a:cubicBezTo>
                  <a:pt x="8796" y="20684"/>
                  <a:pt x="8823" y="20800"/>
                  <a:pt x="8856" y="20897"/>
                </a:cubicBezTo>
                <a:cubicBezTo>
                  <a:pt x="8889" y="20994"/>
                  <a:pt x="8929" y="21072"/>
                  <a:pt x="8962" y="21150"/>
                </a:cubicBezTo>
                <a:cubicBezTo>
                  <a:pt x="8976" y="21189"/>
                  <a:pt x="8996" y="21208"/>
                  <a:pt x="9009" y="21247"/>
                </a:cubicBezTo>
                <a:cubicBezTo>
                  <a:pt x="9049" y="21305"/>
                  <a:pt x="9095" y="21363"/>
                  <a:pt x="9142" y="21402"/>
                </a:cubicBezTo>
                <a:cubicBezTo>
                  <a:pt x="9189" y="21441"/>
                  <a:pt x="9242" y="21461"/>
                  <a:pt x="9288" y="21480"/>
                </a:cubicBezTo>
                <a:cubicBezTo>
                  <a:pt x="9322" y="21499"/>
                  <a:pt x="9342" y="21499"/>
                  <a:pt x="9362" y="21499"/>
                </a:cubicBezTo>
                <a:close/>
                <a:moveTo>
                  <a:pt x="11723" y="16682"/>
                </a:moveTo>
                <a:cubicBezTo>
                  <a:pt x="11657" y="16935"/>
                  <a:pt x="11610" y="17323"/>
                  <a:pt x="11657" y="17653"/>
                </a:cubicBezTo>
                <a:cubicBezTo>
                  <a:pt x="11697" y="17925"/>
                  <a:pt x="11737" y="18217"/>
                  <a:pt x="11777" y="18488"/>
                </a:cubicBezTo>
                <a:cubicBezTo>
                  <a:pt x="11717" y="18780"/>
                  <a:pt x="11677" y="19110"/>
                  <a:pt x="11683" y="19479"/>
                </a:cubicBezTo>
                <a:cubicBezTo>
                  <a:pt x="11697" y="19984"/>
                  <a:pt x="11763" y="20392"/>
                  <a:pt x="11870" y="20781"/>
                </a:cubicBezTo>
                <a:cubicBezTo>
                  <a:pt x="11956" y="21091"/>
                  <a:pt x="12076" y="21305"/>
                  <a:pt x="12209" y="21422"/>
                </a:cubicBezTo>
                <a:cubicBezTo>
                  <a:pt x="12375" y="21577"/>
                  <a:pt x="12541" y="21499"/>
                  <a:pt x="12694" y="21286"/>
                </a:cubicBezTo>
                <a:cubicBezTo>
                  <a:pt x="12914" y="20994"/>
                  <a:pt x="13074" y="20314"/>
                  <a:pt x="13107" y="19635"/>
                </a:cubicBezTo>
                <a:cubicBezTo>
                  <a:pt x="13127" y="19227"/>
                  <a:pt x="13134" y="18799"/>
                  <a:pt x="13087" y="18391"/>
                </a:cubicBezTo>
                <a:cubicBezTo>
                  <a:pt x="13040" y="17983"/>
                  <a:pt x="12961" y="17595"/>
                  <a:pt x="12861" y="17284"/>
                </a:cubicBezTo>
                <a:cubicBezTo>
                  <a:pt x="12641" y="16624"/>
                  <a:pt x="12329" y="16332"/>
                  <a:pt x="12023" y="16255"/>
                </a:cubicBezTo>
                <a:cubicBezTo>
                  <a:pt x="11903" y="16216"/>
                  <a:pt x="11790" y="16429"/>
                  <a:pt x="11723" y="16682"/>
                </a:cubicBezTo>
                <a:close/>
                <a:moveTo>
                  <a:pt x="11996" y="8465"/>
                </a:moveTo>
                <a:cubicBezTo>
                  <a:pt x="11956" y="8504"/>
                  <a:pt x="11910" y="8563"/>
                  <a:pt x="11870" y="8621"/>
                </a:cubicBezTo>
                <a:cubicBezTo>
                  <a:pt x="11830" y="8679"/>
                  <a:pt x="11796" y="8776"/>
                  <a:pt x="11763" y="8854"/>
                </a:cubicBezTo>
                <a:cubicBezTo>
                  <a:pt x="11757" y="8873"/>
                  <a:pt x="11757" y="8873"/>
                  <a:pt x="11750" y="8893"/>
                </a:cubicBezTo>
                <a:cubicBezTo>
                  <a:pt x="11723" y="8970"/>
                  <a:pt x="11703" y="9068"/>
                  <a:pt x="11683" y="9145"/>
                </a:cubicBezTo>
                <a:cubicBezTo>
                  <a:pt x="11677" y="9165"/>
                  <a:pt x="11677" y="9184"/>
                  <a:pt x="11670" y="9204"/>
                </a:cubicBezTo>
                <a:cubicBezTo>
                  <a:pt x="11650" y="9301"/>
                  <a:pt x="11637" y="9417"/>
                  <a:pt x="11623" y="9514"/>
                </a:cubicBezTo>
                <a:cubicBezTo>
                  <a:pt x="11623" y="9534"/>
                  <a:pt x="11617" y="9553"/>
                  <a:pt x="11617" y="9573"/>
                </a:cubicBezTo>
                <a:cubicBezTo>
                  <a:pt x="11610" y="9689"/>
                  <a:pt x="11604" y="9806"/>
                  <a:pt x="11604" y="9922"/>
                </a:cubicBezTo>
                <a:cubicBezTo>
                  <a:pt x="11610" y="10019"/>
                  <a:pt x="11610" y="10117"/>
                  <a:pt x="11617" y="10214"/>
                </a:cubicBezTo>
                <a:cubicBezTo>
                  <a:pt x="11630" y="10350"/>
                  <a:pt x="11650" y="10486"/>
                  <a:pt x="11683" y="10583"/>
                </a:cubicBezTo>
                <a:cubicBezTo>
                  <a:pt x="11703" y="10660"/>
                  <a:pt x="11723" y="10738"/>
                  <a:pt x="11750" y="10777"/>
                </a:cubicBezTo>
                <a:cubicBezTo>
                  <a:pt x="11783" y="10874"/>
                  <a:pt x="11830" y="10932"/>
                  <a:pt x="11876" y="10971"/>
                </a:cubicBezTo>
                <a:cubicBezTo>
                  <a:pt x="11896" y="10991"/>
                  <a:pt x="11923" y="10991"/>
                  <a:pt x="11943" y="11010"/>
                </a:cubicBezTo>
                <a:cubicBezTo>
                  <a:pt x="11996" y="11224"/>
                  <a:pt x="12063" y="11379"/>
                  <a:pt x="12136" y="11535"/>
                </a:cubicBezTo>
                <a:cubicBezTo>
                  <a:pt x="12162" y="11593"/>
                  <a:pt x="12189" y="11632"/>
                  <a:pt x="12216" y="11671"/>
                </a:cubicBezTo>
                <a:cubicBezTo>
                  <a:pt x="12269" y="11748"/>
                  <a:pt x="12329" y="11826"/>
                  <a:pt x="12389" y="11845"/>
                </a:cubicBezTo>
                <a:cubicBezTo>
                  <a:pt x="12455" y="11904"/>
                  <a:pt x="12522" y="11904"/>
                  <a:pt x="12588" y="11845"/>
                </a:cubicBezTo>
                <a:cubicBezTo>
                  <a:pt x="12655" y="11787"/>
                  <a:pt x="12708" y="11690"/>
                  <a:pt x="12754" y="11554"/>
                </a:cubicBezTo>
                <a:cubicBezTo>
                  <a:pt x="12801" y="11418"/>
                  <a:pt x="12834" y="11263"/>
                  <a:pt x="12854" y="11068"/>
                </a:cubicBezTo>
                <a:cubicBezTo>
                  <a:pt x="12874" y="10874"/>
                  <a:pt x="12874" y="10680"/>
                  <a:pt x="12854" y="10486"/>
                </a:cubicBezTo>
                <a:cubicBezTo>
                  <a:pt x="12828" y="9883"/>
                  <a:pt x="12761" y="9281"/>
                  <a:pt x="12608" y="8854"/>
                </a:cubicBezTo>
                <a:cubicBezTo>
                  <a:pt x="12575" y="8757"/>
                  <a:pt x="12542" y="8679"/>
                  <a:pt x="12502" y="8601"/>
                </a:cubicBezTo>
                <a:cubicBezTo>
                  <a:pt x="12462" y="8524"/>
                  <a:pt x="12422" y="8485"/>
                  <a:pt x="12382" y="8446"/>
                </a:cubicBezTo>
                <a:cubicBezTo>
                  <a:pt x="12329" y="8388"/>
                  <a:pt x="12262" y="8368"/>
                  <a:pt x="12209" y="8349"/>
                </a:cubicBezTo>
                <a:cubicBezTo>
                  <a:pt x="12149" y="8329"/>
                  <a:pt x="12089" y="8368"/>
                  <a:pt x="12029" y="8407"/>
                </a:cubicBezTo>
                <a:cubicBezTo>
                  <a:pt x="12023" y="8427"/>
                  <a:pt x="12009" y="8446"/>
                  <a:pt x="11996" y="8465"/>
                </a:cubicBezTo>
                <a:close/>
                <a:moveTo>
                  <a:pt x="11750" y="1045"/>
                </a:moveTo>
                <a:cubicBezTo>
                  <a:pt x="11677" y="1337"/>
                  <a:pt x="11630" y="1667"/>
                  <a:pt x="11584" y="1997"/>
                </a:cubicBezTo>
                <a:cubicBezTo>
                  <a:pt x="11550" y="2250"/>
                  <a:pt x="11577" y="2619"/>
                  <a:pt x="11623" y="2852"/>
                </a:cubicBezTo>
                <a:cubicBezTo>
                  <a:pt x="11663" y="3065"/>
                  <a:pt x="11743" y="3240"/>
                  <a:pt x="11823" y="3337"/>
                </a:cubicBezTo>
                <a:cubicBezTo>
                  <a:pt x="11830" y="3415"/>
                  <a:pt x="11830" y="3512"/>
                  <a:pt x="11836" y="3590"/>
                </a:cubicBezTo>
                <a:cubicBezTo>
                  <a:pt x="11856" y="3784"/>
                  <a:pt x="11890" y="3940"/>
                  <a:pt x="11936" y="4076"/>
                </a:cubicBezTo>
                <a:cubicBezTo>
                  <a:pt x="12009" y="4328"/>
                  <a:pt x="12136" y="4542"/>
                  <a:pt x="12249" y="4600"/>
                </a:cubicBezTo>
                <a:cubicBezTo>
                  <a:pt x="12355" y="4658"/>
                  <a:pt x="12422" y="4658"/>
                  <a:pt x="12528" y="4600"/>
                </a:cubicBezTo>
                <a:cubicBezTo>
                  <a:pt x="12588" y="4581"/>
                  <a:pt x="12648" y="4503"/>
                  <a:pt x="12708" y="4425"/>
                </a:cubicBezTo>
                <a:cubicBezTo>
                  <a:pt x="12828" y="4270"/>
                  <a:pt x="12921" y="3978"/>
                  <a:pt x="12987" y="3648"/>
                </a:cubicBezTo>
                <a:cubicBezTo>
                  <a:pt x="13060" y="3299"/>
                  <a:pt x="13087" y="2930"/>
                  <a:pt x="13100" y="2522"/>
                </a:cubicBezTo>
                <a:cubicBezTo>
                  <a:pt x="13114" y="2211"/>
                  <a:pt x="13100" y="1881"/>
                  <a:pt x="13074" y="1589"/>
                </a:cubicBezTo>
                <a:cubicBezTo>
                  <a:pt x="13047" y="1201"/>
                  <a:pt x="12981" y="832"/>
                  <a:pt x="12887" y="560"/>
                </a:cubicBezTo>
                <a:cubicBezTo>
                  <a:pt x="12848" y="424"/>
                  <a:pt x="12794" y="307"/>
                  <a:pt x="12734" y="230"/>
                </a:cubicBezTo>
                <a:cubicBezTo>
                  <a:pt x="12635" y="94"/>
                  <a:pt x="12568" y="35"/>
                  <a:pt x="12455" y="16"/>
                </a:cubicBezTo>
                <a:cubicBezTo>
                  <a:pt x="12322" y="-23"/>
                  <a:pt x="12189" y="94"/>
                  <a:pt x="12063" y="249"/>
                </a:cubicBezTo>
                <a:cubicBezTo>
                  <a:pt x="11936" y="385"/>
                  <a:pt x="11836" y="715"/>
                  <a:pt x="11750" y="1045"/>
                </a:cubicBezTo>
                <a:close/>
                <a:moveTo>
                  <a:pt x="15508" y="3823"/>
                </a:moveTo>
                <a:cubicBezTo>
                  <a:pt x="15568" y="3726"/>
                  <a:pt x="15608" y="3590"/>
                  <a:pt x="15641" y="3435"/>
                </a:cubicBezTo>
                <a:cubicBezTo>
                  <a:pt x="15661" y="3337"/>
                  <a:pt x="15675" y="3240"/>
                  <a:pt x="15695" y="3143"/>
                </a:cubicBezTo>
                <a:cubicBezTo>
                  <a:pt x="15721" y="2968"/>
                  <a:pt x="15755" y="2794"/>
                  <a:pt x="15761" y="2619"/>
                </a:cubicBezTo>
                <a:cubicBezTo>
                  <a:pt x="15794" y="2172"/>
                  <a:pt x="15788" y="1706"/>
                  <a:pt x="15701" y="1317"/>
                </a:cubicBezTo>
                <a:cubicBezTo>
                  <a:pt x="15648" y="1065"/>
                  <a:pt x="15602" y="948"/>
                  <a:pt x="15522" y="773"/>
                </a:cubicBezTo>
                <a:cubicBezTo>
                  <a:pt x="15508" y="754"/>
                  <a:pt x="15502" y="735"/>
                  <a:pt x="15488" y="715"/>
                </a:cubicBezTo>
                <a:cubicBezTo>
                  <a:pt x="15449" y="657"/>
                  <a:pt x="15409" y="599"/>
                  <a:pt x="15369" y="579"/>
                </a:cubicBezTo>
                <a:cubicBezTo>
                  <a:pt x="15355" y="560"/>
                  <a:pt x="15342" y="560"/>
                  <a:pt x="15329" y="560"/>
                </a:cubicBezTo>
                <a:cubicBezTo>
                  <a:pt x="15329" y="560"/>
                  <a:pt x="15329" y="540"/>
                  <a:pt x="15322" y="540"/>
                </a:cubicBezTo>
                <a:cubicBezTo>
                  <a:pt x="15276" y="307"/>
                  <a:pt x="15189" y="94"/>
                  <a:pt x="15096" y="35"/>
                </a:cubicBezTo>
                <a:cubicBezTo>
                  <a:pt x="14996" y="-23"/>
                  <a:pt x="14890" y="-23"/>
                  <a:pt x="14803" y="152"/>
                </a:cubicBezTo>
                <a:cubicBezTo>
                  <a:pt x="14717" y="307"/>
                  <a:pt x="14657" y="521"/>
                  <a:pt x="14630" y="812"/>
                </a:cubicBezTo>
                <a:cubicBezTo>
                  <a:pt x="14630" y="851"/>
                  <a:pt x="14624" y="871"/>
                  <a:pt x="14624" y="909"/>
                </a:cubicBezTo>
                <a:cubicBezTo>
                  <a:pt x="14457" y="1473"/>
                  <a:pt x="14431" y="2327"/>
                  <a:pt x="14564" y="2968"/>
                </a:cubicBezTo>
                <a:cubicBezTo>
                  <a:pt x="14644" y="3337"/>
                  <a:pt x="14757" y="3609"/>
                  <a:pt x="14896" y="3726"/>
                </a:cubicBezTo>
                <a:cubicBezTo>
                  <a:pt x="14963" y="3784"/>
                  <a:pt x="15029" y="3804"/>
                  <a:pt x="15096" y="3804"/>
                </a:cubicBezTo>
                <a:cubicBezTo>
                  <a:pt x="15129" y="3881"/>
                  <a:pt x="15169" y="3940"/>
                  <a:pt x="15209" y="3978"/>
                </a:cubicBezTo>
                <a:cubicBezTo>
                  <a:pt x="15262" y="4017"/>
                  <a:pt x="15309" y="4037"/>
                  <a:pt x="15362" y="3998"/>
                </a:cubicBezTo>
                <a:cubicBezTo>
                  <a:pt x="15422" y="3940"/>
                  <a:pt x="15469" y="3901"/>
                  <a:pt x="15508" y="3823"/>
                </a:cubicBezTo>
                <a:close/>
                <a:moveTo>
                  <a:pt x="15435" y="12137"/>
                </a:moveTo>
                <a:cubicBezTo>
                  <a:pt x="15435" y="12117"/>
                  <a:pt x="15442" y="12098"/>
                  <a:pt x="15442" y="12078"/>
                </a:cubicBezTo>
                <a:cubicBezTo>
                  <a:pt x="15442" y="12059"/>
                  <a:pt x="15442" y="12040"/>
                  <a:pt x="15442" y="12020"/>
                </a:cubicBezTo>
                <a:cubicBezTo>
                  <a:pt x="15555" y="11923"/>
                  <a:pt x="15648" y="11690"/>
                  <a:pt x="15708" y="11399"/>
                </a:cubicBezTo>
                <a:cubicBezTo>
                  <a:pt x="15728" y="11301"/>
                  <a:pt x="15741" y="11185"/>
                  <a:pt x="15755" y="11068"/>
                </a:cubicBezTo>
                <a:cubicBezTo>
                  <a:pt x="15755" y="11049"/>
                  <a:pt x="15761" y="11010"/>
                  <a:pt x="15761" y="10991"/>
                </a:cubicBezTo>
                <a:cubicBezTo>
                  <a:pt x="15781" y="10738"/>
                  <a:pt x="15781" y="10563"/>
                  <a:pt x="15761" y="10291"/>
                </a:cubicBezTo>
                <a:cubicBezTo>
                  <a:pt x="15755" y="10175"/>
                  <a:pt x="15735" y="10078"/>
                  <a:pt x="15715" y="9981"/>
                </a:cubicBezTo>
                <a:cubicBezTo>
                  <a:pt x="15701" y="9922"/>
                  <a:pt x="15668" y="9806"/>
                  <a:pt x="15655" y="9748"/>
                </a:cubicBezTo>
                <a:cubicBezTo>
                  <a:pt x="15635" y="9670"/>
                  <a:pt x="15602" y="9612"/>
                  <a:pt x="15575" y="9573"/>
                </a:cubicBezTo>
                <a:cubicBezTo>
                  <a:pt x="15542" y="9514"/>
                  <a:pt x="15502" y="9476"/>
                  <a:pt x="15469" y="9437"/>
                </a:cubicBezTo>
                <a:cubicBezTo>
                  <a:pt x="15435" y="9417"/>
                  <a:pt x="15395" y="9398"/>
                  <a:pt x="15362" y="9398"/>
                </a:cubicBezTo>
                <a:cubicBezTo>
                  <a:pt x="15329" y="9398"/>
                  <a:pt x="15289" y="9417"/>
                  <a:pt x="15256" y="9437"/>
                </a:cubicBezTo>
                <a:cubicBezTo>
                  <a:pt x="15236" y="9456"/>
                  <a:pt x="15222" y="9476"/>
                  <a:pt x="15209" y="9495"/>
                </a:cubicBezTo>
                <a:cubicBezTo>
                  <a:pt x="15123" y="9378"/>
                  <a:pt x="15029" y="9340"/>
                  <a:pt x="14936" y="9417"/>
                </a:cubicBezTo>
                <a:cubicBezTo>
                  <a:pt x="14783" y="9534"/>
                  <a:pt x="14657" y="9845"/>
                  <a:pt x="14577" y="10233"/>
                </a:cubicBezTo>
                <a:cubicBezTo>
                  <a:pt x="14550" y="10350"/>
                  <a:pt x="14537" y="10486"/>
                  <a:pt x="14524" y="10602"/>
                </a:cubicBezTo>
                <a:cubicBezTo>
                  <a:pt x="14517" y="10641"/>
                  <a:pt x="14511" y="10699"/>
                  <a:pt x="14504" y="10758"/>
                </a:cubicBezTo>
                <a:cubicBezTo>
                  <a:pt x="14491" y="10932"/>
                  <a:pt x="14477" y="11127"/>
                  <a:pt x="14484" y="11321"/>
                </a:cubicBezTo>
                <a:cubicBezTo>
                  <a:pt x="14484" y="11457"/>
                  <a:pt x="14491" y="11593"/>
                  <a:pt x="14504" y="11748"/>
                </a:cubicBezTo>
                <a:cubicBezTo>
                  <a:pt x="14504" y="11787"/>
                  <a:pt x="14511" y="11845"/>
                  <a:pt x="14517" y="11884"/>
                </a:cubicBezTo>
                <a:cubicBezTo>
                  <a:pt x="14551" y="12176"/>
                  <a:pt x="14590" y="12350"/>
                  <a:pt x="14657" y="12583"/>
                </a:cubicBezTo>
                <a:cubicBezTo>
                  <a:pt x="14664" y="12622"/>
                  <a:pt x="14677" y="12642"/>
                  <a:pt x="14690" y="12681"/>
                </a:cubicBezTo>
                <a:cubicBezTo>
                  <a:pt x="14730" y="12778"/>
                  <a:pt x="14763" y="12875"/>
                  <a:pt x="14810" y="12933"/>
                </a:cubicBezTo>
                <a:cubicBezTo>
                  <a:pt x="14883" y="13050"/>
                  <a:pt x="14963" y="13127"/>
                  <a:pt x="15049" y="13108"/>
                </a:cubicBezTo>
                <a:cubicBezTo>
                  <a:pt x="15163" y="13088"/>
                  <a:pt x="15269" y="12991"/>
                  <a:pt x="15342" y="12758"/>
                </a:cubicBezTo>
                <a:cubicBezTo>
                  <a:pt x="15375" y="12545"/>
                  <a:pt x="15415" y="12350"/>
                  <a:pt x="15435" y="12137"/>
                </a:cubicBezTo>
                <a:close/>
                <a:moveTo>
                  <a:pt x="15143" y="21499"/>
                </a:moveTo>
                <a:cubicBezTo>
                  <a:pt x="15209" y="21499"/>
                  <a:pt x="15276" y="21441"/>
                  <a:pt x="15336" y="21344"/>
                </a:cubicBezTo>
                <a:cubicBezTo>
                  <a:pt x="15349" y="21324"/>
                  <a:pt x="15355" y="21305"/>
                  <a:pt x="15369" y="21266"/>
                </a:cubicBezTo>
                <a:cubicBezTo>
                  <a:pt x="15402" y="21247"/>
                  <a:pt x="15435" y="21208"/>
                  <a:pt x="15469" y="21150"/>
                </a:cubicBezTo>
                <a:cubicBezTo>
                  <a:pt x="15548" y="20994"/>
                  <a:pt x="15622" y="20761"/>
                  <a:pt x="15641" y="20489"/>
                </a:cubicBezTo>
                <a:cubicBezTo>
                  <a:pt x="15668" y="20062"/>
                  <a:pt x="15675" y="19635"/>
                  <a:pt x="15635" y="19188"/>
                </a:cubicBezTo>
                <a:cubicBezTo>
                  <a:pt x="15602" y="18858"/>
                  <a:pt x="15548" y="18566"/>
                  <a:pt x="15482" y="18294"/>
                </a:cubicBezTo>
                <a:cubicBezTo>
                  <a:pt x="15462" y="18178"/>
                  <a:pt x="15442" y="18061"/>
                  <a:pt x="15402" y="17964"/>
                </a:cubicBezTo>
                <a:cubicBezTo>
                  <a:pt x="15375" y="17906"/>
                  <a:pt x="15349" y="17847"/>
                  <a:pt x="15322" y="17789"/>
                </a:cubicBezTo>
                <a:cubicBezTo>
                  <a:pt x="15262" y="17692"/>
                  <a:pt x="15202" y="17634"/>
                  <a:pt x="15129" y="17634"/>
                </a:cubicBezTo>
                <a:cubicBezTo>
                  <a:pt x="15116" y="17634"/>
                  <a:pt x="15096" y="17634"/>
                  <a:pt x="15083" y="17634"/>
                </a:cubicBezTo>
                <a:cubicBezTo>
                  <a:pt x="15036" y="17653"/>
                  <a:pt x="14983" y="17653"/>
                  <a:pt x="14936" y="17692"/>
                </a:cubicBezTo>
                <a:cubicBezTo>
                  <a:pt x="14890" y="17731"/>
                  <a:pt x="14850" y="17789"/>
                  <a:pt x="14810" y="17848"/>
                </a:cubicBezTo>
                <a:cubicBezTo>
                  <a:pt x="14797" y="17867"/>
                  <a:pt x="14777" y="17886"/>
                  <a:pt x="14763" y="17925"/>
                </a:cubicBezTo>
                <a:cubicBezTo>
                  <a:pt x="14710" y="18022"/>
                  <a:pt x="14657" y="18139"/>
                  <a:pt x="14617" y="18275"/>
                </a:cubicBezTo>
                <a:cubicBezTo>
                  <a:pt x="14590" y="18372"/>
                  <a:pt x="14557" y="18489"/>
                  <a:pt x="14537" y="18586"/>
                </a:cubicBezTo>
                <a:cubicBezTo>
                  <a:pt x="14510" y="18702"/>
                  <a:pt x="14497" y="18838"/>
                  <a:pt x="14477" y="18974"/>
                </a:cubicBezTo>
                <a:cubicBezTo>
                  <a:pt x="14471" y="19013"/>
                  <a:pt x="14464" y="19052"/>
                  <a:pt x="14464" y="19110"/>
                </a:cubicBezTo>
                <a:cubicBezTo>
                  <a:pt x="14451" y="19246"/>
                  <a:pt x="14444" y="19382"/>
                  <a:pt x="14444" y="19518"/>
                </a:cubicBezTo>
                <a:cubicBezTo>
                  <a:pt x="14444" y="19615"/>
                  <a:pt x="14451" y="19712"/>
                  <a:pt x="14451" y="19809"/>
                </a:cubicBezTo>
                <a:cubicBezTo>
                  <a:pt x="14457" y="19907"/>
                  <a:pt x="14457" y="20004"/>
                  <a:pt x="14471" y="20081"/>
                </a:cubicBezTo>
                <a:cubicBezTo>
                  <a:pt x="14490" y="20256"/>
                  <a:pt x="14517" y="20431"/>
                  <a:pt x="14550" y="20586"/>
                </a:cubicBezTo>
                <a:cubicBezTo>
                  <a:pt x="14577" y="20684"/>
                  <a:pt x="14604" y="20800"/>
                  <a:pt x="14637" y="20897"/>
                </a:cubicBezTo>
                <a:cubicBezTo>
                  <a:pt x="14670" y="20994"/>
                  <a:pt x="14710" y="21072"/>
                  <a:pt x="14743" y="21150"/>
                </a:cubicBezTo>
                <a:cubicBezTo>
                  <a:pt x="14757" y="21189"/>
                  <a:pt x="14777" y="21208"/>
                  <a:pt x="14790" y="21247"/>
                </a:cubicBezTo>
                <a:cubicBezTo>
                  <a:pt x="14830" y="21305"/>
                  <a:pt x="14876" y="21363"/>
                  <a:pt x="14923" y="21402"/>
                </a:cubicBezTo>
                <a:cubicBezTo>
                  <a:pt x="14969" y="21441"/>
                  <a:pt x="15023" y="21461"/>
                  <a:pt x="15069" y="21480"/>
                </a:cubicBezTo>
                <a:cubicBezTo>
                  <a:pt x="15103" y="21499"/>
                  <a:pt x="15123" y="21499"/>
                  <a:pt x="15143" y="21499"/>
                </a:cubicBezTo>
                <a:close/>
                <a:moveTo>
                  <a:pt x="17504" y="16682"/>
                </a:moveTo>
                <a:cubicBezTo>
                  <a:pt x="17438" y="16935"/>
                  <a:pt x="17391" y="17323"/>
                  <a:pt x="17438" y="17653"/>
                </a:cubicBezTo>
                <a:cubicBezTo>
                  <a:pt x="17478" y="17925"/>
                  <a:pt x="17517" y="18217"/>
                  <a:pt x="17557" y="18488"/>
                </a:cubicBezTo>
                <a:cubicBezTo>
                  <a:pt x="17497" y="18780"/>
                  <a:pt x="17458" y="19110"/>
                  <a:pt x="17464" y="19479"/>
                </a:cubicBezTo>
                <a:cubicBezTo>
                  <a:pt x="17478" y="19984"/>
                  <a:pt x="17544" y="20392"/>
                  <a:pt x="17650" y="20781"/>
                </a:cubicBezTo>
                <a:cubicBezTo>
                  <a:pt x="17737" y="21091"/>
                  <a:pt x="17857" y="21305"/>
                  <a:pt x="17990" y="21422"/>
                </a:cubicBezTo>
                <a:cubicBezTo>
                  <a:pt x="18156" y="21577"/>
                  <a:pt x="18322" y="21499"/>
                  <a:pt x="18475" y="21286"/>
                </a:cubicBezTo>
                <a:cubicBezTo>
                  <a:pt x="18695" y="20994"/>
                  <a:pt x="18854" y="20314"/>
                  <a:pt x="18888" y="19635"/>
                </a:cubicBezTo>
                <a:cubicBezTo>
                  <a:pt x="18908" y="19227"/>
                  <a:pt x="18914" y="18799"/>
                  <a:pt x="18868" y="18391"/>
                </a:cubicBezTo>
                <a:cubicBezTo>
                  <a:pt x="18821" y="17983"/>
                  <a:pt x="18741" y="17595"/>
                  <a:pt x="18642" y="17284"/>
                </a:cubicBezTo>
                <a:cubicBezTo>
                  <a:pt x="18422" y="16624"/>
                  <a:pt x="18109" y="16332"/>
                  <a:pt x="17803" y="16255"/>
                </a:cubicBezTo>
                <a:cubicBezTo>
                  <a:pt x="17690" y="16216"/>
                  <a:pt x="17577" y="16429"/>
                  <a:pt x="17504" y="16682"/>
                </a:cubicBezTo>
                <a:close/>
                <a:moveTo>
                  <a:pt x="17784" y="8465"/>
                </a:moveTo>
                <a:cubicBezTo>
                  <a:pt x="17744" y="8504"/>
                  <a:pt x="17697" y="8563"/>
                  <a:pt x="17657" y="8621"/>
                </a:cubicBezTo>
                <a:cubicBezTo>
                  <a:pt x="17617" y="8679"/>
                  <a:pt x="17584" y="8776"/>
                  <a:pt x="17551" y="8854"/>
                </a:cubicBezTo>
                <a:cubicBezTo>
                  <a:pt x="17544" y="8873"/>
                  <a:pt x="17544" y="8873"/>
                  <a:pt x="17537" y="8893"/>
                </a:cubicBezTo>
                <a:cubicBezTo>
                  <a:pt x="17511" y="8970"/>
                  <a:pt x="17491" y="9068"/>
                  <a:pt x="17471" y="9145"/>
                </a:cubicBezTo>
                <a:cubicBezTo>
                  <a:pt x="17464" y="9165"/>
                  <a:pt x="17464" y="9184"/>
                  <a:pt x="17458" y="9204"/>
                </a:cubicBezTo>
                <a:cubicBezTo>
                  <a:pt x="17438" y="9301"/>
                  <a:pt x="17424" y="9417"/>
                  <a:pt x="17411" y="9514"/>
                </a:cubicBezTo>
                <a:cubicBezTo>
                  <a:pt x="17411" y="9534"/>
                  <a:pt x="17404" y="9553"/>
                  <a:pt x="17404" y="9573"/>
                </a:cubicBezTo>
                <a:cubicBezTo>
                  <a:pt x="17398" y="9689"/>
                  <a:pt x="17391" y="9806"/>
                  <a:pt x="17391" y="9922"/>
                </a:cubicBezTo>
                <a:cubicBezTo>
                  <a:pt x="17398" y="10019"/>
                  <a:pt x="17398" y="10117"/>
                  <a:pt x="17404" y="10214"/>
                </a:cubicBezTo>
                <a:cubicBezTo>
                  <a:pt x="17418" y="10350"/>
                  <a:pt x="17438" y="10486"/>
                  <a:pt x="17471" y="10583"/>
                </a:cubicBezTo>
                <a:cubicBezTo>
                  <a:pt x="17491" y="10660"/>
                  <a:pt x="17511" y="10738"/>
                  <a:pt x="17537" y="10777"/>
                </a:cubicBezTo>
                <a:cubicBezTo>
                  <a:pt x="17571" y="10874"/>
                  <a:pt x="17617" y="10932"/>
                  <a:pt x="17664" y="10971"/>
                </a:cubicBezTo>
                <a:cubicBezTo>
                  <a:pt x="17684" y="10991"/>
                  <a:pt x="17710" y="10991"/>
                  <a:pt x="17730" y="11010"/>
                </a:cubicBezTo>
                <a:cubicBezTo>
                  <a:pt x="17784" y="11224"/>
                  <a:pt x="17850" y="11379"/>
                  <a:pt x="17923" y="11535"/>
                </a:cubicBezTo>
                <a:cubicBezTo>
                  <a:pt x="17950" y="11593"/>
                  <a:pt x="17976" y="11632"/>
                  <a:pt x="18003" y="11671"/>
                </a:cubicBezTo>
                <a:cubicBezTo>
                  <a:pt x="18056" y="11748"/>
                  <a:pt x="18116" y="11826"/>
                  <a:pt x="18176" y="11845"/>
                </a:cubicBezTo>
                <a:cubicBezTo>
                  <a:pt x="18243" y="11904"/>
                  <a:pt x="18309" y="11904"/>
                  <a:pt x="18376" y="11845"/>
                </a:cubicBezTo>
                <a:cubicBezTo>
                  <a:pt x="18442" y="11787"/>
                  <a:pt x="18495" y="11690"/>
                  <a:pt x="18542" y="11554"/>
                </a:cubicBezTo>
                <a:cubicBezTo>
                  <a:pt x="18589" y="11418"/>
                  <a:pt x="18622" y="11263"/>
                  <a:pt x="18642" y="11068"/>
                </a:cubicBezTo>
                <a:cubicBezTo>
                  <a:pt x="18662" y="10874"/>
                  <a:pt x="18662" y="10680"/>
                  <a:pt x="18642" y="10486"/>
                </a:cubicBezTo>
                <a:cubicBezTo>
                  <a:pt x="18615" y="9883"/>
                  <a:pt x="18549" y="9281"/>
                  <a:pt x="18396" y="8854"/>
                </a:cubicBezTo>
                <a:cubicBezTo>
                  <a:pt x="18362" y="8757"/>
                  <a:pt x="18329" y="8679"/>
                  <a:pt x="18289" y="8601"/>
                </a:cubicBezTo>
                <a:cubicBezTo>
                  <a:pt x="18249" y="8524"/>
                  <a:pt x="18209" y="8485"/>
                  <a:pt x="18169" y="8446"/>
                </a:cubicBezTo>
                <a:cubicBezTo>
                  <a:pt x="18116" y="8388"/>
                  <a:pt x="18050" y="8368"/>
                  <a:pt x="17997" y="8349"/>
                </a:cubicBezTo>
                <a:cubicBezTo>
                  <a:pt x="17937" y="8329"/>
                  <a:pt x="17877" y="8368"/>
                  <a:pt x="17817" y="8407"/>
                </a:cubicBezTo>
                <a:cubicBezTo>
                  <a:pt x="17804" y="8427"/>
                  <a:pt x="17797" y="8446"/>
                  <a:pt x="17784" y="8465"/>
                </a:cubicBezTo>
                <a:close/>
                <a:moveTo>
                  <a:pt x="17537" y="1045"/>
                </a:moveTo>
                <a:cubicBezTo>
                  <a:pt x="17464" y="1337"/>
                  <a:pt x="17418" y="1667"/>
                  <a:pt x="17371" y="1997"/>
                </a:cubicBezTo>
                <a:cubicBezTo>
                  <a:pt x="17338" y="2250"/>
                  <a:pt x="17364" y="2619"/>
                  <a:pt x="17411" y="2852"/>
                </a:cubicBezTo>
                <a:cubicBezTo>
                  <a:pt x="17451" y="3065"/>
                  <a:pt x="17531" y="3240"/>
                  <a:pt x="17611" y="3337"/>
                </a:cubicBezTo>
                <a:cubicBezTo>
                  <a:pt x="17617" y="3415"/>
                  <a:pt x="17617" y="3512"/>
                  <a:pt x="17624" y="3590"/>
                </a:cubicBezTo>
                <a:cubicBezTo>
                  <a:pt x="17644" y="3784"/>
                  <a:pt x="17677" y="3940"/>
                  <a:pt x="17724" y="4076"/>
                </a:cubicBezTo>
                <a:cubicBezTo>
                  <a:pt x="17797" y="4328"/>
                  <a:pt x="17923" y="4542"/>
                  <a:pt x="18036" y="4600"/>
                </a:cubicBezTo>
                <a:cubicBezTo>
                  <a:pt x="18143" y="4658"/>
                  <a:pt x="18209" y="4658"/>
                  <a:pt x="18316" y="4600"/>
                </a:cubicBezTo>
                <a:cubicBezTo>
                  <a:pt x="18376" y="4581"/>
                  <a:pt x="18435" y="4503"/>
                  <a:pt x="18495" y="4425"/>
                </a:cubicBezTo>
                <a:cubicBezTo>
                  <a:pt x="18615" y="4270"/>
                  <a:pt x="18708" y="3978"/>
                  <a:pt x="18775" y="3648"/>
                </a:cubicBezTo>
                <a:cubicBezTo>
                  <a:pt x="18848" y="3299"/>
                  <a:pt x="18875" y="2930"/>
                  <a:pt x="18888" y="2522"/>
                </a:cubicBezTo>
                <a:cubicBezTo>
                  <a:pt x="18901" y="2211"/>
                  <a:pt x="18888" y="1881"/>
                  <a:pt x="18861" y="1589"/>
                </a:cubicBezTo>
                <a:cubicBezTo>
                  <a:pt x="18835" y="1201"/>
                  <a:pt x="18768" y="832"/>
                  <a:pt x="18675" y="560"/>
                </a:cubicBezTo>
                <a:cubicBezTo>
                  <a:pt x="18635" y="424"/>
                  <a:pt x="18582" y="307"/>
                  <a:pt x="18522" y="230"/>
                </a:cubicBezTo>
                <a:cubicBezTo>
                  <a:pt x="18422" y="94"/>
                  <a:pt x="18356" y="35"/>
                  <a:pt x="18243" y="16"/>
                </a:cubicBezTo>
                <a:cubicBezTo>
                  <a:pt x="18110" y="-23"/>
                  <a:pt x="17976" y="94"/>
                  <a:pt x="17850" y="249"/>
                </a:cubicBezTo>
                <a:cubicBezTo>
                  <a:pt x="17717" y="385"/>
                  <a:pt x="17624" y="715"/>
                  <a:pt x="17537" y="1045"/>
                </a:cubicBezTo>
                <a:close/>
                <a:moveTo>
                  <a:pt x="21296" y="3823"/>
                </a:moveTo>
                <a:cubicBezTo>
                  <a:pt x="21356" y="3726"/>
                  <a:pt x="21396" y="3590"/>
                  <a:pt x="21429" y="3435"/>
                </a:cubicBezTo>
                <a:cubicBezTo>
                  <a:pt x="21449" y="3337"/>
                  <a:pt x="21462" y="3240"/>
                  <a:pt x="21482" y="3143"/>
                </a:cubicBezTo>
                <a:cubicBezTo>
                  <a:pt x="21509" y="2968"/>
                  <a:pt x="21542" y="2794"/>
                  <a:pt x="21549" y="2619"/>
                </a:cubicBezTo>
                <a:cubicBezTo>
                  <a:pt x="21582" y="2172"/>
                  <a:pt x="21575" y="1706"/>
                  <a:pt x="21489" y="1317"/>
                </a:cubicBezTo>
                <a:cubicBezTo>
                  <a:pt x="21436" y="1065"/>
                  <a:pt x="21389" y="948"/>
                  <a:pt x="21309" y="773"/>
                </a:cubicBezTo>
                <a:cubicBezTo>
                  <a:pt x="21296" y="754"/>
                  <a:pt x="21289" y="735"/>
                  <a:pt x="21276" y="715"/>
                </a:cubicBezTo>
                <a:cubicBezTo>
                  <a:pt x="21236" y="657"/>
                  <a:pt x="21196" y="599"/>
                  <a:pt x="21156" y="579"/>
                </a:cubicBezTo>
                <a:cubicBezTo>
                  <a:pt x="21143" y="560"/>
                  <a:pt x="21130" y="560"/>
                  <a:pt x="21116" y="560"/>
                </a:cubicBezTo>
                <a:cubicBezTo>
                  <a:pt x="21116" y="560"/>
                  <a:pt x="21116" y="540"/>
                  <a:pt x="21110" y="540"/>
                </a:cubicBezTo>
                <a:cubicBezTo>
                  <a:pt x="21063" y="307"/>
                  <a:pt x="20977" y="94"/>
                  <a:pt x="20884" y="35"/>
                </a:cubicBezTo>
                <a:cubicBezTo>
                  <a:pt x="20784" y="-23"/>
                  <a:pt x="20677" y="-23"/>
                  <a:pt x="20591" y="152"/>
                </a:cubicBezTo>
                <a:cubicBezTo>
                  <a:pt x="20504" y="307"/>
                  <a:pt x="20444" y="521"/>
                  <a:pt x="20418" y="812"/>
                </a:cubicBezTo>
                <a:cubicBezTo>
                  <a:pt x="20418" y="851"/>
                  <a:pt x="20411" y="871"/>
                  <a:pt x="20411" y="909"/>
                </a:cubicBezTo>
                <a:cubicBezTo>
                  <a:pt x="20245" y="1473"/>
                  <a:pt x="20218" y="2327"/>
                  <a:pt x="20351" y="2968"/>
                </a:cubicBezTo>
                <a:cubicBezTo>
                  <a:pt x="20431" y="3337"/>
                  <a:pt x="20544" y="3609"/>
                  <a:pt x="20684" y="3726"/>
                </a:cubicBezTo>
                <a:cubicBezTo>
                  <a:pt x="20750" y="3784"/>
                  <a:pt x="20817" y="3804"/>
                  <a:pt x="20884" y="3804"/>
                </a:cubicBezTo>
                <a:cubicBezTo>
                  <a:pt x="20917" y="3881"/>
                  <a:pt x="20957" y="3940"/>
                  <a:pt x="20997" y="3978"/>
                </a:cubicBezTo>
                <a:cubicBezTo>
                  <a:pt x="21050" y="4017"/>
                  <a:pt x="21096" y="4037"/>
                  <a:pt x="21150" y="3998"/>
                </a:cubicBezTo>
                <a:cubicBezTo>
                  <a:pt x="21203" y="3940"/>
                  <a:pt x="21249" y="3901"/>
                  <a:pt x="21296" y="3823"/>
                </a:cubicBezTo>
                <a:close/>
                <a:moveTo>
                  <a:pt x="21223" y="12137"/>
                </a:moveTo>
                <a:cubicBezTo>
                  <a:pt x="21223" y="12117"/>
                  <a:pt x="21229" y="12098"/>
                  <a:pt x="21229" y="12078"/>
                </a:cubicBezTo>
                <a:cubicBezTo>
                  <a:pt x="21229" y="12059"/>
                  <a:pt x="21229" y="12040"/>
                  <a:pt x="21229" y="12020"/>
                </a:cubicBezTo>
                <a:cubicBezTo>
                  <a:pt x="21343" y="11923"/>
                  <a:pt x="21436" y="11690"/>
                  <a:pt x="21496" y="11399"/>
                </a:cubicBezTo>
                <a:cubicBezTo>
                  <a:pt x="21515" y="11301"/>
                  <a:pt x="21529" y="11185"/>
                  <a:pt x="21542" y="11068"/>
                </a:cubicBezTo>
                <a:cubicBezTo>
                  <a:pt x="21542" y="11049"/>
                  <a:pt x="21549" y="11010"/>
                  <a:pt x="21549" y="10991"/>
                </a:cubicBezTo>
                <a:cubicBezTo>
                  <a:pt x="21569" y="10738"/>
                  <a:pt x="21569" y="10563"/>
                  <a:pt x="21549" y="10291"/>
                </a:cubicBezTo>
                <a:cubicBezTo>
                  <a:pt x="21542" y="10175"/>
                  <a:pt x="21522" y="10078"/>
                  <a:pt x="21502" y="9981"/>
                </a:cubicBezTo>
                <a:cubicBezTo>
                  <a:pt x="21489" y="9922"/>
                  <a:pt x="21456" y="9806"/>
                  <a:pt x="21442" y="9748"/>
                </a:cubicBezTo>
                <a:cubicBezTo>
                  <a:pt x="21422" y="9670"/>
                  <a:pt x="21389" y="9612"/>
                  <a:pt x="21362" y="9573"/>
                </a:cubicBezTo>
                <a:cubicBezTo>
                  <a:pt x="21329" y="9514"/>
                  <a:pt x="21289" y="9476"/>
                  <a:pt x="21256" y="9437"/>
                </a:cubicBezTo>
                <a:cubicBezTo>
                  <a:pt x="21223" y="9417"/>
                  <a:pt x="21183" y="9398"/>
                  <a:pt x="21150" y="9398"/>
                </a:cubicBezTo>
                <a:cubicBezTo>
                  <a:pt x="21116" y="9398"/>
                  <a:pt x="21076" y="9417"/>
                  <a:pt x="21043" y="9437"/>
                </a:cubicBezTo>
                <a:cubicBezTo>
                  <a:pt x="21023" y="9456"/>
                  <a:pt x="21010" y="9476"/>
                  <a:pt x="20997" y="9495"/>
                </a:cubicBezTo>
                <a:cubicBezTo>
                  <a:pt x="20910" y="9378"/>
                  <a:pt x="20817" y="9340"/>
                  <a:pt x="20724" y="9417"/>
                </a:cubicBezTo>
                <a:cubicBezTo>
                  <a:pt x="20571" y="9534"/>
                  <a:pt x="20444" y="9845"/>
                  <a:pt x="20365" y="10233"/>
                </a:cubicBezTo>
                <a:cubicBezTo>
                  <a:pt x="20338" y="10350"/>
                  <a:pt x="20325" y="10486"/>
                  <a:pt x="20311" y="10602"/>
                </a:cubicBezTo>
                <a:cubicBezTo>
                  <a:pt x="20305" y="10641"/>
                  <a:pt x="20298" y="10699"/>
                  <a:pt x="20291" y="10758"/>
                </a:cubicBezTo>
                <a:cubicBezTo>
                  <a:pt x="20278" y="10932"/>
                  <a:pt x="20265" y="11127"/>
                  <a:pt x="20272" y="11321"/>
                </a:cubicBezTo>
                <a:cubicBezTo>
                  <a:pt x="20272" y="11457"/>
                  <a:pt x="20278" y="11593"/>
                  <a:pt x="20291" y="11748"/>
                </a:cubicBezTo>
                <a:cubicBezTo>
                  <a:pt x="20291" y="11787"/>
                  <a:pt x="20298" y="11845"/>
                  <a:pt x="20305" y="11884"/>
                </a:cubicBezTo>
                <a:cubicBezTo>
                  <a:pt x="20338" y="12176"/>
                  <a:pt x="20378" y="12350"/>
                  <a:pt x="20444" y="12583"/>
                </a:cubicBezTo>
                <a:cubicBezTo>
                  <a:pt x="20451" y="12622"/>
                  <a:pt x="20464" y="12642"/>
                  <a:pt x="20478" y="12681"/>
                </a:cubicBezTo>
                <a:cubicBezTo>
                  <a:pt x="20518" y="12778"/>
                  <a:pt x="20551" y="12875"/>
                  <a:pt x="20597" y="12933"/>
                </a:cubicBezTo>
                <a:cubicBezTo>
                  <a:pt x="20671" y="13050"/>
                  <a:pt x="20750" y="13127"/>
                  <a:pt x="20837" y="13108"/>
                </a:cubicBezTo>
                <a:cubicBezTo>
                  <a:pt x="20943" y="13088"/>
                  <a:pt x="21056" y="12991"/>
                  <a:pt x="21130" y="12758"/>
                </a:cubicBezTo>
                <a:cubicBezTo>
                  <a:pt x="21163" y="12545"/>
                  <a:pt x="21203" y="12350"/>
                  <a:pt x="21223" y="12137"/>
                </a:cubicBez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3" name="Shape"/>
          <p:cNvSpPr/>
          <p:nvPr userDrawn="1"/>
        </p:nvSpPr>
        <p:spPr>
          <a:xfrm>
            <a:off x="375752" y="3318793"/>
            <a:ext cx="1059012" cy="3101515"/>
          </a:xfrm>
          <a:custGeom>
            <a:avLst/>
            <a:gdLst/>
            <a:ahLst/>
            <a:cxnLst>
              <a:cxn ang="0">
                <a:pos x="wd2" y="hd2"/>
              </a:cxn>
              <a:cxn ang="5400000">
                <a:pos x="wd2" y="hd2"/>
              </a:cxn>
              <a:cxn ang="10800000">
                <a:pos x="wd2" y="hd2"/>
              </a:cxn>
              <a:cxn ang="16200000">
                <a:pos x="wd2" y="hd2"/>
              </a:cxn>
            </a:cxnLst>
            <a:rect l="0" t="0" r="r" b="b"/>
            <a:pathLst>
              <a:path w="21503" h="21567" extrusionOk="0">
                <a:moveTo>
                  <a:pt x="5248" y="448"/>
                </a:moveTo>
                <a:cubicBezTo>
                  <a:pt x="5171" y="754"/>
                  <a:pt x="4879" y="1066"/>
                  <a:pt x="4219" y="1286"/>
                </a:cubicBezTo>
                <a:cubicBezTo>
                  <a:pt x="3908" y="1392"/>
                  <a:pt x="3539" y="1472"/>
                  <a:pt x="3112" y="1512"/>
                </a:cubicBezTo>
                <a:cubicBezTo>
                  <a:pt x="2704" y="1559"/>
                  <a:pt x="2296" y="1552"/>
                  <a:pt x="1868" y="1532"/>
                </a:cubicBezTo>
                <a:cubicBezTo>
                  <a:pt x="1189" y="1492"/>
                  <a:pt x="489" y="1339"/>
                  <a:pt x="217" y="1120"/>
                </a:cubicBezTo>
                <a:cubicBezTo>
                  <a:pt x="23" y="967"/>
                  <a:pt x="-74" y="794"/>
                  <a:pt x="81" y="634"/>
                </a:cubicBezTo>
                <a:cubicBezTo>
                  <a:pt x="217" y="508"/>
                  <a:pt x="412" y="388"/>
                  <a:pt x="722" y="295"/>
                </a:cubicBezTo>
                <a:cubicBezTo>
                  <a:pt x="1111" y="188"/>
                  <a:pt x="1519" y="122"/>
                  <a:pt x="2024" y="108"/>
                </a:cubicBezTo>
                <a:cubicBezTo>
                  <a:pt x="2373" y="102"/>
                  <a:pt x="2723" y="135"/>
                  <a:pt x="3014" y="202"/>
                </a:cubicBezTo>
                <a:cubicBezTo>
                  <a:pt x="3286" y="162"/>
                  <a:pt x="3578" y="122"/>
                  <a:pt x="3850" y="82"/>
                </a:cubicBezTo>
                <a:cubicBezTo>
                  <a:pt x="4160" y="35"/>
                  <a:pt x="4568" y="82"/>
                  <a:pt x="4821" y="148"/>
                </a:cubicBezTo>
                <a:cubicBezTo>
                  <a:pt x="5074" y="221"/>
                  <a:pt x="5287" y="335"/>
                  <a:pt x="5248" y="448"/>
                </a:cubicBezTo>
                <a:close/>
                <a:moveTo>
                  <a:pt x="13038" y="428"/>
                </a:moveTo>
                <a:cubicBezTo>
                  <a:pt x="12999" y="388"/>
                  <a:pt x="12940" y="341"/>
                  <a:pt x="12882" y="301"/>
                </a:cubicBezTo>
                <a:cubicBezTo>
                  <a:pt x="12824" y="261"/>
                  <a:pt x="12727" y="228"/>
                  <a:pt x="12649" y="195"/>
                </a:cubicBezTo>
                <a:cubicBezTo>
                  <a:pt x="12630" y="188"/>
                  <a:pt x="12630" y="188"/>
                  <a:pt x="12610" y="182"/>
                </a:cubicBezTo>
                <a:cubicBezTo>
                  <a:pt x="12532" y="155"/>
                  <a:pt x="12435" y="135"/>
                  <a:pt x="12358" y="115"/>
                </a:cubicBezTo>
                <a:cubicBezTo>
                  <a:pt x="12338" y="108"/>
                  <a:pt x="12319" y="108"/>
                  <a:pt x="12300" y="102"/>
                </a:cubicBezTo>
                <a:cubicBezTo>
                  <a:pt x="12202" y="82"/>
                  <a:pt x="12086" y="68"/>
                  <a:pt x="11989" y="55"/>
                </a:cubicBezTo>
                <a:cubicBezTo>
                  <a:pt x="11969" y="55"/>
                  <a:pt x="11950" y="49"/>
                  <a:pt x="11931" y="49"/>
                </a:cubicBezTo>
                <a:cubicBezTo>
                  <a:pt x="11814" y="42"/>
                  <a:pt x="11697" y="35"/>
                  <a:pt x="11581" y="35"/>
                </a:cubicBezTo>
                <a:cubicBezTo>
                  <a:pt x="11484" y="42"/>
                  <a:pt x="11387" y="42"/>
                  <a:pt x="11290" y="49"/>
                </a:cubicBezTo>
                <a:cubicBezTo>
                  <a:pt x="11154" y="62"/>
                  <a:pt x="11018" y="82"/>
                  <a:pt x="10920" y="115"/>
                </a:cubicBezTo>
                <a:cubicBezTo>
                  <a:pt x="10843" y="135"/>
                  <a:pt x="10765" y="155"/>
                  <a:pt x="10726" y="182"/>
                </a:cubicBezTo>
                <a:cubicBezTo>
                  <a:pt x="10629" y="215"/>
                  <a:pt x="10571" y="261"/>
                  <a:pt x="10532" y="308"/>
                </a:cubicBezTo>
                <a:cubicBezTo>
                  <a:pt x="10513" y="328"/>
                  <a:pt x="10513" y="355"/>
                  <a:pt x="10493" y="374"/>
                </a:cubicBezTo>
                <a:cubicBezTo>
                  <a:pt x="10279" y="428"/>
                  <a:pt x="10124" y="494"/>
                  <a:pt x="9969" y="567"/>
                </a:cubicBezTo>
                <a:cubicBezTo>
                  <a:pt x="9910" y="594"/>
                  <a:pt x="9871" y="621"/>
                  <a:pt x="9833" y="647"/>
                </a:cubicBezTo>
                <a:cubicBezTo>
                  <a:pt x="9755" y="700"/>
                  <a:pt x="9677" y="760"/>
                  <a:pt x="9658" y="820"/>
                </a:cubicBezTo>
                <a:cubicBezTo>
                  <a:pt x="9599" y="887"/>
                  <a:pt x="9599" y="953"/>
                  <a:pt x="9658" y="1020"/>
                </a:cubicBezTo>
                <a:cubicBezTo>
                  <a:pt x="9716" y="1086"/>
                  <a:pt x="9813" y="1140"/>
                  <a:pt x="9949" y="1186"/>
                </a:cubicBezTo>
                <a:cubicBezTo>
                  <a:pt x="10085" y="1233"/>
                  <a:pt x="10240" y="1266"/>
                  <a:pt x="10435" y="1286"/>
                </a:cubicBezTo>
                <a:cubicBezTo>
                  <a:pt x="10629" y="1306"/>
                  <a:pt x="10823" y="1306"/>
                  <a:pt x="11017" y="1286"/>
                </a:cubicBezTo>
                <a:cubicBezTo>
                  <a:pt x="11619" y="1259"/>
                  <a:pt x="12222" y="1193"/>
                  <a:pt x="12649" y="1040"/>
                </a:cubicBezTo>
                <a:cubicBezTo>
                  <a:pt x="12746" y="1006"/>
                  <a:pt x="12824" y="973"/>
                  <a:pt x="12902" y="933"/>
                </a:cubicBezTo>
                <a:cubicBezTo>
                  <a:pt x="12979" y="893"/>
                  <a:pt x="13018" y="853"/>
                  <a:pt x="13057" y="814"/>
                </a:cubicBezTo>
                <a:cubicBezTo>
                  <a:pt x="13115" y="760"/>
                  <a:pt x="13135" y="694"/>
                  <a:pt x="13154" y="641"/>
                </a:cubicBezTo>
                <a:cubicBezTo>
                  <a:pt x="13173" y="581"/>
                  <a:pt x="13135" y="521"/>
                  <a:pt x="13096" y="461"/>
                </a:cubicBezTo>
                <a:cubicBezTo>
                  <a:pt x="13076" y="454"/>
                  <a:pt x="13057" y="441"/>
                  <a:pt x="13038" y="428"/>
                </a:cubicBezTo>
                <a:close/>
                <a:moveTo>
                  <a:pt x="20458" y="182"/>
                </a:moveTo>
                <a:cubicBezTo>
                  <a:pt x="20166" y="108"/>
                  <a:pt x="19836" y="62"/>
                  <a:pt x="19506" y="15"/>
                </a:cubicBezTo>
                <a:cubicBezTo>
                  <a:pt x="19253" y="-18"/>
                  <a:pt x="18884" y="9"/>
                  <a:pt x="18651" y="55"/>
                </a:cubicBezTo>
                <a:cubicBezTo>
                  <a:pt x="18438" y="95"/>
                  <a:pt x="18263" y="175"/>
                  <a:pt x="18166" y="255"/>
                </a:cubicBezTo>
                <a:cubicBezTo>
                  <a:pt x="18088" y="261"/>
                  <a:pt x="17991" y="261"/>
                  <a:pt x="17913" y="268"/>
                </a:cubicBezTo>
                <a:cubicBezTo>
                  <a:pt x="17719" y="288"/>
                  <a:pt x="17563" y="321"/>
                  <a:pt x="17427" y="368"/>
                </a:cubicBezTo>
                <a:cubicBezTo>
                  <a:pt x="17175" y="441"/>
                  <a:pt x="16961" y="567"/>
                  <a:pt x="16903" y="680"/>
                </a:cubicBezTo>
                <a:cubicBezTo>
                  <a:pt x="16845" y="787"/>
                  <a:pt x="16845" y="853"/>
                  <a:pt x="16903" y="960"/>
                </a:cubicBezTo>
                <a:cubicBezTo>
                  <a:pt x="16922" y="1020"/>
                  <a:pt x="17000" y="1080"/>
                  <a:pt x="17078" y="1139"/>
                </a:cubicBezTo>
                <a:cubicBezTo>
                  <a:pt x="17233" y="1259"/>
                  <a:pt x="17525" y="1352"/>
                  <a:pt x="17855" y="1419"/>
                </a:cubicBezTo>
                <a:cubicBezTo>
                  <a:pt x="18204" y="1492"/>
                  <a:pt x="18574" y="1519"/>
                  <a:pt x="18981" y="1532"/>
                </a:cubicBezTo>
                <a:cubicBezTo>
                  <a:pt x="19292" y="1545"/>
                  <a:pt x="19622" y="1532"/>
                  <a:pt x="19914" y="1505"/>
                </a:cubicBezTo>
                <a:cubicBezTo>
                  <a:pt x="20302" y="1479"/>
                  <a:pt x="20671" y="1412"/>
                  <a:pt x="20943" y="1319"/>
                </a:cubicBezTo>
                <a:cubicBezTo>
                  <a:pt x="21079" y="1279"/>
                  <a:pt x="21196" y="1226"/>
                  <a:pt x="21274" y="1166"/>
                </a:cubicBezTo>
                <a:cubicBezTo>
                  <a:pt x="21410" y="1066"/>
                  <a:pt x="21468" y="1000"/>
                  <a:pt x="21487" y="887"/>
                </a:cubicBezTo>
                <a:cubicBezTo>
                  <a:pt x="21526" y="754"/>
                  <a:pt x="21409" y="621"/>
                  <a:pt x="21254" y="494"/>
                </a:cubicBezTo>
                <a:cubicBezTo>
                  <a:pt x="21118" y="368"/>
                  <a:pt x="20788" y="268"/>
                  <a:pt x="20458" y="182"/>
                </a:cubicBezTo>
                <a:close/>
                <a:moveTo>
                  <a:pt x="17680" y="3940"/>
                </a:moveTo>
                <a:cubicBezTo>
                  <a:pt x="17777" y="4000"/>
                  <a:pt x="17913" y="4040"/>
                  <a:pt x="18069" y="4073"/>
                </a:cubicBezTo>
                <a:cubicBezTo>
                  <a:pt x="18166" y="4093"/>
                  <a:pt x="18263" y="4106"/>
                  <a:pt x="18360" y="4126"/>
                </a:cubicBezTo>
                <a:cubicBezTo>
                  <a:pt x="18535" y="4153"/>
                  <a:pt x="18710" y="4186"/>
                  <a:pt x="18885" y="4193"/>
                </a:cubicBezTo>
                <a:cubicBezTo>
                  <a:pt x="19331" y="4226"/>
                  <a:pt x="19798" y="4220"/>
                  <a:pt x="20186" y="4133"/>
                </a:cubicBezTo>
                <a:cubicBezTo>
                  <a:pt x="20438" y="4080"/>
                  <a:pt x="20555" y="4033"/>
                  <a:pt x="20730" y="3953"/>
                </a:cubicBezTo>
                <a:cubicBezTo>
                  <a:pt x="20749" y="3940"/>
                  <a:pt x="20769" y="3933"/>
                  <a:pt x="20788" y="3920"/>
                </a:cubicBezTo>
                <a:cubicBezTo>
                  <a:pt x="20846" y="3880"/>
                  <a:pt x="20905" y="3840"/>
                  <a:pt x="20924" y="3800"/>
                </a:cubicBezTo>
                <a:cubicBezTo>
                  <a:pt x="20943" y="3787"/>
                  <a:pt x="20943" y="3774"/>
                  <a:pt x="20943" y="3761"/>
                </a:cubicBezTo>
                <a:cubicBezTo>
                  <a:pt x="20943" y="3761"/>
                  <a:pt x="20963" y="3761"/>
                  <a:pt x="20963" y="3754"/>
                </a:cubicBezTo>
                <a:cubicBezTo>
                  <a:pt x="21196" y="3707"/>
                  <a:pt x="21410" y="3621"/>
                  <a:pt x="21468" y="3528"/>
                </a:cubicBezTo>
                <a:cubicBezTo>
                  <a:pt x="21526" y="3428"/>
                  <a:pt x="21526" y="3321"/>
                  <a:pt x="21351" y="3235"/>
                </a:cubicBezTo>
                <a:cubicBezTo>
                  <a:pt x="21196" y="3148"/>
                  <a:pt x="20982" y="3089"/>
                  <a:pt x="20691" y="3062"/>
                </a:cubicBezTo>
                <a:cubicBezTo>
                  <a:pt x="20652" y="3062"/>
                  <a:pt x="20633" y="3055"/>
                  <a:pt x="20594" y="3055"/>
                </a:cubicBezTo>
                <a:cubicBezTo>
                  <a:pt x="20030" y="2889"/>
                  <a:pt x="19176" y="2862"/>
                  <a:pt x="18535" y="2995"/>
                </a:cubicBezTo>
                <a:cubicBezTo>
                  <a:pt x="18166" y="3075"/>
                  <a:pt x="17894" y="3188"/>
                  <a:pt x="17777" y="3328"/>
                </a:cubicBezTo>
                <a:cubicBezTo>
                  <a:pt x="17719" y="3395"/>
                  <a:pt x="17699" y="3461"/>
                  <a:pt x="17699" y="3528"/>
                </a:cubicBezTo>
                <a:cubicBezTo>
                  <a:pt x="17622" y="3561"/>
                  <a:pt x="17563" y="3601"/>
                  <a:pt x="17524" y="3641"/>
                </a:cubicBezTo>
                <a:cubicBezTo>
                  <a:pt x="17486" y="3694"/>
                  <a:pt x="17466" y="3741"/>
                  <a:pt x="17505" y="3794"/>
                </a:cubicBezTo>
                <a:cubicBezTo>
                  <a:pt x="17563" y="3847"/>
                  <a:pt x="17602" y="3894"/>
                  <a:pt x="17680" y="3940"/>
                </a:cubicBezTo>
                <a:close/>
                <a:moveTo>
                  <a:pt x="9366" y="3867"/>
                </a:moveTo>
                <a:cubicBezTo>
                  <a:pt x="9386" y="3867"/>
                  <a:pt x="9405" y="3874"/>
                  <a:pt x="9425" y="3874"/>
                </a:cubicBezTo>
                <a:cubicBezTo>
                  <a:pt x="9444" y="3874"/>
                  <a:pt x="9463" y="3874"/>
                  <a:pt x="9483" y="3874"/>
                </a:cubicBezTo>
                <a:cubicBezTo>
                  <a:pt x="9580" y="3987"/>
                  <a:pt x="9813" y="4080"/>
                  <a:pt x="10104" y="4140"/>
                </a:cubicBezTo>
                <a:cubicBezTo>
                  <a:pt x="10201" y="4160"/>
                  <a:pt x="10318" y="4173"/>
                  <a:pt x="10435" y="4186"/>
                </a:cubicBezTo>
                <a:cubicBezTo>
                  <a:pt x="10454" y="4186"/>
                  <a:pt x="10474" y="4193"/>
                  <a:pt x="10512" y="4193"/>
                </a:cubicBezTo>
                <a:cubicBezTo>
                  <a:pt x="10765" y="4213"/>
                  <a:pt x="10940" y="4213"/>
                  <a:pt x="11212" y="4193"/>
                </a:cubicBezTo>
                <a:cubicBezTo>
                  <a:pt x="11328" y="4186"/>
                  <a:pt x="11425" y="4166"/>
                  <a:pt x="11522" y="4146"/>
                </a:cubicBezTo>
                <a:cubicBezTo>
                  <a:pt x="11581" y="4133"/>
                  <a:pt x="11697" y="4100"/>
                  <a:pt x="11755" y="4086"/>
                </a:cubicBezTo>
                <a:cubicBezTo>
                  <a:pt x="11833" y="4067"/>
                  <a:pt x="11891" y="4033"/>
                  <a:pt x="11930" y="4007"/>
                </a:cubicBezTo>
                <a:cubicBezTo>
                  <a:pt x="11989" y="3973"/>
                  <a:pt x="12027" y="3933"/>
                  <a:pt x="12066" y="3900"/>
                </a:cubicBezTo>
                <a:cubicBezTo>
                  <a:pt x="12086" y="3867"/>
                  <a:pt x="12105" y="3827"/>
                  <a:pt x="12105" y="3794"/>
                </a:cubicBezTo>
                <a:cubicBezTo>
                  <a:pt x="12105" y="3761"/>
                  <a:pt x="12086" y="3721"/>
                  <a:pt x="12066" y="3687"/>
                </a:cubicBezTo>
                <a:cubicBezTo>
                  <a:pt x="12047" y="3667"/>
                  <a:pt x="12027" y="3654"/>
                  <a:pt x="12008" y="3641"/>
                </a:cubicBezTo>
                <a:cubicBezTo>
                  <a:pt x="12125" y="3554"/>
                  <a:pt x="12163" y="3461"/>
                  <a:pt x="12086" y="3368"/>
                </a:cubicBezTo>
                <a:cubicBezTo>
                  <a:pt x="11969" y="3215"/>
                  <a:pt x="11659" y="3089"/>
                  <a:pt x="11270" y="3009"/>
                </a:cubicBezTo>
                <a:cubicBezTo>
                  <a:pt x="11154" y="2982"/>
                  <a:pt x="11018" y="2969"/>
                  <a:pt x="10901" y="2956"/>
                </a:cubicBezTo>
                <a:cubicBezTo>
                  <a:pt x="10862" y="2949"/>
                  <a:pt x="10804" y="2942"/>
                  <a:pt x="10746" y="2936"/>
                </a:cubicBezTo>
                <a:cubicBezTo>
                  <a:pt x="10571" y="2922"/>
                  <a:pt x="10376" y="2909"/>
                  <a:pt x="10182" y="2916"/>
                </a:cubicBezTo>
                <a:cubicBezTo>
                  <a:pt x="10046" y="2916"/>
                  <a:pt x="9910" y="2922"/>
                  <a:pt x="9755" y="2936"/>
                </a:cubicBezTo>
                <a:cubicBezTo>
                  <a:pt x="9716" y="2936"/>
                  <a:pt x="9658" y="2942"/>
                  <a:pt x="9619" y="2949"/>
                </a:cubicBezTo>
                <a:cubicBezTo>
                  <a:pt x="9327" y="2982"/>
                  <a:pt x="9152" y="3022"/>
                  <a:pt x="8920" y="3089"/>
                </a:cubicBezTo>
                <a:cubicBezTo>
                  <a:pt x="8881" y="3095"/>
                  <a:pt x="8861" y="3109"/>
                  <a:pt x="8822" y="3122"/>
                </a:cubicBezTo>
                <a:cubicBezTo>
                  <a:pt x="8725" y="3162"/>
                  <a:pt x="8628" y="3195"/>
                  <a:pt x="8570" y="3242"/>
                </a:cubicBezTo>
                <a:cubicBezTo>
                  <a:pt x="8453" y="3315"/>
                  <a:pt x="8376" y="3395"/>
                  <a:pt x="8395" y="3481"/>
                </a:cubicBezTo>
                <a:cubicBezTo>
                  <a:pt x="8414" y="3594"/>
                  <a:pt x="8512" y="3701"/>
                  <a:pt x="8745" y="3774"/>
                </a:cubicBezTo>
                <a:cubicBezTo>
                  <a:pt x="8958" y="3807"/>
                  <a:pt x="9153" y="3847"/>
                  <a:pt x="9366" y="3867"/>
                </a:cubicBezTo>
                <a:close/>
                <a:moveTo>
                  <a:pt x="4" y="3574"/>
                </a:moveTo>
                <a:cubicBezTo>
                  <a:pt x="4" y="3641"/>
                  <a:pt x="62" y="3707"/>
                  <a:pt x="159" y="3767"/>
                </a:cubicBezTo>
                <a:cubicBezTo>
                  <a:pt x="178" y="3780"/>
                  <a:pt x="198" y="3787"/>
                  <a:pt x="237" y="3800"/>
                </a:cubicBezTo>
                <a:cubicBezTo>
                  <a:pt x="256" y="3834"/>
                  <a:pt x="295" y="3867"/>
                  <a:pt x="353" y="3900"/>
                </a:cubicBezTo>
                <a:cubicBezTo>
                  <a:pt x="509" y="3980"/>
                  <a:pt x="742" y="4053"/>
                  <a:pt x="1014" y="4073"/>
                </a:cubicBezTo>
                <a:cubicBezTo>
                  <a:pt x="1441" y="4100"/>
                  <a:pt x="1869" y="4106"/>
                  <a:pt x="2315" y="4066"/>
                </a:cubicBezTo>
                <a:cubicBezTo>
                  <a:pt x="2646" y="4033"/>
                  <a:pt x="2937" y="3980"/>
                  <a:pt x="3209" y="3913"/>
                </a:cubicBezTo>
                <a:cubicBezTo>
                  <a:pt x="3325" y="3894"/>
                  <a:pt x="3442" y="3874"/>
                  <a:pt x="3539" y="3834"/>
                </a:cubicBezTo>
                <a:cubicBezTo>
                  <a:pt x="3597" y="3807"/>
                  <a:pt x="3656" y="3780"/>
                  <a:pt x="3714" y="3754"/>
                </a:cubicBezTo>
                <a:cubicBezTo>
                  <a:pt x="3811" y="3694"/>
                  <a:pt x="3869" y="3634"/>
                  <a:pt x="3869" y="3561"/>
                </a:cubicBezTo>
                <a:cubicBezTo>
                  <a:pt x="3869" y="3548"/>
                  <a:pt x="3869" y="3528"/>
                  <a:pt x="3869" y="3514"/>
                </a:cubicBezTo>
                <a:cubicBezTo>
                  <a:pt x="3850" y="3468"/>
                  <a:pt x="3850" y="3415"/>
                  <a:pt x="3811" y="3368"/>
                </a:cubicBezTo>
                <a:cubicBezTo>
                  <a:pt x="3772" y="3321"/>
                  <a:pt x="3714" y="3282"/>
                  <a:pt x="3656" y="3242"/>
                </a:cubicBezTo>
                <a:cubicBezTo>
                  <a:pt x="3636" y="3228"/>
                  <a:pt x="3617" y="3208"/>
                  <a:pt x="3578" y="3195"/>
                </a:cubicBezTo>
                <a:cubicBezTo>
                  <a:pt x="3481" y="3142"/>
                  <a:pt x="3364" y="3089"/>
                  <a:pt x="3228" y="3049"/>
                </a:cubicBezTo>
                <a:cubicBezTo>
                  <a:pt x="3131" y="3022"/>
                  <a:pt x="3015" y="2989"/>
                  <a:pt x="2918" y="2969"/>
                </a:cubicBezTo>
                <a:cubicBezTo>
                  <a:pt x="2801" y="2942"/>
                  <a:pt x="2665" y="2929"/>
                  <a:pt x="2529" y="2909"/>
                </a:cubicBezTo>
                <a:cubicBezTo>
                  <a:pt x="2490" y="2902"/>
                  <a:pt x="2451" y="2896"/>
                  <a:pt x="2393" y="2896"/>
                </a:cubicBezTo>
                <a:cubicBezTo>
                  <a:pt x="2257" y="2882"/>
                  <a:pt x="2121" y="2876"/>
                  <a:pt x="1985" y="2876"/>
                </a:cubicBezTo>
                <a:cubicBezTo>
                  <a:pt x="1888" y="2876"/>
                  <a:pt x="1791" y="2882"/>
                  <a:pt x="1694" y="2882"/>
                </a:cubicBezTo>
                <a:cubicBezTo>
                  <a:pt x="1597" y="2889"/>
                  <a:pt x="1500" y="2889"/>
                  <a:pt x="1422" y="2902"/>
                </a:cubicBezTo>
                <a:cubicBezTo>
                  <a:pt x="1247" y="2922"/>
                  <a:pt x="1072" y="2949"/>
                  <a:pt x="917" y="2982"/>
                </a:cubicBezTo>
                <a:cubicBezTo>
                  <a:pt x="820" y="3009"/>
                  <a:pt x="703" y="3035"/>
                  <a:pt x="606" y="3069"/>
                </a:cubicBezTo>
                <a:cubicBezTo>
                  <a:pt x="509" y="3102"/>
                  <a:pt x="431" y="3142"/>
                  <a:pt x="354" y="3175"/>
                </a:cubicBezTo>
                <a:cubicBezTo>
                  <a:pt x="315" y="3188"/>
                  <a:pt x="296" y="3208"/>
                  <a:pt x="257" y="3222"/>
                </a:cubicBezTo>
                <a:cubicBezTo>
                  <a:pt x="198" y="3262"/>
                  <a:pt x="140" y="3308"/>
                  <a:pt x="101" y="3355"/>
                </a:cubicBezTo>
                <a:cubicBezTo>
                  <a:pt x="62" y="3401"/>
                  <a:pt x="43" y="3455"/>
                  <a:pt x="24" y="3501"/>
                </a:cubicBezTo>
                <a:cubicBezTo>
                  <a:pt x="4" y="3534"/>
                  <a:pt x="4" y="3554"/>
                  <a:pt x="4" y="3574"/>
                </a:cubicBezTo>
                <a:close/>
                <a:moveTo>
                  <a:pt x="4821" y="5936"/>
                </a:moveTo>
                <a:cubicBezTo>
                  <a:pt x="4569" y="5869"/>
                  <a:pt x="4180" y="5823"/>
                  <a:pt x="3850" y="5869"/>
                </a:cubicBezTo>
                <a:cubicBezTo>
                  <a:pt x="3578" y="5909"/>
                  <a:pt x="3286" y="5949"/>
                  <a:pt x="3015" y="5989"/>
                </a:cubicBezTo>
                <a:cubicBezTo>
                  <a:pt x="2723" y="5929"/>
                  <a:pt x="2393" y="5889"/>
                  <a:pt x="2024" y="5896"/>
                </a:cubicBezTo>
                <a:cubicBezTo>
                  <a:pt x="1519" y="5909"/>
                  <a:pt x="1111" y="5976"/>
                  <a:pt x="723" y="6082"/>
                </a:cubicBezTo>
                <a:cubicBezTo>
                  <a:pt x="412" y="6169"/>
                  <a:pt x="198" y="6288"/>
                  <a:pt x="82" y="6421"/>
                </a:cubicBezTo>
                <a:cubicBezTo>
                  <a:pt x="-74" y="6588"/>
                  <a:pt x="4" y="6754"/>
                  <a:pt x="218" y="6907"/>
                </a:cubicBezTo>
                <a:cubicBezTo>
                  <a:pt x="509" y="7127"/>
                  <a:pt x="1189" y="7286"/>
                  <a:pt x="1869" y="7319"/>
                </a:cubicBezTo>
                <a:cubicBezTo>
                  <a:pt x="2276" y="7339"/>
                  <a:pt x="2704" y="7346"/>
                  <a:pt x="3112" y="7300"/>
                </a:cubicBezTo>
                <a:cubicBezTo>
                  <a:pt x="3520" y="7253"/>
                  <a:pt x="3908" y="7173"/>
                  <a:pt x="4219" y="7073"/>
                </a:cubicBezTo>
                <a:cubicBezTo>
                  <a:pt x="4880" y="6854"/>
                  <a:pt x="5171" y="6541"/>
                  <a:pt x="5249" y="6235"/>
                </a:cubicBezTo>
                <a:cubicBezTo>
                  <a:pt x="5287" y="6122"/>
                  <a:pt x="5074" y="6002"/>
                  <a:pt x="4821" y="5936"/>
                </a:cubicBezTo>
                <a:close/>
                <a:moveTo>
                  <a:pt x="13038" y="6215"/>
                </a:moveTo>
                <a:cubicBezTo>
                  <a:pt x="12999" y="6175"/>
                  <a:pt x="12940" y="6129"/>
                  <a:pt x="12882" y="6089"/>
                </a:cubicBezTo>
                <a:cubicBezTo>
                  <a:pt x="12824" y="6049"/>
                  <a:pt x="12727" y="6016"/>
                  <a:pt x="12649" y="5982"/>
                </a:cubicBezTo>
                <a:cubicBezTo>
                  <a:pt x="12630" y="5976"/>
                  <a:pt x="12630" y="5976"/>
                  <a:pt x="12610" y="5969"/>
                </a:cubicBezTo>
                <a:cubicBezTo>
                  <a:pt x="12532" y="5942"/>
                  <a:pt x="12435" y="5923"/>
                  <a:pt x="12358" y="5903"/>
                </a:cubicBezTo>
                <a:cubicBezTo>
                  <a:pt x="12338" y="5896"/>
                  <a:pt x="12319" y="5896"/>
                  <a:pt x="12300" y="5889"/>
                </a:cubicBezTo>
                <a:cubicBezTo>
                  <a:pt x="12202" y="5869"/>
                  <a:pt x="12086" y="5856"/>
                  <a:pt x="11989" y="5843"/>
                </a:cubicBezTo>
                <a:cubicBezTo>
                  <a:pt x="11969" y="5843"/>
                  <a:pt x="11950" y="5836"/>
                  <a:pt x="11931" y="5836"/>
                </a:cubicBezTo>
                <a:cubicBezTo>
                  <a:pt x="11814" y="5829"/>
                  <a:pt x="11697" y="5823"/>
                  <a:pt x="11581" y="5823"/>
                </a:cubicBezTo>
                <a:cubicBezTo>
                  <a:pt x="11484" y="5829"/>
                  <a:pt x="11387" y="5829"/>
                  <a:pt x="11290" y="5836"/>
                </a:cubicBezTo>
                <a:cubicBezTo>
                  <a:pt x="11154" y="5849"/>
                  <a:pt x="11018" y="5869"/>
                  <a:pt x="10920" y="5903"/>
                </a:cubicBezTo>
                <a:cubicBezTo>
                  <a:pt x="10843" y="5923"/>
                  <a:pt x="10765" y="5942"/>
                  <a:pt x="10726" y="5969"/>
                </a:cubicBezTo>
                <a:cubicBezTo>
                  <a:pt x="10629" y="6002"/>
                  <a:pt x="10571" y="6049"/>
                  <a:pt x="10532" y="6095"/>
                </a:cubicBezTo>
                <a:cubicBezTo>
                  <a:pt x="10513" y="6115"/>
                  <a:pt x="10513" y="6142"/>
                  <a:pt x="10493" y="6162"/>
                </a:cubicBezTo>
                <a:cubicBezTo>
                  <a:pt x="10279" y="6215"/>
                  <a:pt x="10124" y="6282"/>
                  <a:pt x="9969" y="6355"/>
                </a:cubicBezTo>
                <a:cubicBezTo>
                  <a:pt x="9910" y="6382"/>
                  <a:pt x="9871" y="6408"/>
                  <a:pt x="9833" y="6435"/>
                </a:cubicBezTo>
                <a:cubicBezTo>
                  <a:pt x="9755" y="6488"/>
                  <a:pt x="9677" y="6548"/>
                  <a:pt x="9658" y="6608"/>
                </a:cubicBezTo>
                <a:cubicBezTo>
                  <a:pt x="9599" y="6674"/>
                  <a:pt x="9599" y="6741"/>
                  <a:pt x="9658" y="6807"/>
                </a:cubicBezTo>
                <a:cubicBezTo>
                  <a:pt x="9716" y="6874"/>
                  <a:pt x="9813" y="6927"/>
                  <a:pt x="9949" y="6974"/>
                </a:cubicBezTo>
                <a:cubicBezTo>
                  <a:pt x="10085" y="7020"/>
                  <a:pt x="10240" y="7053"/>
                  <a:pt x="10435" y="7073"/>
                </a:cubicBezTo>
                <a:cubicBezTo>
                  <a:pt x="10629" y="7093"/>
                  <a:pt x="10823" y="7093"/>
                  <a:pt x="11017" y="7073"/>
                </a:cubicBezTo>
                <a:cubicBezTo>
                  <a:pt x="11619" y="7047"/>
                  <a:pt x="12222" y="6980"/>
                  <a:pt x="12649" y="6827"/>
                </a:cubicBezTo>
                <a:cubicBezTo>
                  <a:pt x="12746" y="6794"/>
                  <a:pt x="12824" y="6761"/>
                  <a:pt x="12902" y="6721"/>
                </a:cubicBezTo>
                <a:cubicBezTo>
                  <a:pt x="12979" y="6681"/>
                  <a:pt x="13018" y="6641"/>
                  <a:pt x="13057" y="6601"/>
                </a:cubicBezTo>
                <a:cubicBezTo>
                  <a:pt x="13115" y="6548"/>
                  <a:pt x="13135" y="6481"/>
                  <a:pt x="13154" y="6428"/>
                </a:cubicBezTo>
                <a:cubicBezTo>
                  <a:pt x="13173" y="6368"/>
                  <a:pt x="13135" y="6308"/>
                  <a:pt x="13096" y="6248"/>
                </a:cubicBezTo>
                <a:cubicBezTo>
                  <a:pt x="13076" y="6235"/>
                  <a:pt x="13057" y="6229"/>
                  <a:pt x="13038" y="6215"/>
                </a:cubicBezTo>
                <a:close/>
                <a:moveTo>
                  <a:pt x="20458" y="5969"/>
                </a:moveTo>
                <a:cubicBezTo>
                  <a:pt x="20166" y="5896"/>
                  <a:pt x="19836" y="5849"/>
                  <a:pt x="19506" y="5803"/>
                </a:cubicBezTo>
                <a:cubicBezTo>
                  <a:pt x="19253" y="5769"/>
                  <a:pt x="18884" y="5796"/>
                  <a:pt x="18651" y="5843"/>
                </a:cubicBezTo>
                <a:cubicBezTo>
                  <a:pt x="18438" y="5883"/>
                  <a:pt x="18263" y="5962"/>
                  <a:pt x="18166" y="6042"/>
                </a:cubicBezTo>
                <a:cubicBezTo>
                  <a:pt x="18088" y="6049"/>
                  <a:pt x="17991" y="6049"/>
                  <a:pt x="17913" y="6056"/>
                </a:cubicBezTo>
                <a:cubicBezTo>
                  <a:pt x="17719" y="6076"/>
                  <a:pt x="17563" y="6109"/>
                  <a:pt x="17427" y="6155"/>
                </a:cubicBezTo>
                <a:cubicBezTo>
                  <a:pt x="17175" y="6229"/>
                  <a:pt x="16961" y="6355"/>
                  <a:pt x="16903" y="6468"/>
                </a:cubicBezTo>
                <a:cubicBezTo>
                  <a:pt x="16845" y="6574"/>
                  <a:pt x="16845" y="6641"/>
                  <a:pt x="16903" y="6747"/>
                </a:cubicBezTo>
                <a:cubicBezTo>
                  <a:pt x="16922" y="6807"/>
                  <a:pt x="17000" y="6867"/>
                  <a:pt x="17078" y="6927"/>
                </a:cubicBezTo>
                <a:cubicBezTo>
                  <a:pt x="17233" y="7047"/>
                  <a:pt x="17525" y="7140"/>
                  <a:pt x="17855" y="7206"/>
                </a:cubicBezTo>
                <a:cubicBezTo>
                  <a:pt x="18204" y="7280"/>
                  <a:pt x="18574" y="7306"/>
                  <a:pt x="18981" y="7319"/>
                </a:cubicBezTo>
                <a:cubicBezTo>
                  <a:pt x="19292" y="7333"/>
                  <a:pt x="19622" y="7319"/>
                  <a:pt x="19914" y="7293"/>
                </a:cubicBezTo>
                <a:cubicBezTo>
                  <a:pt x="20302" y="7266"/>
                  <a:pt x="20671" y="7200"/>
                  <a:pt x="20943" y="7107"/>
                </a:cubicBezTo>
                <a:cubicBezTo>
                  <a:pt x="21079" y="7067"/>
                  <a:pt x="21196" y="7013"/>
                  <a:pt x="21274" y="6954"/>
                </a:cubicBezTo>
                <a:cubicBezTo>
                  <a:pt x="21410" y="6854"/>
                  <a:pt x="21468" y="6787"/>
                  <a:pt x="21487" y="6674"/>
                </a:cubicBezTo>
                <a:cubicBezTo>
                  <a:pt x="21526" y="6541"/>
                  <a:pt x="21409" y="6408"/>
                  <a:pt x="21254" y="6282"/>
                </a:cubicBezTo>
                <a:cubicBezTo>
                  <a:pt x="21118" y="6149"/>
                  <a:pt x="20788" y="6056"/>
                  <a:pt x="20458" y="5969"/>
                </a:cubicBezTo>
                <a:close/>
                <a:moveTo>
                  <a:pt x="17680" y="9728"/>
                </a:moveTo>
                <a:cubicBezTo>
                  <a:pt x="17777" y="9787"/>
                  <a:pt x="17913" y="9827"/>
                  <a:pt x="18069" y="9861"/>
                </a:cubicBezTo>
                <a:cubicBezTo>
                  <a:pt x="18166" y="9881"/>
                  <a:pt x="18263" y="9894"/>
                  <a:pt x="18360" y="9914"/>
                </a:cubicBezTo>
                <a:cubicBezTo>
                  <a:pt x="18535" y="9940"/>
                  <a:pt x="18710" y="9974"/>
                  <a:pt x="18885" y="9980"/>
                </a:cubicBezTo>
                <a:cubicBezTo>
                  <a:pt x="19331" y="10014"/>
                  <a:pt x="19798" y="10007"/>
                  <a:pt x="20186" y="9921"/>
                </a:cubicBezTo>
                <a:cubicBezTo>
                  <a:pt x="20438" y="9867"/>
                  <a:pt x="20555" y="9821"/>
                  <a:pt x="20730" y="9741"/>
                </a:cubicBezTo>
                <a:cubicBezTo>
                  <a:pt x="20749" y="9728"/>
                  <a:pt x="20769" y="9721"/>
                  <a:pt x="20788" y="9708"/>
                </a:cubicBezTo>
                <a:cubicBezTo>
                  <a:pt x="20846" y="9668"/>
                  <a:pt x="20905" y="9628"/>
                  <a:pt x="20924" y="9588"/>
                </a:cubicBezTo>
                <a:cubicBezTo>
                  <a:pt x="20943" y="9575"/>
                  <a:pt x="20943" y="9561"/>
                  <a:pt x="20943" y="9548"/>
                </a:cubicBezTo>
                <a:cubicBezTo>
                  <a:pt x="20943" y="9548"/>
                  <a:pt x="20963" y="9548"/>
                  <a:pt x="20963" y="9541"/>
                </a:cubicBezTo>
                <a:cubicBezTo>
                  <a:pt x="21196" y="9495"/>
                  <a:pt x="21410" y="9408"/>
                  <a:pt x="21468" y="9315"/>
                </a:cubicBezTo>
                <a:cubicBezTo>
                  <a:pt x="21526" y="9215"/>
                  <a:pt x="21526" y="9109"/>
                  <a:pt x="21351" y="9022"/>
                </a:cubicBezTo>
                <a:cubicBezTo>
                  <a:pt x="21196" y="8936"/>
                  <a:pt x="20982" y="8876"/>
                  <a:pt x="20691" y="8850"/>
                </a:cubicBezTo>
                <a:cubicBezTo>
                  <a:pt x="20652" y="8850"/>
                  <a:pt x="20633" y="8843"/>
                  <a:pt x="20594" y="8843"/>
                </a:cubicBezTo>
                <a:cubicBezTo>
                  <a:pt x="20030" y="8677"/>
                  <a:pt x="19176" y="8650"/>
                  <a:pt x="18535" y="8783"/>
                </a:cubicBezTo>
                <a:cubicBezTo>
                  <a:pt x="18166" y="8863"/>
                  <a:pt x="17894" y="8976"/>
                  <a:pt x="17777" y="9116"/>
                </a:cubicBezTo>
                <a:cubicBezTo>
                  <a:pt x="17719" y="9182"/>
                  <a:pt x="17699" y="9249"/>
                  <a:pt x="17699" y="9315"/>
                </a:cubicBezTo>
                <a:cubicBezTo>
                  <a:pt x="17622" y="9348"/>
                  <a:pt x="17563" y="9388"/>
                  <a:pt x="17524" y="9428"/>
                </a:cubicBezTo>
                <a:cubicBezTo>
                  <a:pt x="17486" y="9481"/>
                  <a:pt x="17466" y="9528"/>
                  <a:pt x="17505" y="9581"/>
                </a:cubicBezTo>
                <a:cubicBezTo>
                  <a:pt x="17563" y="9634"/>
                  <a:pt x="17602" y="9681"/>
                  <a:pt x="17680" y="9728"/>
                </a:cubicBezTo>
                <a:close/>
                <a:moveTo>
                  <a:pt x="9366" y="9654"/>
                </a:moveTo>
                <a:cubicBezTo>
                  <a:pt x="9386" y="9654"/>
                  <a:pt x="9405" y="9661"/>
                  <a:pt x="9425" y="9661"/>
                </a:cubicBezTo>
                <a:cubicBezTo>
                  <a:pt x="9444" y="9661"/>
                  <a:pt x="9463" y="9661"/>
                  <a:pt x="9483" y="9661"/>
                </a:cubicBezTo>
                <a:cubicBezTo>
                  <a:pt x="9580" y="9774"/>
                  <a:pt x="9813" y="9867"/>
                  <a:pt x="10104" y="9927"/>
                </a:cubicBezTo>
                <a:cubicBezTo>
                  <a:pt x="10201" y="9947"/>
                  <a:pt x="10318" y="9960"/>
                  <a:pt x="10435" y="9974"/>
                </a:cubicBezTo>
                <a:cubicBezTo>
                  <a:pt x="10454" y="9974"/>
                  <a:pt x="10474" y="9980"/>
                  <a:pt x="10512" y="9980"/>
                </a:cubicBezTo>
                <a:cubicBezTo>
                  <a:pt x="10765" y="10000"/>
                  <a:pt x="10940" y="10000"/>
                  <a:pt x="11212" y="9980"/>
                </a:cubicBezTo>
                <a:cubicBezTo>
                  <a:pt x="11328" y="9974"/>
                  <a:pt x="11425" y="9954"/>
                  <a:pt x="11522" y="9934"/>
                </a:cubicBezTo>
                <a:cubicBezTo>
                  <a:pt x="11581" y="9921"/>
                  <a:pt x="11697" y="9887"/>
                  <a:pt x="11755" y="9874"/>
                </a:cubicBezTo>
                <a:cubicBezTo>
                  <a:pt x="11833" y="9854"/>
                  <a:pt x="11891" y="9821"/>
                  <a:pt x="11930" y="9794"/>
                </a:cubicBezTo>
                <a:cubicBezTo>
                  <a:pt x="11989" y="9761"/>
                  <a:pt x="12027" y="9721"/>
                  <a:pt x="12066" y="9688"/>
                </a:cubicBezTo>
                <a:cubicBezTo>
                  <a:pt x="12086" y="9654"/>
                  <a:pt x="12105" y="9615"/>
                  <a:pt x="12105" y="9581"/>
                </a:cubicBezTo>
                <a:cubicBezTo>
                  <a:pt x="12105" y="9548"/>
                  <a:pt x="12086" y="9508"/>
                  <a:pt x="12066" y="9475"/>
                </a:cubicBezTo>
                <a:cubicBezTo>
                  <a:pt x="12047" y="9455"/>
                  <a:pt x="12027" y="9442"/>
                  <a:pt x="12008" y="9428"/>
                </a:cubicBezTo>
                <a:cubicBezTo>
                  <a:pt x="12125" y="9342"/>
                  <a:pt x="12163" y="9249"/>
                  <a:pt x="12086" y="9156"/>
                </a:cubicBezTo>
                <a:cubicBezTo>
                  <a:pt x="11969" y="9003"/>
                  <a:pt x="11659" y="8876"/>
                  <a:pt x="11270" y="8796"/>
                </a:cubicBezTo>
                <a:cubicBezTo>
                  <a:pt x="11154" y="8770"/>
                  <a:pt x="11018" y="8756"/>
                  <a:pt x="10901" y="8743"/>
                </a:cubicBezTo>
                <a:cubicBezTo>
                  <a:pt x="10862" y="8736"/>
                  <a:pt x="10804" y="8730"/>
                  <a:pt x="10746" y="8723"/>
                </a:cubicBezTo>
                <a:cubicBezTo>
                  <a:pt x="10571" y="8710"/>
                  <a:pt x="10376" y="8697"/>
                  <a:pt x="10182" y="8703"/>
                </a:cubicBezTo>
                <a:cubicBezTo>
                  <a:pt x="10046" y="8703"/>
                  <a:pt x="9910" y="8710"/>
                  <a:pt x="9755" y="8723"/>
                </a:cubicBezTo>
                <a:cubicBezTo>
                  <a:pt x="9716" y="8723"/>
                  <a:pt x="9658" y="8730"/>
                  <a:pt x="9619" y="8736"/>
                </a:cubicBezTo>
                <a:cubicBezTo>
                  <a:pt x="9327" y="8770"/>
                  <a:pt x="9152" y="8810"/>
                  <a:pt x="8920" y="8876"/>
                </a:cubicBezTo>
                <a:cubicBezTo>
                  <a:pt x="8881" y="8883"/>
                  <a:pt x="8861" y="8896"/>
                  <a:pt x="8822" y="8909"/>
                </a:cubicBezTo>
                <a:cubicBezTo>
                  <a:pt x="8725" y="8949"/>
                  <a:pt x="8628" y="8983"/>
                  <a:pt x="8570" y="9029"/>
                </a:cubicBezTo>
                <a:cubicBezTo>
                  <a:pt x="8453" y="9102"/>
                  <a:pt x="8376" y="9182"/>
                  <a:pt x="8395" y="9269"/>
                </a:cubicBezTo>
                <a:cubicBezTo>
                  <a:pt x="8414" y="9382"/>
                  <a:pt x="8512" y="9488"/>
                  <a:pt x="8745" y="9561"/>
                </a:cubicBezTo>
                <a:cubicBezTo>
                  <a:pt x="8958" y="9595"/>
                  <a:pt x="9153" y="9628"/>
                  <a:pt x="9366" y="9654"/>
                </a:cubicBezTo>
                <a:close/>
                <a:moveTo>
                  <a:pt x="4" y="9362"/>
                </a:moveTo>
                <a:cubicBezTo>
                  <a:pt x="4" y="9428"/>
                  <a:pt x="62" y="9495"/>
                  <a:pt x="159" y="9555"/>
                </a:cubicBezTo>
                <a:cubicBezTo>
                  <a:pt x="178" y="9568"/>
                  <a:pt x="198" y="9575"/>
                  <a:pt x="237" y="9588"/>
                </a:cubicBezTo>
                <a:cubicBezTo>
                  <a:pt x="256" y="9621"/>
                  <a:pt x="295" y="9654"/>
                  <a:pt x="353" y="9688"/>
                </a:cubicBezTo>
                <a:cubicBezTo>
                  <a:pt x="509" y="9768"/>
                  <a:pt x="742" y="9841"/>
                  <a:pt x="1014" y="9861"/>
                </a:cubicBezTo>
                <a:cubicBezTo>
                  <a:pt x="1441" y="9887"/>
                  <a:pt x="1869" y="9894"/>
                  <a:pt x="2315" y="9854"/>
                </a:cubicBezTo>
                <a:cubicBezTo>
                  <a:pt x="2646" y="9821"/>
                  <a:pt x="2937" y="9768"/>
                  <a:pt x="3209" y="9701"/>
                </a:cubicBezTo>
                <a:cubicBezTo>
                  <a:pt x="3325" y="9681"/>
                  <a:pt x="3442" y="9661"/>
                  <a:pt x="3539" y="9621"/>
                </a:cubicBezTo>
                <a:cubicBezTo>
                  <a:pt x="3597" y="9595"/>
                  <a:pt x="3656" y="9568"/>
                  <a:pt x="3714" y="9541"/>
                </a:cubicBezTo>
                <a:cubicBezTo>
                  <a:pt x="3811" y="9481"/>
                  <a:pt x="3869" y="9422"/>
                  <a:pt x="3869" y="9348"/>
                </a:cubicBezTo>
                <a:cubicBezTo>
                  <a:pt x="3869" y="9335"/>
                  <a:pt x="3869" y="9315"/>
                  <a:pt x="3869" y="9302"/>
                </a:cubicBezTo>
                <a:cubicBezTo>
                  <a:pt x="3850" y="9255"/>
                  <a:pt x="3850" y="9202"/>
                  <a:pt x="3811" y="9156"/>
                </a:cubicBezTo>
                <a:cubicBezTo>
                  <a:pt x="3772" y="9109"/>
                  <a:pt x="3714" y="9069"/>
                  <a:pt x="3656" y="9029"/>
                </a:cubicBezTo>
                <a:cubicBezTo>
                  <a:pt x="3636" y="9016"/>
                  <a:pt x="3617" y="8996"/>
                  <a:pt x="3578" y="8983"/>
                </a:cubicBezTo>
                <a:cubicBezTo>
                  <a:pt x="3481" y="8929"/>
                  <a:pt x="3364" y="8876"/>
                  <a:pt x="3228" y="8836"/>
                </a:cubicBezTo>
                <a:cubicBezTo>
                  <a:pt x="3131" y="8810"/>
                  <a:pt x="3015" y="8776"/>
                  <a:pt x="2918" y="8756"/>
                </a:cubicBezTo>
                <a:cubicBezTo>
                  <a:pt x="2801" y="8730"/>
                  <a:pt x="2665" y="8716"/>
                  <a:pt x="2529" y="8697"/>
                </a:cubicBezTo>
                <a:cubicBezTo>
                  <a:pt x="2490" y="8690"/>
                  <a:pt x="2451" y="8683"/>
                  <a:pt x="2393" y="8683"/>
                </a:cubicBezTo>
                <a:cubicBezTo>
                  <a:pt x="2257" y="8670"/>
                  <a:pt x="2121" y="8663"/>
                  <a:pt x="1985" y="8663"/>
                </a:cubicBezTo>
                <a:cubicBezTo>
                  <a:pt x="1888" y="8663"/>
                  <a:pt x="1791" y="8670"/>
                  <a:pt x="1694" y="8670"/>
                </a:cubicBezTo>
                <a:cubicBezTo>
                  <a:pt x="1597" y="8677"/>
                  <a:pt x="1500" y="8677"/>
                  <a:pt x="1422" y="8690"/>
                </a:cubicBezTo>
                <a:cubicBezTo>
                  <a:pt x="1247" y="8710"/>
                  <a:pt x="1072" y="8736"/>
                  <a:pt x="917" y="8770"/>
                </a:cubicBezTo>
                <a:cubicBezTo>
                  <a:pt x="820" y="8796"/>
                  <a:pt x="703" y="8823"/>
                  <a:pt x="606" y="8856"/>
                </a:cubicBezTo>
                <a:cubicBezTo>
                  <a:pt x="509" y="8889"/>
                  <a:pt x="431" y="8929"/>
                  <a:pt x="354" y="8963"/>
                </a:cubicBezTo>
                <a:cubicBezTo>
                  <a:pt x="315" y="8976"/>
                  <a:pt x="296" y="8996"/>
                  <a:pt x="257" y="9009"/>
                </a:cubicBezTo>
                <a:cubicBezTo>
                  <a:pt x="198" y="9049"/>
                  <a:pt x="140" y="9096"/>
                  <a:pt x="101" y="9142"/>
                </a:cubicBezTo>
                <a:cubicBezTo>
                  <a:pt x="62" y="9189"/>
                  <a:pt x="43" y="9242"/>
                  <a:pt x="24" y="9289"/>
                </a:cubicBezTo>
                <a:cubicBezTo>
                  <a:pt x="4" y="9322"/>
                  <a:pt x="4" y="9342"/>
                  <a:pt x="4" y="9362"/>
                </a:cubicBezTo>
                <a:close/>
                <a:moveTo>
                  <a:pt x="4821" y="11723"/>
                </a:moveTo>
                <a:cubicBezTo>
                  <a:pt x="4569" y="11657"/>
                  <a:pt x="4180" y="11610"/>
                  <a:pt x="3850" y="11657"/>
                </a:cubicBezTo>
                <a:cubicBezTo>
                  <a:pt x="3578" y="11697"/>
                  <a:pt x="3286" y="11737"/>
                  <a:pt x="3015" y="11777"/>
                </a:cubicBezTo>
                <a:cubicBezTo>
                  <a:pt x="2723" y="11717"/>
                  <a:pt x="2393" y="11677"/>
                  <a:pt x="2024" y="11683"/>
                </a:cubicBezTo>
                <a:cubicBezTo>
                  <a:pt x="1519" y="11697"/>
                  <a:pt x="1111" y="11763"/>
                  <a:pt x="723" y="11870"/>
                </a:cubicBezTo>
                <a:cubicBezTo>
                  <a:pt x="412" y="11956"/>
                  <a:pt x="198" y="12076"/>
                  <a:pt x="82" y="12209"/>
                </a:cubicBezTo>
                <a:cubicBezTo>
                  <a:pt x="-74" y="12375"/>
                  <a:pt x="4" y="12542"/>
                  <a:pt x="218" y="12695"/>
                </a:cubicBezTo>
                <a:cubicBezTo>
                  <a:pt x="509" y="12914"/>
                  <a:pt x="1189" y="13074"/>
                  <a:pt x="1869" y="13107"/>
                </a:cubicBezTo>
                <a:cubicBezTo>
                  <a:pt x="2276" y="13127"/>
                  <a:pt x="2704" y="13134"/>
                  <a:pt x="3112" y="13087"/>
                </a:cubicBezTo>
                <a:cubicBezTo>
                  <a:pt x="3520" y="13040"/>
                  <a:pt x="3908" y="12961"/>
                  <a:pt x="4219" y="12861"/>
                </a:cubicBezTo>
                <a:cubicBezTo>
                  <a:pt x="4880" y="12641"/>
                  <a:pt x="5171" y="12329"/>
                  <a:pt x="5249" y="12023"/>
                </a:cubicBezTo>
                <a:cubicBezTo>
                  <a:pt x="5287" y="11903"/>
                  <a:pt x="5074" y="11790"/>
                  <a:pt x="4821" y="11723"/>
                </a:cubicBezTo>
                <a:close/>
                <a:moveTo>
                  <a:pt x="13038" y="11996"/>
                </a:moveTo>
                <a:cubicBezTo>
                  <a:pt x="12999" y="11956"/>
                  <a:pt x="12940" y="11910"/>
                  <a:pt x="12882" y="11870"/>
                </a:cubicBezTo>
                <a:cubicBezTo>
                  <a:pt x="12824" y="11830"/>
                  <a:pt x="12727" y="11796"/>
                  <a:pt x="12649" y="11763"/>
                </a:cubicBezTo>
                <a:cubicBezTo>
                  <a:pt x="12630" y="11757"/>
                  <a:pt x="12630" y="11757"/>
                  <a:pt x="12610" y="11750"/>
                </a:cubicBezTo>
                <a:cubicBezTo>
                  <a:pt x="12532" y="11723"/>
                  <a:pt x="12435" y="11703"/>
                  <a:pt x="12358" y="11683"/>
                </a:cubicBezTo>
                <a:cubicBezTo>
                  <a:pt x="12338" y="11677"/>
                  <a:pt x="12319" y="11677"/>
                  <a:pt x="12300" y="11670"/>
                </a:cubicBezTo>
                <a:cubicBezTo>
                  <a:pt x="12202" y="11650"/>
                  <a:pt x="12086" y="11637"/>
                  <a:pt x="11989" y="11624"/>
                </a:cubicBezTo>
                <a:cubicBezTo>
                  <a:pt x="11969" y="11624"/>
                  <a:pt x="11950" y="11617"/>
                  <a:pt x="11931" y="11617"/>
                </a:cubicBezTo>
                <a:cubicBezTo>
                  <a:pt x="11814" y="11610"/>
                  <a:pt x="11697" y="11604"/>
                  <a:pt x="11581" y="11604"/>
                </a:cubicBezTo>
                <a:cubicBezTo>
                  <a:pt x="11484" y="11610"/>
                  <a:pt x="11387" y="11610"/>
                  <a:pt x="11290" y="11617"/>
                </a:cubicBezTo>
                <a:cubicBezTo>
                  <a:pt x="11154" y="11630"/>
                  <a:pt x="11018" y="11650"/>
                  <a:pt x="10920" y="11683"/>
                </a:cubicBezTo>
                <a:cubicBezTo>
                  <a:pt x="10843" y="11703"/>
                  <a:pt x="10765" y="11723"/>
                  <a:pt x="10726" y="11750"/>
                </a:cubicBezTo>
                <a:cubicBezTo>
                  <a:pt x="10629" y="11783"/>
                  <a:pt x="10571" y="11830"/>
                  <a:pt x="10532" y="11876"/>
                </a:cubicBezTo>
                <a:cubicBezTo>
                  <a:pt x="10513" y="11896"/>
                  <a:pt x="10513" y="11923"/>
                  <a:pt x="10493" y="11943"/>
                </a:cubicBezTo>
                <a:cubicBezTo>
                  <a:pt x="10279" y="11996"/>
                  <a:pt x="10124" y="12063"/>
                  <a:pt x="9969" y="12136"/>
                </a:cubicBezTo>
                <a:cubicBezTo>
                  <a:pt x="9910" y="12162"/>
                  <a:pt x="9871" y="12189"/>
                  <a:pt x="9833" y="12216"/>
                </a:cubicBezTo>
                <a:cubicBezTo>
                  <a:pt x="9755" y="12269"/>
                  <a:pt x="9677" y="12329"/>
                  <a:pt x="9658" y="12389"/>
                </a:cubicBezTo>
                <a:cubicBezTo>
                  <a:pt x="9599" y="12455"/>
                  <a:pt x="9599" y="12522"/>
                  <a:pt x="9658" y="12588"/>
                </a:cubicBezTo>
                <a:cubicBezTo>
                  <a:pt x="9716" y="12655"/>
                  <a:pt x="9813" y="12708"/>
                  <a:pt x="9949" y="12754"/>
                </a:cubicBezTo>
                <a:cubicBezTo>
                  <a:pt x="10085" y="12801"/>
                  <a:pt x="10240" y="12834"/>
                  <a:pt x="10435" y="12854"/>
                </a:cubicBezTo>
                <a:cubicBezTo>
                  <a:pt x="10629" y="12874"/>
                  <a:pt x="10823" y="12874"/>
                  <a:pt x="11017" y="12854"/>
                </a:cubicBezTo>
                <a:cubicBezTo>
                  <a:pt x="11619" y="12828"/>
                  <a:pt x="12222" y="12761"/>
                  <a:pt x="12649" y="12608"/>
                </a:cubicBezTo>
                <a:cubicBezTo>
                  <a:pt x="12746" y="12575"/>
                  <a:pt x="12824" y="12542"/>
                  <a:pt x="12902" y="12502"/>
                </a:cubicBezTo>
                <a:cubicBezTo>
                  <a:pt x="12979" y="12462"/>
                  <a:pt x="13018" y="12422"/>
                  <a:pt x="13057" y="12382"/>
                </a:cubicBezTo>
                <a:cubicBezTo>
                  <a:pt x="13115" y="12329"/>
                  <a:pt x="13135" y="12262"/>
                  <a:pt x="13154" y="12209"/>
                </a:cubicBezTo>
                <a:cubicBezTo>
                  <a:pt x="13173" y="12149"/>
                  <a:pt x="13135" y="12089"/>
                  <a:pt x="13096" y="12029"/>
                </a:cubicBezTo>
                <a:cubicBezTo>
                  <a:pt x="13076" y="12023"/>
                  <a:pt x="13057" y="12009"/>
                  <a:pt x="13038" y="11996"/>
                </a:cubicBezTo>
                <a:close/>
                <a:moveTo>
                  <a:pt x="20458" y="11757"/>
                </a:moveTo>
                <a:cubicBezTo>
                  <a:pt x="20166" y="11683"/>
                  <a:pt x="19836" y="11637"/>
                  <a:pt x="19506" y="11590"/>
                </a:cubicBezTo>
                <a:cubicBezTo>
                  <a:pt x="19253" y="11557"/>
                  <a:pt x="18884" y="11584"/>
                  <a:pt x="18651" y="11630"/>
                </a:cubicBezTo>
                <a:cubicBezTo>
                  <a:pt x="18438" y="11670"/>
                  <a:pt x="18263" y="11750"/>
                  <a:pt x="18166" y="11830"/>
                </a:cubicBezTo>
                <a:cubicBezTo>
                  <a:pt x="18088" y="11836"/>
                  <a:pt x="17991" y="11836"/>
                  <a:pt x="17913" y="11843"/>
                </a:cubicBezTo>
                <a:cubicBezTo>
                  <a:pt x="17719" y="11863"/>
                  <a:pt x="17563" y="11896"/>
                  <a:pt x="17427" y="11943"/>
                </a:cubicBezTo>
                <a:cubicBezTo>
                  <a:pt x="17175" y="12016"/>
                  <a:pt x="16961" y="12142"/>
                  <a:pt x="16903" y="12255"/>
                </a:cubicBezTo>
                <a:cubicBezTo>
                  <a:pt x="16845" y="12362"/>
                  <a:pt x="16845" y="12428"/>
                  <a:pt x="16903" y="12535"/>
                </a:cubicBezTo>
                <a:cubicBezTo>
                  <a:pt x="16922" y="12595"/>
                  <a:pt x="17000" y="12655"/>
                  <a:pt x="17078" y="12714"/>
                </a:cubicBezTo>
                <a:cubicBezTo>
                  <a:pt x="17233" y="12834"/>
                  <a:pt x="17525" y="12927"/>
                  <a:pt x="17855" y="12994"/>
                </a:cubicBezTo>
                <a:cubicBezTo>
                  <a:pt x="18204" y="13067"/>
                  <a:pt x="18574" y="13094"/>
                  <a:pt x="18981" y="13107"/>
                </a:cubicBezTo>
                <a:cubicBezTo>
                  <a:pt x="19292" y="13120"/>
                  <a:pt x="19622" y="13107"/>
                  <a:pt x="19914" y="13080"/>
                </a:cubicBezTo>
                <a:cubicBezTo>
                  <a:pt x="20302" y="13054"/>
                  <a:pt x="20671" y="12987"/>
                  <a:pt x="20943" y="12894"/>
                </a:cubicBezTo>
                <a:cubicBezTo>
                  <a:pt x="21079" y="12854"/>
                  <a:pt x="21196" y="12801"/>
                  <a:pt x="21274" y="12741"/>
                </a:cubicBezTo>
                <a:cubicBezTo>
                  <a:pt x="21410" y="12641"/>
                  <a:pt x="21468" y="12575"/>
                  <a:pt x="21487" y="12462"/>
                </a:cubicBezTo>
                <a:cubicBezTo>
                  <a:pt x="21526" y="12329"/>
                  <a:pt x="21409" y="12196"/>
                  <a:pt x="21254" y="12069"/>
                </a:cubicBezTo>
                <a:cubicBezTo>
                  <a:pt x="21118" y="11936"/>
                  <a:pt x="20788" y="11836"/>
                  <a:pt x="20458" y="11757"/>
                </a:cubicBezTo>
                <a:close/>
                <a:moveTo>
                  <a:pt x="17680" y="15515"/>
                </a:moveTo>
                <a:cubicBezTo>
                  <a:pt x="17777" y="15575"/>
                  <a:pt x="17913" y="15615"/>
                  <a:pt x="18069" y="15648"/>
                </a:cubicBezTo>
                <a:cubicBezTo>
                  <a:pt x="18166" y="15668"/>
                  <a:pt x="18263" y="15681"/>
                  <a:pt x="18360" y="15701"/>
                </a:cubicBezTo>
                <a:cubicBezTo>
                  <a:pt x="18535" y="15728"/>
                  <a:pt x="18710" y="15761"/>
                  <a:pt x="18885" y="15768"/>
                </a:cubicBezTo>
                <a:cubicBezTo>
                  <a:pt x="19331" y="15801"/>
                  <a:pt x="19798" y="15794"/>
                  <a:pt x="20186" y="15708"/>
                </a:cubicBezTo>
                <a:cubicBezTo>
                  <a:pt x="20438" y="15655"/>
                  <a:pt x="20555" y="15608"/>
                  <a:pt x="20730" y="15528"/>
                </a:cubicBezTo>
                <a:cubicBezTo>
                  <a:pt x="20749" y="15515"/>
                  <a:pt x="20769" y="15508"/>
                  <a:pt x="20788" y="15495"/>
                </a:cubicBezTo>
                <a:cubicBezTo>
                  <a:pt x="20846" y="15455"/>
                  <a:pt x="20905" y="15415"/>
                  <a:pt x="20924" y="15375"/>
                </a:cubicBezTo>
                <a:cubicBezTo>
                  <a:pt x="20943" y="15362"/>
                  <a:pt x="20943" y="15349"/>
                  <a:pt x="20943" y="15335"/>
                </a:cubicBezTo>
                <a:cubicBezTo>
                  <a:pt x="20943" y="15335"/>
                  <a:pt x="20963" y="15335"/>
                  <a:pt x="20963" y="15329"/>
                </a:cubicBezTo>
                <a:cubicBezTo>
                  <a:pt x="21196" y="15282"/>
                  <a:pt x="21410" y="15196"/>
                  <a:pt x="21468" y="15103"/>
                </a:cubicBezTo>
                <a:cubicBezTo>
                  <a:pt x="21526" y="15003"/>
                  <a:pt x="21526" y="14896"/>
                  <a:pt x="21351" y="14810"/>
                </a:cubicBezTo>
                <a:cubicBezTo>
                  <a:pt x="21196" y="14723"/>
                  <a:pt x="20982" y="14664"/>
                  <a:pt x="20691" y="14637"/>
                </a:cubicBezTo>
                <a:cubicBezTo>
                  <a:pt x="20652" y="14637"/>
                  <a:pt x="20633" y="14630"/>
                  <a:pt x="20594" y="14630"/>
                </a:cubicBezTo>
                <a:cubicBezTo>
                  <a:pt x="20030" y="14464"/>
                  <a:pt x="19176" y="14437"/>
                  <a:pt x="18535" y="14570"/>
                </a:cubicBezTo>
                <a:cubicBezTo>
                  <a:pt x="18166" y="14650"/>
                  <a:pt x="17894" y="14763"/>
                  <a:pt x="17777" y="14903"/>
                </a:cubicBezTo>
                <a:cubicBezTo>
                  <a:pt x="17719" y="14970"/>
                  <a:pt x="17699" y="15036"/>
                  <a:pt x="17699" y="15103"/>
                </a:cubicBezTo>
                <a:cubicBezTo>
                  <a:pt x="17622" y="15136"/>
                  <a:pt x="17563" y="15176"/>
                  <a:pt x="17524" y="15216"/>
                </a:cubicBezTo>
                <a:cubicBezTo>
                  <a:pt x="17486" y="15269"/>
                  <a:pt x="17466" y="15316"/>
                  <a:pt x="17505" y="15369"/>
                </a:cubicBezTo>
                <a:cubicBezTo>
                  <a:pt x="17563" y="15422"/>
                  <a:pt x="17602" y="15469"/>
                  <a:pt x="17680" y="15515"/>
                </a:cubicBezTo>
                <a:close/>
                <a:moveTo>
                  <a:pt x="9366" y="15442"/>
                </a:moveTo>
                <a:cubicBezTo>
                  <a:pt x="9386" y="15442"/>
                  <a:pt x="9405" y="15449"/>
                  <a:pt x="9425" y="15449"/>
                </a:cubicBezTo>
                <a:cubicBezTo>
                  <a:pt x="9444" y="15449"/>
                  <a:pt x="9463" y="15449"/>
                  <a:pt x="9483" y="15449"/>
                </a:cubicBezTo>
                <a:cubicBezTo>
                  <a:pt x="9580" y="15562"/>
                  <a:pt x="9813" y="15655"/>
                  <a:pt x="10104" y="15715"/>
                </a:cubicBezTo>
                <a:cubicBezTo>
                  <a:pt x="10201" y="15735"/>
                  <a:pt x="10318" y="15748"/>
                  <a:pt x="10435" y="15761"/>
                </a:cubicBezTo>
                <a:cubicBezTo>
                  <a:pt x="10454" y="15761"/>
                  <a:pt x="10474" y="15768"/>
                  <a:pt x="10512" y="15768"/>
                </a:cubicBezTo>
                <a:cubicBezTo>
                  <a:pt x="10765" y="15788"/>
                  <a:pt x="10940" y="15788"/>
                  <a:pt x="11212" y="15768"/>
                </a:cubicBezTo>
                <a:cubicBezTo>
                  <a:pt x="11328" y="15761"/>
                  <a:pt x="11425" y="15741"/>
                  <a:pt x="11522" y="15721"/>
                </a:cubicBezTo>
                <a:cubicBezTo>
                  <a:pt x="11581" y="15708"/>
                  <a:pt x="11697" y="15675"/>
                  <a:pt x="11755" y="15661"/>
                </a:cubicBezTo>
                <a:cubicBezTo>
                  <a:pt x="11833" y="15642"/>
                  <a:pt x="11891" y="15608"/>
                  <a:pt x="11930" y="15582"/>
                </a:cubicBezTo>
                <a:cubicBezTo>
                  <a:pt x="11989" y="15548"/>
                  <a:pt x="12027" y="15508"/>
                  <a:pt x="12066" y="15475"/>
                </a:cubicBezTo>
                <a:cubicBezTo>
                  <a:pt x="12086" y="15442"/>
                  <a:pt x="12105" y="15402"/>
                  <a:pt x="12105" y="15369"/>
                </a:cubicBezTo>
                <a:cubicBezTo>
                  <a:pt x="12105" y="15336"/>
                  <a:pt x="12086" y="15296"/>
                  <a:pt x="12066" y="15262"/>
                </a:cubicBezTo>
                <a:cubicBezTo>
                  <a:pt x="12047" y="15242"/>
                  <a:pt x="12027" y="15229"/>
                  <a:pt x="12008" y="15216"/>
                </a:cubicBezTo>
                <a:cubicBezTo>
                  <a:pt x="12125" y="15129"/>
                  <a:pt x="12163" y="15036"/>
                  <a:pt x="12086" y="14943"/>
                </a:cubicBezTo>
                <a:cubicBezTo>
                  <a:pt x="11969" y="14790"/>
                  <a:pt x="11659" y="14664"/>
                  <a:pt x="11270" y="14584"/>
                </a:cubicBezTo>
                <a:cubicBezTo>
                  <a:pt x="11154" y="14557"/>
                  <a:pt x="11018" y="14544"/>
                  <a:pt x="10901" y="14531"/>
                </a:cubicBezTo>
                <a:cubicBezTo>
                  <a:pt x="10862" y="14524"/>
                  <a:pt x="10804" y="14517"/>
                  <a:pt x="10746" y="14511"/>
                </a:cubicBezTo>
                <a:cubicBezTo>
                  <a:pt x="10571" y="14497"/>
                  <a:pt x="10376" y="14484"/>
                  <a:pt x="10182" y="14491"/>
                </a:cubicBezTo>
                <a:cubicBezTo>
                  <a:pt x="10046" y="14491"/>
                  <a:pt x="9910" y="14497"/>
                  <a:pt x="9755" y="14511"/>
                </a:cubicBezTo>
                <a:cubicBezTo>
                  <a:pt x="9716" y="14511"/>
                  <a:pt x="9658" y="14517"/>
                  <a:pt x="9619" y="14524"/>
                </a:cubicBezTo>
                <a:cubicBezTo>
                  <a:pt x="9327" y="14557"/>
                  <a:pt x="9152" y="14597"/>
                  <a:pt x="8920" y="14664"/>
                </a:cubicBezTo>
                <a:cubicBezTo>
                  <a:pt x="8881" y="14670"/>
                  <a:pt x="8861" y="14684"/>
                  <a:pt x="8822" y="14697"/>
                </a:cubicBezTo>
                <a:cubicBezTo>
                  <a:pt x="8725" y="14737"/>
                  <a:pt x="8628" y="14770"/>
                  <a:pt x="8570" y="14817"/>
                </a:cubicBezTo>
                <a:cubicBezTo>
                  <a:pt x="8453" y="14890"/>
                  <a:pt x="8376" y="14970"/>
                  <a:pt x="8395" y="15056"/>
                </a:cubicBezTo>
                <a:cubicBezTo>
                  <a:pt x="8414" y="15169"/>
                  <a:pt x="8512" y="15276"/>
                  <a:pt x="8745" y="15349"/>
                </a:cubicBezTo>
                <a:cubicBezTo>
                  <a:pt x="8958" y="15382"/>
                  <a:pt x="9153" y="15415"/>
                  <a:pt x="9366" y="15442"/>
                </a:cubicBezTo>
                <a:close/>
                <a:moveTo>
                  <a:pt x="4" y="15149"/>
                </a:moveTo>
                <a:cubicBezTo>
                  <a:pt x="4" y="15216"/>
                  <a:pt x="62" y="15282"/>
                  <a:pt x="159" y="15342"/>
                </a:cubicBezTo>
                <a:cubicBezTo>
                  <a:pt x="178" y="15355"/>
                  <a:pt x="198" y="15362"/>
                  <a:pt x="237" y="15375"/>
                </a:cubicBezTo>
                <a:cubicBezTo>
                  <a:pt x="256" y="15409"/>
                  <a:pt x="295" y="15442"/>
                  <a:pt x="353" y="15475"/>
                </a:cubicBezTo>
                <a:cubicBezTo>
                  <a:pt x="509" y="15555"/>
                  <a:pt x="742" y="15628"/>
                  <a:pt x="1014" y="15648"/>
                </a:cubicBezTo>
                <a:cubicBezTo>
                  <a:pt x="1441" y="15675"/>
                  <a:pt x="1869" y="15681"/>
                  <a:pt x="2315" y="15641"/>
                </a:cubicBezTo>
                <a:cubicBezTo>
                  <a:pt x="2646" y="15608"/>
                  <a:pt x="2937" y="15555"/>
                  <a:pt x="3209" y="15488"/>
                </a:cubicBezTo>
                <a:cubicBezTo>
                  <a:pt x="3325" y="15469"/>
                  <a:pt x="3442" y="15449"/>
                  <a:pt x="3539" y="15409"/>
                </a:cubicBezTo>
                <a:cubicBezTo>
                  <a:pt x="3597" y="15382"/>
                  <a:pt x="3656" y="15355"/>
                  <a:pt x="3714" y="15329"/>
                </a:cubicBezTo>
                <a:cubicBezTo>
                  <a:pt x="3811" y="15269"/>
                  <a:pt x="3869" y="15209"/>
                  <a:pt x="3869" y="15136"/>
                </a:cubicBezTo>
                <a:cubicBezTo>
                  <a:pt x="3869" y="15123"/>
                  <a:pt x="3869" y="15103"/>
                  <a:pt x="3869" y="15089"/>
                </a:cubicBezTo>
                <a:cubicBezTo>
                  <a:pt x="3850" y="15043"/>
                  <a:pt x="3850" y="14990"/>
                  <a:pt x="3811" y="14943"/>
                </a:cubicBezTo>
                <a:cubicBezTo>
                  <a:pt x="3772" y="14896"/>
                  <a:pt x="3714" y="14857"/>
                  <a:pt x="3656" y="14817"/>
                </a:cubicBezTo>
                <a:cubicBezTo>
                  <a:pt x="3636" y="14803"/>
                  <a:pt x="3617" y="14783"/>
                  <a:pt x="3578" y="14770"/>
                </a:cubicBezTo>
                <a:cubicBezTo>
                  <a:pt x="3481" y="14717"/>
                  <a:pt x="3364" y="14664"/>
                  <a:pt x="3228" y="14624"/>
                </a:cubicBezTo>
                <a:cubicBezTo>
                  <a:pt x="3131" y="14597"/>
                  <a:pt x="3015" y="14564"/>
                  <a:pt x="2918" y="14544"/>
                </a:cubicBezTo>
                <a:cubicBezTo>
                  <a:pt x="2801" y="14517"/>
                  <a:pt x="2665" y="14504"/>
                  <a:pt x="2529" y="14484"/>
                </a:cubicBezTo>
                <a:cubicBezTo>
                  <a:pt x="2490" y="14477"/>
                  <a:pt x="2451" y="14471"/>
                  <a:pt x="2393" y="14471"/>
                </a:cubicBezTo>
                <a:cubicBezTo>
                  <a:pt x="2257" y="14457"/>
                  <a:pt x="2121" y="14451"/>
                  <a:pt x="1985" y="14451"/>
                </a:cubicBezTo>
                <a:cubicBezTo>
                  <a:pt x="1888" y="14451"/>
                  <a:pt x="1791" y="14457"/>
                  <a:pt x="1694" y="14457"/>
                </a:cubicBezTo>
                <a:cubicBezTo>
                  <a:pt x="1597" y="14464"/>
                  <a:pt x="1500" y="14464"/>
                  <a:pt x="1422" y="14477"/>
                </a:cubicBezTo>
                <a:cubicBezTo>
                  <a:pt x="1247" y="14497"/>
                  <a:pt x="1072" y="14524"/>
                  <a:pt x="917" y="14557"/>
                </a:cubicBezTo>
                <a:cubicBezTo>
                  <a:pt x="820" y="14584"/>
                  <a:pt x="703" y="14610"/>
                  <a:pt x="606" y="14644"/>
                </a:cubicBezTo>
                <a:cubicBezTo>
                  <a:pt x="509" y="14677"/>
                  <a:pt x="431" y="14717"/>
                  <a:pt x="354" y="14750"/>
                </a:cubicBezTo>
                <a:cubicBezTo>
                  <a:pt x="315" y="14763"/>
                  <a:pt x="296" y="14783"/>
                  <a:pt x="257" y="14797"/>
                </a:cubicBezTo>
                <a:cubicBezTo>
                  <a:pt x="198" y="14837"/>
                  <a:pt x="140" y="14883"/>
                  <a:pt x="101" y="14930"/>
                </a:cubicBezTo>
                <a:cubicBezTo>
                  <a:pt x="62" y="14976"/>
                  <a:pt x="43" y="15030"/>
                  <a:pt x="24" y="15076"/>
                </a:cubicBezTo>
                <a:cubicBezTo>
                  <a:pt x="4" y="15109"/>
                  <a:pt x="4" y="15129"/>
                  <a:pt x="4" y="15149"/>
                </a:cubicBezTo>
                <a:close/>
                <a:moveTo>
                  <a:pt x="4821" y="17511"/>
                </a:moveTo>
                <a:cubicBezTo>
                  <a:pt x="4569" y="17444"/>
                  <a:pt x="4180" y="17398"/>
                  <a:pt x="3850" y="17444"/>
                </a:cubicBezTo>
                <a:cubicBezTo>
                  <a:pt x="3578" y="17484"/>
                  <a:pt x="3286" y="17524"/>
                  <a:pt x="3015" y="17564"/>
                </a:cubicBezTo>
                <a:cubicBezTo>
                  <a:pt x="2723" y="17504"/>
                  <a:pt x="2393" y="17464"/>
                  <a:pt x="2024" y="17471"/>
                </a:cubicBezTo>
                <a:cubicBezTo>
                  <a:pt x="1519" y="17484"/>
                  <a:pt x="1111" y="17551"/>
                  <a:pt x="723" y="17657"/>
                </a:cubicBezTo>
                <a:cubicBezTo>
                  <a:pt x="412" y="17744"/>
                  <a:pt x="198" y="17863"/>
                  <a:pt x="82" y="17996"/>
                </a:cubicBezTo>
                <a:cubicBezTo>
                  <a:pt x="-74" y="18163"/>
                  <a:pt x="4" y="18329"/>
                  <a:pt x="218" y="18482"/>
                </a:cubicBezTo>
                <a:cubicBezTo>
                  <a:pt x="509" y="18702"/>
                  <a:pt x="1189" y="18861"/>
                  <a:pt x="1869" y="18894"/>
                </a:cubicBezTo>
                <a:cubicBezTo>
                  <a:pt x="2276" y="18914"/>
                  <a:pt x="2704" y="18921"/>
                  <a:pt x="3112" y="18875"/>
                </a:cubicBezTo>
                <a:cubicBezTo>
                  <a:pt x="3520" y="18828"/>
                  <a:pt x="3908" y="18748"/>
                  <a:pt x="4219" y="18648"/>
                </a:cubicBezTo>
                <a:cubicBezTo>
                  <a:pt x="4880" y="18429"/>
                  <a:pt x="5171" y="18116"/>
                  <a:pt x="5249" y="17810"/>
                </a:cubicBezTo>
                <a:cubicBezTo>
                  <a:pt x="5287" y="17690"/>
                  <a:pt x="5074" y="17577"/>
                  <a:pt x="4821" y="17511"/>
                </a:cubicBezTo>
                <a:close/>
                <a:moveTo>
                  <a:pt x="13038" y="17784"/>
                </a:moveTo>
                <a:cubicBezTo>
                  <a:pt x="12999" y="17744"/>
                  <a:pt x="12940" y="17697"/>
                  <a:pt x="12882" y="17657"/>
                </a:cubicBezTo>
                <a:cubicBezTo>
                  <a:pt x="12824" y="17617"/>
                  <a:pt x="12727" y="17584"/>
                  <a:pt x="12649" y="17551"/>
                </a:cubicBezTo>
                <a:cubicBezTo>
                  <a:pt x="12630" y="17544"/>
                  <a:pt x="12630" y="17544"/>
                  <a:pt x="12610" y="17537"/>
                </a:cubicBezTo>
                <a:cubicBezTo>
                  <a:pt x="12532" y="17511"/>
                  <a:pt x="12435" y="17491"/>
                  <a:pt x="12358" y="17471"/>
                </a:cubicBezTo>
                <a:cubicBezTo>
                  <a:pt x="12338" y="17464"/>
                  <a:pt x="12319" y="17464"/>
                  <a:pt x="12300" y="17458"/>
                </a:cubicBezTo>
                <a:cubicBezTo>
                  <a:pt x="12202" y="17438"/>
                  <a:pt x="12086" y="17424"/>
                  <a:pt x="11989" y="17411"/>
                </a:cubicBezTo>
                <a:cubicBezTo>
                  <a:pt x="11969" y="17411"/>
                  <a:pt x="11950" y="17404"/>
                  <a:pt x="11931" y="17404"/>
                </a:cubicBezTo>
                <a:cubicBezTo>
                  <a:pt x="11814" y="17398"/>
                  <a:pt x="11697" y="17391"/>
                  <a:pt x="11581" y="17391"/>
                </a:cubicBezTo>
                <a:cubicBezTo>
                  <a:pt x="11484" y="17398"/>
                  <a:pt x="11387" y="17398"/>
                  <a:pt x="11290" y="17404"/>
                </a:cubicBezTo>
                <a:cubicBezTo>
                  <a:pt x="11154" y="17418"/>
                  <a:pt x="11018" y="17438"/>
                  <a:pt x="10920" y="17471"/>
                </a:cubicBezTo>
                <a:cubicBezTo>
                  <a:pt x="10843" y="17491"/>
                  <a:pt x="10765" y="17511"/>
                  <a:pt x="10726" y="17537"/>
                </a:cubicBezTo>
                <a:cubicBezTo>
                  <a:pt x="10629" y="17571"/>
                  <a:pt x="10571" y="17617"/>
                  <a:pt x="10532" y="17664"/>
                </a:cubicBezTo>
                <a:cubicBezTo>
                  <a:pt x="10513" y="17684"/>
                  <a:pt x="10513" y="17710"/>
                  <a:pt x="10493" y="17730"/>
                </a:cubicBezTo>
                <a:cubicBezTo>
                  <a:pt x="10279" y="17784"/>
                  <a:pt x="10124" y="17850"/>
                  <a:pt x="9969" y="17923"/>
                </a:cubicBezTo>
                <a:cubicBezTo>
                  <a:pt x="9910" y="17950"/>
                  <a:pt x="9871" y="17976"/>
                  <a:pt x="9833" y="18003"/>
                </a:cubicBezTo>
                <a:cubicBezTo>
                  <a:pt x="9755" y="18056"/>
                  <a:pt x="9677" y="18116"/>
                  <a:pt x="9658" y="18176"/>
                </a:cubicBezTo>
                <a:cubicBezTo>
                  <a:pt x="9599" y="18243"/>
                  <a:pt x="9599" y="18309"/>
                  <a:pt x="9658" y="18376"/>
                </a:cubicBezTo>
                <a:cubicBezTo>
                  <a:pt x="9716" y="18442"/>
                  <a:pt x="9813" y="18495"/>
                  <a:pt x="9949" y="18542"/>
                </a:cubicBezTo>
                <a:cubicBezTo>
                  <a:pt x="10085" y="18588"/>
                  <a:pt x="10240" y="18622"/>
                  <a:pt x="10435" y="18642"/>
                </a:cubicBezTo>
                <a:cubicBezTo>
                  <a:pt x="10629" y="18662"/>
                  <a:pt x="10823" y="18662"/>
                  <a:pt x="11017" y="18642"/>
                </a:cubicBezTo>
                <a:cubicBezTo>
                  <a:pt x="11619" y="18615"/>
                  <a:pt x="12222" y="18549"/>
                  <a:pt x="12649" y="18396"/>
                </a:cubicBezTo>
                <a:cubicBezTo>
                  <a:pt x="12746" y="18362"/>
                  <a:pt x="12824" y="18329"/>
                  <a:pt x="12902" y="18289"/>
                </a:cubicBezTo>
                <a:cubicBezTo>
                  <a:pt x="12979" y="18249"/>
                  <a:pt x="13018" y="18209"/>
                  <a:pt x="13057" y="18169"/>
                </a:cubicBezTo>
                <a:cubicBezTo>
                  <a:pt x="13115" y="18116"/>
                  <a:pt x="13135" y="18050"/>
                  <a:pt x="13154" y="17996"/>
                </a:cubicBezTo>
                <a:cubicBezTo>
                  <a:pt x="13173" y="17937"/>
                  <a:pt x="13135" y="17877"/>
                  <a:pt x="13096" y="17817"/>
                </a:cubicBezTo>
                <a:cubicBezTo>
                  <a:pt x="13076" y="17810"/>
                  <a:pt x="13057" y="17797"/>
                  <a:pt x="13038" y="17784"/>
                </a:cubicBezTo>
                <a:close/>
                <a:moveTo>
                  <a:pt x="20458" y="17537"/>
                </a:moveTo>
                <a:cubicBezTo>
                  <a:pt x="20166" y="17464"/>
                  <a:pt x="19836" y="17418"/>
                  <a:pt x="19506" y="17371"/>
                </a:cubicBezTo>
                <a:cubicBezTo>
                  <a:pt x="19253" y="17338"/>
                  <a:pt x="18884" y="17364"/>
                  <a:pt x="18651" y="17411"/>
                </a:cubicBezTo>
                <a:cubicBezTo>
                  <a:pt x="18438" y="17451"/>
                  <a:pt x="18263" y="17531"/>
                  <a:pt x="18166" y="17611"/>
                </a:cubicBezTo>
                <a:cubicBezTo>
                  <a:pt x="18088" y="17617"/>
                  <a:pt x="17991" y="17617"/>
                  <a:pt x="17913" y="17624"/>
                </a:cubicBezTo>
                <a:cubicBezTo>
                  <a:pt x="17719" y="17644"/>
                  <a:pt x="17563" y="17677"/>
                  <a:pt x="17427" y="17724"/>
                </a:cubicBezTo>
                <a:cubicBezTo>
                  <a:pt x="17175" y="17797"/>
                  <a:pt x="16961" y="17923"/>
                  <a:pt x="16903" y="18036"/>
                </a:cubicBezTo>
                <a:cubicBezTo>
                  <a:pt x="16845" y="18143"/>
                  <a:pt x="16845" y="18209"/>
                  <a:pt x="16903" y="18316"/>
                </a:cubicBezTo>
                <a:cubicBezTo>
                  <a:pt x="16922" y="18376"/>
                  <a:pt x="17000" y="18435"/>
                  <a:pt x="17078" y="18495"/>
                </a:cubicBezTo>
                <a:cubicBezTo>
                  <a:pt x="17233" y="18615"/>
                  <a:pt x="17525" y="18708"/>
                  <a:pt x="17855" y="18775"/>
                </a:cubicBezTo>
                <a:cubicBezTo>
                  <a:pt x="18204" y="18848"/>
                  <a:pt x="18574" y="18875"/>
                  <a:pt x="18981" y="18888"/>
                </a:cubicBezTo>
                <a:cubicBezTo>
                  <a:pt x="19292" y="18901"/>
                  <a:pt x="19622" y="18888"/>
                  <a:pt x="19914" y="18861"/>
                </a:cubicBezTo>
                <a:cubicBezTo>
                  <a:pt x="20302" y="18835"/>
                  <a:pt x="20671" y="18768"/>
                  <a:pt x="20943" y="18675"/>
                </a:cubicBezTo>
                <a:cubicBezTo>
                  <a:pt x="21079" y="18635"/>
                  <a:pt x="21196" y="18582"/>
                  <a:pt x="21274" y="18522"/>
                </a:cubicBezTo>
                <a:cubicBezTo>
                  <a:pt x="21410" y="18422"/>
                  <a:pt x="21468" y="18356"/>
                  <a:pt x="21487" y="18243"/>
                </a:cubicBezTo>
                <a:cubicBezTo>
                  <a:pt x="21526" y="18109"/>
                  <a:pt x="21409" y="17976"/>
                  <a:pt x="21254" y="17850"/>
                </a:cubicBezTo>
                <a:cubicBezTo>
                  <a:pt x="21118" y="17724"/>
                  <a:pt x="20788" y="17624"/>
                  <a:pt x="20458" y="17537"/>
                </a:cubicBezTo>
                <a:close/>
                <a:moveTo>
                  <a:pt x="17680" y="21296"/>
                </a:moveTo>
                <a:cubicBezTo>
                  <a:pt x="17777" y="21356"/>
                  <a:pt x="17913" y="21396"/>
                  <a:pt x="18069" y="21429"/>
                </a:cubicBezTo>
                <a:cubicBezTo>
                  <a:pt x="18166" y="21449"/>
                  <a:pt x="18263" y="21462"/>
                  <a:pt x="18360" y="21482"/>
                </a:cubicBezTo>
                <a:cubicBezTo>
                  <a:pt x="18535" y="21509"/>
                  <a:pt x="18710" y="21542"/>
                  <a:pt x="18885" y="21549"/>
                </a:cubicBezTo>
                <a:cubicBezTo>
                  <a:pt x="19331" y="21582"/>
                  <a:pt x="19798" y="21575"/>
                  <a:pt x="20186" y="21489"/>
                </a:cubicBezTo>
                <a:cubicBezTo>
                  <a:pt x="20438" y="21436"/>
                  <a:pt x="20555" y="21389"/>
                  <a:pt x="20730" y="21309"/>
                </a:cubicBezTo>
                <a:cubicBezTo>
                  <a:pt x="20749" y="21296"/>
                  <a:pt x="20769" y="21289"/>
                  <a:pt x="20788" y="21276"/>
                </a:cubicBezTo>
                <a:cubicBezTo>
                  <a:pt x="20846" y="21236"/>
                  <a:pt x="20905" y="21196"/>
                  <a:pt x="20924" y="21156"/>
                </a:cubicBezTo>
                <a:cubicBezTo>
                  <a:pt x="20943" y="21143"/>
                  <a:pt x="20943" y="21130"/>
                  <a:pt x="20943" y="21116"/>
                </a:cubicBezTo>
                <a:cubicBezTo>
                  <a:pt x="20943" y="21116"/>
                  <a:pt x="20963" y="21116"/>
                  <a:pt x="20963" y="21110"/>
                </a:cubicBezTo>
                <a:cubicBezTo>
                  <a:pt x="21196" y="21063"/>
                  <a:pt x="21410" y="20977"/>
                  <a:pt x="21468" y="20884"/>
                </a:cubicBezTo>
                <a:cubicBezTo>
                  <a:pt x="21526" y="20784"/>
                  <a:pt x="21526" y="20677"/>
                  <a:pt x="21351" y="20591"/>
                </a:cubicBezTo>
                <a:cubicBezTo>
                  <a:pt x="21196" y="20504"/>
                  <a:pt x="20982" y="20444"/>
                  <a:pt x="20691" y="20418"/>
                </a:cubicBezTo>
                <a:cubicBezTo>
                  <a:pt x="20652" y="20418"/>
                  <a:pt x="20633" y="20411"/>
                  <a:pt x="20594" y="20411"/>
                </a:cubicBezTo>
                <a:cubicBezTo>
                  <a:pt x="20030" y="20245"/>
                  <a:pt x="19176" y="20218"/>
                  <a:pt x="18535" y="20351"/>
                </a:cubicBezTo>
                <a:cubicBezTo>
                  <a:pt x="18166" y="20431"/>
                  <a:pt x="17894" y="20544"/>
                  <a:pt x="17777" y="20684"/>
                </a:cubicBezTo>
                <a:cubicBezTo>
                  <a:pt x="17719" y="20750"/>
                  <a:pt x="17699" y="20817"/>
                  <a:pt x="17699" y="20884"/>
                </a:cubicBezTo>
                <a:cubicBezTo>
                  <a:pt x="17622" y="20917"/>
                  <a:pt x="17563" y="20957"/>
                  <a:pt x="17524" y="20997"/>
                </a:cubicBezTo>
                <a:cubicBezTo>
                  <a:pt x="17486" y="21050"/>
                  <a:pt x="17466" y="21096"/>
                  <a:pt x="17505" y="21150"/>
                </a:cubicBezTo>
                <a:cubicBezTo>
                  <a:pt x="17563" y="21209"/>
                  <a:pt x="17602" y="21256"/>
                  <a:pt x="17680" y="21296"/>
                </a:cubicBezTo>
                <a:close/>
                <a:moveTo>
                  <a:pt x="9366" y="21223"/>
                </a:moveTo>
                <a:cubicBezTo>
                  <a:pt x="9386" y="21223"/>
                  <a:pt x="9405" y="21229"/>
                  <a:pt x="9425" y="21229"/>
                </a:cubicBezTo>
                <a:cubicBezTo>
                  <a:pt x="9444" y="21229"/>
                  <a:pt x="9463" y="21229"/>
                  <a:pt x="9483" y="21229"/>
                </a:cubicBezTo>
                <a:cubicBezTo>
                  <a:pt x="9580" y="21343"/>
                  <a:pt x="9813" y="21436"/>
                  <a:pt x="10104" y="21496"/>
                </a:cubicBezTo>
                <a:cubicBezTo>
                  <a:pt x="10201" y="21515"/>
                  <a:pt x="10318" y="21529"/>
                  <a:pt x="10435" y="21542"/>
                </a:cubicBezTo>
                <a:cubicBezTo>
                  <a:pt x="10454" y="21542"/>
                  <a:pt x="10474" y="21549"/>
                  <a:pt x="10512" y="21549"/>
                </a:cubicBezTo>
                <a:cubicBezTo>
                  <a:pt x="10765" y="21569"/>
                  <a:pt x="10940" y="21569"/>
                  <a:pt x="11212" y="21549"/>
                </a:cubicBezTo>
                <a:cubicBezTo>
                  <a:pt x="11328" y="21542"/>
                  <a:pt x="11425" y="21522"/>
                  <a:pt x="11522" y="21502"/>
                </a:cubicBezTo>
                <a:cubicBezTo>
                  <a:pt x="11581" y="21489"/>
                  <a:pt x="11697" y="21456"/>
                  <a:pt x="11755" y="21442"/>
                </a:cubicBezTo>
                <a:cubicBezTo>
                  <a:pt x="11833" y="21422"/>
                  <a:pt x="11891" y="21389"/>
                  <a:pt x="11930" y="21362"/>
                </a:cubicBezTo>
                <a:cubicBezTo>
                  <a:pt x="11989" y="21329"/>
                  <a:pt x="12027" y="21289"/>
                  <a:pt x="12066" y="21256"/>
                </a:cubicBezTo>
                <a:cubicBezTo>
                  <a:pt x="12086" y="21223"/>
                  <a:pt x="12105" y="21183"/>
                  <a:pt x="12105" y="21150"/>
                </a:cubicBezTo>
                <a:cubicBezTo>
                  <a:pt x="12105" y="21116"/>
                  <a:pt x="12086" y="21076"/>
                  <a:pt x="12066" y="21043"/>
                </a:cubicBezTo>
                <a:cubicBezTo>
                  <a:pt x="12047" y="21023"/>
                  <a:pt x="12027" y="21010"/>
                  <a:pt x="12008" y="20997"/>
                </a:cubicBezTo>
                <a:cubicBezTo>
                  <a:pt x="12125" y="20910"/>
                  <a:pt x="12163" y="20817"/>
                  <a:pt x="12086" y="20724"/>
                </a:cubicBezTo>
                <a:cubicBezTo>
                  <a:pt x="11969" y="20571"/>
                  <a:pt x="11659" y="20444"/>
                  <a:pt x="11270" y="20365"/>
                </a:cubicBezTo>
                <a:cubicBezTo>
                  <a:pt x="11154" y="20338"/>
                  <a:pt x="11018" y="20325"/>
                  <a:pt x="10901" y="20311"/>
                </a:cubicBezTo>
                <a:cubicBezTo>
                  <a:pt x="10862" y="20305"/>
                  <a:pt x="10804" y="20298"/>
                  <a:pt x="10746" y="20291"/>
                </a:cubicBezTo>
                <a:cubicBezTo>
                  <a:pt x="10571" y="20278"/>
                  <a:pt x="10376" y="20265"/>
                  <a:pt x="10182" y="20271"/>
                </a:cubicBezTo>
                <a:cubicBezTo>
                  <a:pt x="10046" y="20271"/>
                  <a:pt x="9910" y="20278"/>
                  <a:pt x="9755" y="20291"/>
                </a:cubicBezTo>
                <a:cubicBezTo>
                  <a:pt x="9716" y="20291"/>
                  <a:pt x="9658" y="20298"/>
                  <a:pt x="9619" y="20305"/>
                </a:cubicBezTo>
                <a:cubicBezTo>
                  <a:pt x="9327" y="20338"/>
                  <a:pt x="9152" y="20378"/>
                  <a:pt x="8920" y="20444"/>
                </a:cubicBezTo>
                <a:cubicBezTo>
                  <a:pt x="8881" y="20451"/>
                  <a:pt x="8861" y="20464"/>
                  <a:pt x="8822" y="20478"/>
                </a:cubicBezTo>
                <a:cubicBezTo>
                  <a:pt x="8725" y="20518"/>
                  <a:pt x="8628" y="20551"/>
                  <a:pt x="8570" y="20597"/>
                </a:cubicBezTo>
                <a:cubicBezTo>
                  <a:pt x="8453" y="20671"/>
                  <a:pt x="8376" y="20750"/>
                  <a:pt x="8395" y="20837"/>
                </a:cubicBezTo>
                <a:cubicBezTo>
                  <a:pt x="8414" y="20950"/>
                  <a:pt x="8512" y="21056"/>
                  <a:pt x="8745" y="21130"/>
                </a:cubicBezTo>
                <a:cubicBezTo>
                  <a:pt x="8958" y="21163"/>
                  <a:pt x="9153" y="21203"/>
                  <a:pt x="9366" y="21223"/>
                </a:cubicBezTo>
                <a:close/>
                <a:moveTo>
                  <a:pt x="4" y="20930"/>
                </a:moveTo>
                <a:cubicBezTo>
                  <a:pt x="4" y="20997"/>
                  <a:pt x="62" y="21063"/>
                  <a:pt x="159" y="21123"/>
                </a:cubicBezTo>
                <a:cubicBezTo>
                  <a:pt x="178" y="21136"/>
                  <a:pt x="198" y="21143"/>
                  <a:pt x="237" y="21156"/>
                </a:cubicBezTo>
                <a:cubicBezTo>
                  <a:pt x="256" y="21190"/>
                  <a:pt x="295" y="21223"/>
                  <a:pt x="353" y="21256"/>
                </a:cubicBezTo>
                <a:cubicBezTo>
                  <a:pt x="509" y="21336"/>
                  <a:pt x="742" y="21409"/>
                  <a:pt x="1014" y="21429"/>
                </a:cubicBezTo>
                <a:cubicBezTo>
                  <a:pt x="1441" y="21456"/>
                  <a:pt x="1869" y="21462"/>
                  <a:pt x="2315" y="21422"/>
                </a:cubicBezTo>
                <a:cubicBezTo>
                  <a:pt x="2646" y="21389"/>
                  <a:pt x="2937" y="21336"/>
                  <a:pt x="3209" y="21269"/>
                </a:cubicBezTo>
                <a:cubicBezTo>
                  <a:pt x="3325" y="21249"/>
                  <a:pt x="3442" y="21229"/>
                  <a:pt x="3539" y="21190"/>
                </a:cubicBezTo>
                <a:cubicBezTo>
                  <a:pt x="3597" y="21163"/>
                  <a:pt x="3656" y="21136"/>
                  <a:pt x="3714" y="21110"/>
                </a:cubicBezTo>
                <a:cubicBezTo>
                  <a:pt x="3811" y="21050"/>
                  <a:pt x="3869" y="20990"/>
                  <a:pt x="3869" y="20917"/>
                </a:cubicBezTo>
                <a:cubicBezTo>
                  <a:pt x="3869" y="20903"/>
                  <a:pt x="3869" y="20884"/>
                  <a:pt x="3869" y="20870"/>
                </a:cubicBezTo>
                <a:cubicBezTo>
                  <a:pt x="3850" y="20824"/>
                  <a:pt x="3850" y="20770"/>
                  <a:pt x="3811" y="20724"/>
                </a:cubicBezTo>
                <a:cubicBezTo>
                  <a:pt x="3772" y="20677"/>
                  <a:pt x="3714" y="20637"/>
                  <a:pt x="3656" y="20597"/>
                </a:cubicBezTo>
                <a:cubicBezTo>
                  <a:pt x="3636" y="20584"/>
                  <a:pt x="3617" y="20564"/>
                  <a:pt x="3578" y="20551"/>
                </a:cubicBezTo>
                <a:cubicBezTo>
                  <a:pt x="3481" y="20498"/>
                  <a:pt x="3364" y="20444"/>
                  <a:pt x="3228" y="20405"/>
                </a:cubicBezTo>
                <a:cubicBezTo>
                  <a:pt x="3131" y="20378"/>
                  <a:pt x="3015" y="20345"/>
                  <a:pt x="2918" y="20325"/>
                </a:cubicBezTo>
                <a:cubicBezTo>
                  <a:pt x="2801" y="20298"/>
                  <a:pt x="2665" y="20285"/>
                  <a:pt x="2529" y="20265"/>
                </a:cubicBezTo>
                <a:cubicBezTo>
                  <a:pt x="2490" y="20258"/>
                  <a:pt x="2451" y="20252"/>
                  <a:pt x="2393" y="20252"/>
                </a:cubicBezTo>
                <a:cubicBezTo>
                  <a:pt x="2257" y="20238"/>
                  <a:pt x="2121" y="20232"/>
                  <a:pt x="1985" y="20232"/>
                </a:cubicBezTo>
                <a:cubicBezTo>
                  <a:pt x="1888" y="20232"/>
                  <a:pt x="1791" y="20238"/>
                  <a:pt x="1694" y="20238"/>
                </a:cubicBezTo>
                <a:cubicBezTo>
                  <a:pt x="1597" y="20245"/>
                  <a:pt x="1500" y="20245"/>
                  <a:pt x="1422" y="20258"/>
                </a:cubicBezTo>
                <a:cubicBezTo>
                  <a:pt x="1247" y="20278"/>
                  <a:pt x="1072" y="20305"/>
                  <a:pt x="917" y="20338"/>
                </a:cubicBezTo>
                <a:cubicBezTo>
                  <a:pt x="820" y="20365"/>
                  <a:pt x="703" y="20391"/>
                  <a:pt x="606" y="20425"/>
                </a:cubicBezTo>
                <a:cubicBezTo>
                  <a:pt x="509" y="20458"/>
                  <a:pt x="431" y="20498"/>
                  <a:pt x="354" y="20531"/>
                </a:cubicBezTo>
                <a:cubicBezTo>
                  <a:pt x="315" y="20544"/>
                  <a:pt x="296" y="20564"/>
                  <a:pt x="257" y="20578"/>
                </a:cubicBezTo>
                <a:cubicBezTo>
                  <a:pt x="198" y="20617"/>
                  <a:pt x="140" y="20664"/>
                  <a:pt x="101" y="20711"/>
                </a:cubicBezTo>
                <a:cubicBezTo>
                  <a:pt x="62" y="20757"/>
                  <a:pt x="43" y="20810"/>
                  <a:pt x="24" y="20857"/>
                </a:cubicBezTo>
                <a:cubicBezTo>
                  <a:pt x="4" y="20897"/>
                  <a:pt x="4" y="20910"/>
                  <a:pt x="4" y="20930"/>
                </a:cubicBezTo>
                <a:close/>
              </a:path>
            </a:pathLst>
          </a:custGeom>
          <a:solidFill>
            <a:srgbClr val="000000"/>
          </a:solidFill>
          <a:ln w="12700">
            <a:miter lim="400000"/>
          </a:ln>
        </p:spPr>
        <p:txBody>
          <a:bodyPr lIns="38100" tIns="38100" rIns="38100" bIns="38100" anchor="ctr"/>
          <a:lstStyle/>
          <a:p>
            <a:pPr>
              <a:defRPr sz="3000">
                <a:solidFill>
                  <a:srgbClr val="FFFFFF"/>
                </a:solidFill>
              </a:defRPr>
            </a:pPr>
          </a:p>
        </p:txBody>
      </p:sp>
      <p:sp>
        <p:nvSpPr>
          <p:cNvPr id="4" name="Shape"/>
          <p:cNvSpPr/>
          <p:nvPr userDrawn="1"/>
        </p:nvSpPr>
        <p:spPr>
          <a:xfrm>
            <a:off x="8153400" y="611444"/>
            <a:ext cx="3719270" cy="3188988"/>
          </a:xfrm>
          <a:custGeom>
            <a:avLst/>
            <a:gdLst/>
            <a:ahLst/>
            <a:cxnLst>
              <a:cxn ang="0">
                <a:pos x="wd2" y="hd2"/>
              </a:cxn>
              <a:cxn ang="5400000">
                <a:pos x="wd2" y="hd2"/>
              </a:cxn>
              <a:cxn ang="10800000">
                <a:pos x="wd2" y="hd2"/>
              </a:cxn>
              <a:cxn ang="16200000">
                <a:pos x="wd2" y="hd2"/>
              </a:cxn>
            </a:cxnLst>
            <a:rect l="0" t="0" r="r" b="b"/>
            <a:pathLst>
              <a:path w="20978" h="21215" extrusionOk="0">
                <a:moveTo>
                  <a:pt x="4794" y="2214"/>
                </a:moveTo>
                <a:cubicBezTo>
                  <a:pt x="4740" y="2316"/>
                  <a:pt x="4692" y="2424"/>
                  <a:pt x="4633" y="2526"/>
                </a:cubicBezTo>
                <a:cubicBezTo>
                  <a:pt x="3607" y="4333"/>
                  <a:pt x="2652" y="6408"/>
                  <a:pt x="1622" y="8203"/>
                </a:cubicBezTo>
                <a:cubicBezTo>
                  <a:pt x="569" y="10036"/>
                  <a:pt x="-526" y="12327"/>
                  <a:pt x="278" y="14325"/>
                </a:cubicBezTo>
                <a:cubicBezTo>
                  <a:pt x="559" y="15025"/>
                  <a:pt x="1044" y="15579"/>
                  <a:pt x="1535" y="16094"/>
                </a:cubicBezTo>
                <a:cubicBezTo>
                  <a:pt x="4104" y="18780"/>
                  <a:pt x="7260" y="20867"/>
                  <a:pt x="10681" y="21179"/>
                </a:cubicBezTo>
                <a:cubicBezTo>
                  <a:pt x="14102" y="21491"/>
                  <a:pt x="17772" y="19760"/>
                  <a:pt x="19520" y="16279"/>
                </a:cubicBezTo>
                <a:cubicBezTo>
                  <a:pt x="20551" y="14223"/>
                  <a:pt x="20853" y="11767"/>
                  <a:pt x="20955" y="9380"/>
                </a:cubicBezTo>
                <a:cubicBezTo>
                  <a:pt x="21074" y="6592"/>
                  <a:pt x="20793" y="3398"/>
                  <a:pt x="18899" y="1724"/>
                </a:cubicBezTo>
                <a:cubicBezTo>
                  <a:pt x="18274" y="1170"/>
                  <a:pt x="17523" y="839"/>
                  <a:pt x="16763" y="604"/>
                </a:cubicBezTo>
                <a:cubicBezTo>
                  <a:pt x="14469" y="-109"/>
                  <a:pt x="12063" y="-33"/>
                  <a:pt x="9694" y="56"/>
                </a:cubicBezTo>
                <a:cubicBezTo>
                  <a:pt x="7865" y="107"/>
                  <a:pt x="5717" y="400"/>
                  <a:pt x="4794" y="2214"/>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p>
        </p:txBody>
      </p:sp>
      <p:sp>
        <p:nvSpPr>
          <p:cNvPr id="8" name="Title 1"/>
          <p:cNvSpPr>
            <a:spLocks noGrp="1"/>
          </p:cNvSpPr>
          <p:nvPr>
            <p:ph type="title"/>
          </p:nvPr>
        </p:nvSpPr>
        <p:spPr>
          <a:xfrm>
            <a:off x="1658678" y="1709738"/>
            <a:ext cx="6166885" cy="2852737"/>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1658678" y="4589463"/>
            <a:ext cx="616688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15" name="Picture Placeholder 15"/>
          <p:cNvSpPr>
            <a:spLocks noGrp="1"/>
          </p:cNvSpPr>
          <p:nvPr>
            <p:ph type="pic" sz="quarter" idx="13"/>
          </p:nvPr>
        </p:nvSpPr>
        <p:spPr>
          <a:xfrm>
            <a:off x="9653380" y="1184901"/>
            <a:ext cx="1333500" cy="1333500"/>
          </a:xfrm>
          <a:prstGeom prst="ellipse">
            <a:avLst/>
          </a:prstGeom>
          <a:noFill/>
        </p:spPr>
        <p:txBody>
          <a:bodyPr>
            <a:normAutofit/>
          </a:bodyPr>
          <a:lstStyle>
            <a:lvl1pPr marL="0" indent="0" algn="ctr">
              <a:buNone/>
              <a:defRPr sz="1400">
                <a:solidFill>
                  <a:schemeClr val="tx1">
                    <a:lumMod val="50000"/>
                  </a:schemeClr>
                </a:solidFill>
              </a:defRPr>
            </a:lvl1pPr>
          </a:lstStyle>
          <a:p>
            <a:endParaRPr lang="en-US"/>
          </a:p>
        </p:txBody>
      </p:sp>
      <p:sp>
        <p:nvSpPr>
          <p:cNvPr id="16" name="Text Placeholder 17"/>
          <p:cNvSpPr>
            <a:spLocks noGrp="1"/>
          </p:cNvSpPr>
          <p:nvPr>
            <p:ph type="body" sz="quarter" idx="14" hasCustomPrompt="1"/>
          </p:nvPr>
        </p:nvSpPr>
        <p:spPr>
          <a:xfrm>
            <a:off x="9461979" y="2745734"/>
            <a:ext cx="1701800" cy="228600"/>
          </a:xfrm>
          <a:noFill/>
        </p:spPr>
        <p:txBody>
          <a:bodyPr anchor="ctr">
            <a:noAutofit/>
          </a:bodyPr>
          <a:lstStyle>
            <a:lvl1pPr marL="0" indent="0" algn="ctr">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endParaRPr lang="en-US" dirty="0"/>
          </a:p>
        </p:txBody>
      </p:sp>
      <p:sp>
        <p:nvSpPr>
          <p:cNvPr id="17" name="Text Placeholder 17"/>
          <p:cNvSpPr>
            <a:spLocks noGrp="1"/>
          </p:cNvSpPr>
          <p:nvPr>
            <p:ph type="body" sz="quarter" idx="15" hasCustomPrompt="1"/>
          </p:nvPr>
        </p:nvSpPr>
        <p:spPr>
          <a:xfrm>
            <a:off x="9461979" y="2973067"/>
            <a:ext cx="1701800" cy="228600"/>
          </a:xfrm>
          <a:noFill/>
        </p:spPr>
        <p:txBody>
          <a:bodyPr anchor="ctr">
            <a:noAutofit/>
          </a:bodyPr>
          <a:lstStyle>
            <a:lvl1pPr marL="0" indent="0" algn="ctr">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endParaRPr lang="en-US" dirty="0"/>
          </a:p>
        </p:txBody>
      </p:sp>
      <p:sp>
        <p:nvSpPr>
          <p:cNvPr id="18" name="Text Placeholder 17"/>
          <p:cNvSpPr>
            <a:spLocks noGrp="1"/>
          </p:cNvSpPr>
          <p:nvPr>
            <p:ph type="body" sz="quarter" idx="16" hasCustomPrompt="1"/>
          </p:nvPr>
        </p:nvSpPr>
        <p:spPr>
          <a:xfrm>
            <a:off x="9461979" y="3200400"/>
            <a:ext cx="1701800" cy="228600"/>
          </a:xfrm>
          <a:noFill/>
        </p:spPr>
        <p:txBody>
          <a:bodyPr anchor="ctr">
            <a:noAutofit/>
          </a:bodyPr>
          <a:lstStyle>
            <a:lvl1pPr marL="0" indent="0" algn="ctr">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lor and Typography">
    <p:spTree>
      <p:nvGrpSpPr>
        <p:cNvPr id="1" name=""/>
        <p:cNvGrpSpPr/>
        <p:nvPr/>
      </p:nvGrpSpPr>
      <p:grpSpPr>
        <a:xfrm>
          <a:off x="0" y="0"/>
          <a:ext cx="0" cy="0"/>
          <a:chOff x="0" y="0"/>
          <a:chExt cx="0" cy="0"/>
        </a:xfrm>
      </p:grpSpPr>
      <p:sp>
        <p:nvSpPr>
          <p:cNvPr id="170" name="Rectangle 169"/>
          <p:cNvSpPr/>
          <p:nvPr userDrawn="1"/>
        </p:nvSpPr>
        <p:spPr>
          <a:xfrm>
            <a:off x="838200" y="1830763"/>
            <a:ext cx="894312"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signed by PresentationGo">
    <p:bg>
      <p:bgPr>
        <a:gradFill>
          <a:gsLst>
            <a:gs pos="95000">
              <a:schemeClr val="bg1"/>
            </a:gs>
            <a:gs pos="99000">
              <a:srgbClr val="22272E">
                <a:alpha val="100000"/>
              </a:srgbClr>
            </a:gs>
            <a:gs pos="99000">
              <a:srgbClr val="272D36">
                <a:alpha val="100000"/>
              </a:srgbClr>
            </a:gs>
            <a:gs pos="99000">
              <a:srgbClr val="323A45"/>
            </a:gs>
            <a:gs pos="100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Title of your Presentation</a:t>
            </a:r>
            <a:endParaRPr lang="en-US" dirty="0"/>
          </a:p>
        </p:txBody>
      </p:sp>
      <p:sp>
        <p:nvSpPr>
          <p:cNvPr id="3" name="Subtitle 2"/>
          <p:cNvSpPr>
            <a:spLocks noGrp="1"/>
          </p:cNvSpPr>
          <p:nvPr>
            <p:ph type="subTitle" idx="1"/>
          </p:nvPr>
        </p:nvSpPr>
        <p:spPr/>
        <p:txBody>
          <a:bodyPr/>
          <a:lstStyle/>
          <a:p>
            <a:r>
              <a:rPr lang="en-US" dirty="0"/>
              <a:t>A Free Presentation Template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Slide</a:t>
            </a:r>
            <a:endParaRPr lang="en-US" dirty="0"/>
          </a:p>
        </p:txBody>
      </p:sp>
      <p:sp>
        <p:nvSpPr>
          <p:cNvPr id="5" name="Content Placeholder 4"/>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6" name="Date Placeholder 5"/>
          <p:cNvSpPr>
            <a:spLocks noGrp="1"/>
          </p:cNvSpPr>
          <p:nvPr>
            <p:ph type="dt" sz="half" idx="10"/>
          </p:nvPr>
        </p:nvSpPr>
        <p:spPr/>
        <p:txBody>
          <a:bodyPr/>
          <a:lstStyle/>
          <a:p>
            <a:r>
              <a:rPr lang="en-US"/>
              <a:t>Date</a:t>
            </a:r>
            <a:endParaRPr lang="en-US"/>
          </a:p>
        </p:txBody>
      </p:sp>
      <p:sp>
        <p:nvSpPr>
          <p:cNvPr id="7" name="Footer Placeholder 6"/>
          <p:cNvSpPr>
            <a:spLocks noGrp="1"/>
          </p:cNvSpPr>
          <p:nvPr>
            <p:ph type="ftr" sz="quarter" idx="11"/>
          </p:nvPr>
        </p:nvSpPr>
        <p:spPr/>
        <p:txBody>
          <a:bodyPr/>
          <a:lstStyle/>
          <a:p>
            <a:r>
              <a:rPr lang="en-US"/>
              <a:t>Your Footer Here</a:t>
            </a:r>
            <a:endParaRPr lang="en-US"/>
          </a:p>
        </p:txBody>
      </p:sp>
      <p:sp>
        <p:nvSpPr>
          <p:cNvPr id="8" name="Slide Number Placeholder 7"/>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Slide</a:t>
            </a:r>
            <a:endParaRPr lang="en-US" dirty="0"/>
          </a:p>
        </p:txBody>
      </p:sp>
      <p:sp>
        <p:nvSpPr>
          <p:cNvPr id="5" name="Content Placeholder 4"/>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2" name="Date Placeholder 1"/>
          <p:cNvSpPr>
            <a:spLocks noGrp="1"/>
          </p:cNvSpPr>
          <p:nvPr>
            <p:ph type="dt" sz="half" idx="10"/>
          </p:nvPr>
        </p:nvSpPr>
        <p:spPr/>
        <p:txBody>
          <a:bodyPr/>
          <a:lstStyle/>
          <a:p>
            <a:r>
              <a:rPr lang="en-US"/>
              <a:t>Date</a:t>
            </a:r>
            <a:endParaRPr lang="en-US"/>
          </a:p>
        </p:txBody>
      </p:sp>
      <p:sp>
        <p:nvSpPr>
          <p:cNvPr id="3" name="Footer Placeholder 2"/>
          <p:cNvSpPr>
            <a:spLocks noGrp="1"/>
          </p:cNvSpPr>
          <p:nvPr>
            <p:ph type="ftr" sz="quarter" idx="11"/>
          </p:nvPr>
        </p:nvSpPr>
        <p:spPr/>
        <p:txBody>
          <a:bodyPr/>
          <a:lstStyle/>
          <a:p>
            <a:r>
              <a:rPr lang="en-US"/>
              <a:t>Your Footer Here</a:t>
            </a:r>
            <a:endParaRPr lang="en-US"/>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Section</a:t>
            </a:r>
            <a:endParaRPr lang="en-US" dirty="0"/>
          </a:p>
        </p:txBody>
      </p:sp>
      <p:sp>
        <p:nvSpPr>
          <p:cNvPr id="5" name="Text Placeholder 4"/>
          <p:cNvSpPr>
            <a:spLocks noGrp="1"/>
          </p:cNvSpPr>
          <p:nvPr>
            <p:ph type="body" idx="1"/>
          </p:nvPr>
        </p:nvSpPr>
        <p:spPr/>
        <p:txBody>
          <a:bodyPr/>
          <a:lstStyle/>
          <a:p>
            <a:r>
              <a:rPr lang="en-US" dirty="0"/>
              <a:t>Here goes the subtitle of your section</a:t>
            </a:r>
            <a:endParaRPr lang="en-US" dirty="0"/>
          </a:p>
        </p:txBody>
      </p:sp>
      <p:sp>
        <p:nvSpPr>
          <p:cNvPr id="6" name="Date Placeholder 5"/>
          <p:cNvSpPr>
            <a:spLocks noGrp="1"/>
          </p:cNvSpPr>
          <p:nvPr>
            <p:ph type="dt" sz="half" idx="10"/>
          </p:nvPr>
        </p:nvSpPr>
        <p:spPr/>
        <p:txBody>
          <a:bodyPr/>
          <a:lstStyle/>
          <a:p>
            <a:r>
              <a:rPr lang="en-US"/>
              <a:t>Date</a:t>
            </a:r>
            <a:endParaRPr lang="en-US"/>
          </a:p>
        </p:txBody>
      </p:sp>
      <p:sp>
        <p:nvSpPr>
          <p:cNvPr id="7" name="Footer Placeholder 6"/>
          <p:cNvSpPr>
            <a:spLocks noGrp="1"/>
          </p:cNvSpPr>
          <p:nvPr>
            <p:ph type="ftr" sz="quarter" idx="11"/>
          </p:nvPr>
        </p:nvSpPr>
        <p:spPr/>
        <p:txBody>
          <a:bodyPr/>
          <a:lstStyle/>
          <a:p>
            <a:r>
              <a:rPr lang="en-US"/>
              <a:t>Your Footer Here</a:t>
            </a:r>
            <a:endParaRPr lang="en-US"/>
          </a:p>
        </p:txBody>
      </p:sp>
      <p:sp>
        <p:nvSpPr>
          <p:cNvPr id="8" name="Slide Number Placeholder 7"/>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Section</a:t>
            </a:r>
            <a:endParaRPr lang="en-US" dirty="0"/>
          </a:p>
        </p:txBody>
      </p:sp>
      <p:sp>
        <p:nvSpPr>
          <p:cNvPr id="5" name="Text Placeholder 4"/>
          <p:cNvSpPr>
            <a:spLocks noGrp="1"/>
          </p:cNvSpPr>
          <p:nvPr>
            <p:ph type="body" idx="1"/>
          </p:nvPr>
        </p:nvSpPr>
        <p:spPr/>
        <p:txBody>
          <a:bodyPr/>
          <a:lstStyle/>
          <a:p>
            <a:r>
              <a:rPr lang="en-US" dirty="0"/>
              <a:t>Here goes the subtitle of your section</a:t>
            </a:r>
            <a:endParaRPr lang="en-US" dirty="0"/>
          </a:p>
        </p:txBody>
      </p:sp>
      <p:sp>
        <p:nvSpPr>
          <p:cNvPr id="2" name="Date Placeholder 1"/>
          <p:cNvSpPr>
            <a:spLocks noGrp="1"/>
          </p:cNvSpPr>
          <p:nvPr>
            <p:ph type="dt" sz="half" idx="10"/>
          </p:nvPr>
        </p:nvSpPr>
        <p:spPr/>
        <p:txBody>
          <a:bodyPr/>
          <a:lstStyle/>
          <a:p>
            <a:r>
              <a:rPr lang="en-US"/>
              <a:t>Date</a:t>
            </a:r>
            <a:endParaRPr lang="en-US"/>
          </a:p>
        </p:txBody>
      </p:sp>
      <p:sp>
        <p:nvSpPr>
          <p:cNvPr id="3" name="Footer Placeholder 2"/>
          <p:cNvSpPr>
            <a:spLocks noGrp="1"/>
          </p:cNvSpPr>
          <p:nvPr>
            <p:ph type="ftr" sz="quarter" idx="11"/>
          </p:nvPr>
        </p:nvSpPr>
        <p:spPr/>
        <p:txBody>
          <a:bodyPr/>
          <a:lstStyle/>
          <a:p>
            <a:r>
              <a:rPr lang="en-US"/>
              <a:t>Your Footer Here</a:t>
            </a:r>
            <a:endParaRPr lang="en-US"/>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en-US" dirty="0"/>
          </a:p>
        </p:txBody>
      </p:sp>
      <p:sp>
        <p:nvSpPr>
          <p:cNvPr id="3" name="Text Placeholder 2"/>
          <p:cNvSpPr>
            <a:spLocks noGrp="1"/>
          </p:cNvSpPr>
          <p:nvPr>
            <p:ph type="body" idx="1"/>
          </p:nvPr>
        </p:nvSpPr>
        <p:spPr/>
        <p:txBody>
          <a:bodyPr/>
          <a:lstStyle/>
          <a:p>
            <a:r>
              <a:rPr lang="en-US" noProof="1"/>
              <a:t>Lorem ipsum dolor sit amet, tollit epicuri est ex, exerci accumsan singulis ei mel.</a:t>
            </a:r>
            <a:endParaRPr lang="en-US" noProof="1"/>
          </a:p>
        </p:txBody>
      </p:sp>
      <p:sp>
        <p:nvSpPr>
          <p:cNvPr id="4" name="Date Placeholder 3"/>
          <p:cNvSpPr>
            <a:spLocks noGrp="1"/>
          </p:cNvSpPr>
          <p:nvPr>
            <p:ph type="dt" sz="half" idx="10"/>
          </p:nvPr>
        </p:nvSpPr>
        <p:spPr/>
        <p:txBody>
          <a:bodyPr/>
          <a:lstStyle/>
          <a:p>
            <a:r>
              <a:rPr lang="en-US"/>
              <a:t>Date</a:t>
            </a:r>
            <a:endParaRPr lang="en-US"/>
          </a:p>
        </p:txBody>
      </p:sp>
      <p:sp>
        <p:nvSpPr>
          <p:cNvPr id="5" name="Footer Placeholder 4"/>
          <p:cNvSpPr>
            <a:spLocks noGrp="1"/>
          </p:cNvSpPr>
          <p:nvPr>
            <p:ph type="ftr" sz="quarter" idx="11"/>
          </p:nvPr>
        </p:nvSpPr>
        <p:spPr/>
        <p:txBody>
          <a:bodyPr/>
          <a:lstStyle/>
          <a:p>
            <a:r>
              <a:rPr lang="en-US"/>
              <a:t>Your Footer Here</a:t>
            </a:r>
            <a:endParaRPr lang="en-US"/>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
        <p:nvSpPr>
          <p:cNvPr id="10" name="Picture Placeholder 9"/>
          <p:cNvSpPr>
            <a:spLocks noGrp="1"/>
          </p:cNvSpPr>
          <p:nvPr>
            <p:ph type="pic" sz="quarter" idx="13"/>
          </p:nvPr>
        </p:nvSpPr>
        <p:spPr/>
      </p:sp>
      <p:sp>
        <p:nvSpPr>
          <p:cNvPr id="8" name="Text Placeholder 7"/>
          <p:cNvSpPr>
            <a:spLocks noGrp="1"/>
          </p:cNvSpPr>
          <p:nvPr>
            <p:ph type="body" sz="quarter" idx="14"/>
          </p:nvPr>
        </p:nvSpPr>
        <p:spPr/>
        <p:txBody>
          <a:bodyPr/>
          <a:lstStyle/>
          <a:p>
            <a:r>
              <a:rPr lang="en-US" dirty="0"/>
              <a:t>First / Last Name</a:t>
            </a:r>
            <a:endParaRPr lang="en-US" dirty="0"/>
          </a:p>
        </p:txBody>
      </p:sp>
      <p:sp>
        <p:nvSpPr>
          <p:cNvPr id="9" name="Text Placeholder 8"/>
          <p:cNvSpPr>
            <a:spLocks noGrp="1"/>
          </p:cNvSpPr>
          <p:nvPr>
            <p:ph type="body" sz="quarter" idx="15"/>
          </p:nvPr>
        </p:nvSpPr>
        <p:spPr/>
        <p:txBody>
          <a:bodyPr/>
          <a:lstStyle/>
          <a:p>
            <a:r>
              <a:rPr lang="en-US" dirty="0"/>
              <a:t>(123) 456-7890</a:t>
            </a:r>
            <a:endParaRPr lang="en-US" dirty="0"/>
          </a:p>
        </p:txBody>
      </p:sp>
      <p:sp>
        <p:nvSpPr>
          <p:cNvPr id="11" name="Text Placeholder 10"/>
          <p:cNvSpPr>
            <a:spLocks noGrp="1"/>
          </p:cNvSpPr>
          <p:nvPr>
            <p:ph type="body" sz="quarter" idx="16"/>
          </p:nvPr>
        </p:nvSpPr>
        <p:spPr/>
        <p:txBody>
          <a:bodyPr/>
          <a:lstStyle/>
          <a:p>
            <a:r>
              <a:rPr lang="en-US" dirty="0"/>
              <a:t>Your Company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idx="4294967295"/>
          </p:nvPr>
        </p:nvSpPr>
        <p:spPr>
          <a:xfrm>
            <a:off x="838200" y="365125"/>
            <a:ext cx="10515600" cy="1325563"/>
          </a:xfrm>
        </p:spPr>
        <p:txBody>
          <a:bodyPr/>
          <a:lstStyle/>
          <a:p>
            <a:r>
              <a:rPr lang="en-US" dirty="0"/>
              <a:t>Color Theme</a:t>
            </a:r>
            <a:endParaRPr lang="en-US" dirty="0"/>
          </a:p>
        </p:txBody>
      </p:sp>
      <p:sp>
        <p:nvSpPr>
          <p:cNvPr id="10" name="Text Placeholder 9"/>
          <p:cNvSpPr>
            <a:spLocks noGrp="1"/>
          </p:cNvSpPr>
          <p:nvPr>
            <p:ph type="body" sz="quarter" idx="4294967295"/>
          </p:nvPr>
        </p:nvSpPr>
        <p:spPr>
          <a:xfrm>
            <a:off x="838199" y="3709150"/>
            <a:ext cx="10515600" cy="1325880"/>
          </a:xfrm>
        </p:spPr>
        <p:txBody>
          <a:bodyPr/>
          <a:lstStyle/>
          <a:p>
            <a:r>
              <a:rPr lang="en-US" dirty="0"/>
              <a:t>Typography</a:t>
            </a:r>
            <a:endParaRPr lang="en-US" dirty="0"/>
          </a:p>
        </p:txBody>
      </p:sp>
      <p:sp>
        <p:nvSpPr>
          <p:cNvPr id="11" name="Text Placeholder 10"/>
          <p:cNvSpPr>
            <a:spLocks noGrp="1"/>
          </p:cNvSpPr>
          <p:nvPr>
            <p:ph type="body" sz="quarter" idx="4294967295"/>
          </p:nvPr>
        </p:nvSpPr>
        <p:spPr>
          <a:xfrm>
            <a:off x="4697757" y="6124726"/>
            <a:ext cx="2394180" cy="564999"/>
          </a:xfrm>
        </p:spPr>
        <p:txBody>
          <a:bodyPr>
            <a:noAutofit/>
          </a:bodyPr>
          <a:lstStyle/>
          <a:p>
            <a:r>
              <a:rPr lang="en-US" dirty="0"/>
              <a:t>Calibri</a:t>
            </a:r>
            <a:endParaRPr lang="en-US" dirty="0"/>
          </a:p>
        </p:txBody>
      </p:sp>
      <p:sp>
        <p:nvSpPr>
          <p:cNvPr id="12" name="Text Placeholder 11"/>
          <p:cNvSpPr>
            <a:spLocks noGrp="1"/>
          </p:cNvSpPr>
          <p:nvPr>
            <p:ph type="body" sz="quarter" idx="4294967295"/>
          </p:nvPr>
        </p:nvSpPr>
        <p:spPr>
          <a:xfrm>
            <a:off x="7685267" y="6124726"/>
            <a:ext cx="2394180" cy="564999"/>
          </a:xfrm>
        </p:spPr>
        <p:txBody>
          <a:bodyPr>
            <a:noAutofit/>
          </a:bodyPr>
          <a:lstStyle/>
          <a:p>
            <a:r>
              <a:rPr lang="en-US" dirty="0"/>
              <a:t>Calibri Light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1302</Words>
  <Application>WPS Presentation</Application>
  <PresentationFormat>Widescreen</PresentationFormat>
  <Paragraphs>70</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SimSun</vt:lpstr>
      <vt:lpstr>Wingdings</vt:lpstr>
      <vt:lpstr>Calibri Light</vt:lpstr>
      <vt:lpstr>Calibri</vt:lpstr>
      <vt:lpstr>Microsoft YaHei</vt:lpstr>
      <vt:lpstr>Arial Unicode MS</vt:lpstr>
      <vt:lpstr>Calibri</vt:lpstr>
      <vt:lpstr>Office Theme</vt:lpstr>
      <vt:lpstr>Title of your Presentation</vt:lpstr>
      <vt:lpstr>Title of your Slide</vt:lpstr>
      <vt:lpstr>Title of your Slide</vt:lpstr>
      <vt:lpstr>Title of your Section</vt:lpstr>
      <vt:lpstr>Title of your Section</vt:lpstr>
      <vt:lpstr>Thank You!</vt:lpstr>
      <vt:lpstr>Color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Admin</dc:creator>
  <cp:lastModifiedBy>Admin</cp:lastModifiedBy>
  <cp:revision>3</cp:revision>
  <dcterms:created xsi:type="dcterms:W3CDTF">2025-07-23T00:59:00Z</dcterms:created>
  <dcterms:modified xsi:type="dcterms:W3CDTF">2026-05-08T08:11:30Z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B640576F05E1469B90AAC164D4D58364_11</vt:lpwstr>
  </property>
  <property fmtid="{D5CDD505-2E9C-101B-9397-08002B2CF9AE}" pid="3" name="KSOProductBuildVer">
    <vt:lpwstr>1033-12.1.0.25862</vt:lpwstr>
  </property>
</Properties>
</file>