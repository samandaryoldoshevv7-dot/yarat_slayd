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3.png"/><Relationship Id="rId2" Type="http://schemas.openxmlformats.org/officeDocument/2006/relationships/tags" Target="../tags/tag15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7.xml"/><Relationship Id="rId7" Type="http://schemas.openxmlformats.org/officeDocument/2006/relationships/image" Target="../media/image8.png"/><Relationship Id="rId6" Type="http://schemas.openxmlformats.org/officeDocument/2006/relationships/tags" Target="../tags/tag26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2.png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" y="0"/>
            <a:ext cx="12169827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8994711" y="4309110"/>
            <a:ext cx="2158430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4284980" y="984885"/>
            <a:ext cx="6929755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76915" y="1054100"/>
            <a:ext cx="642620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90230" y="3277235"/>
            <a:ext cx="448945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24185" y="4663440"/>
            <a:ext cx="819150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88669" y="835660"/>
            <a:ext cx="760203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2475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9485" y="2189480"/>
            <a:ext cx="780415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64320" y="1170305"/>
            <a:ext cx="642620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02309" y="2189480"/>
            <a:ext cx="680448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124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8976049" y="4321810"/>
            <a:ext cx="2177091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059680" y="2042795"/>
            <a:ext cx="6155055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image" Target="../media/image9.png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5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8994711" y="4309110"/>
            <a:ext cx="2158430" cy="511706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11" name="文本占位符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vert="horz" wrap="square" lIns="0" tIns="0" rIns="71755" bIns="0" rtlCol="0" anchor="t" anchorCtr="0">
            <a:normAutofit/>
          </a:bodyPr>
          <a:lstStyle>
            <a:lvl1pPr marL="0" marR="0" lvl="0" indent="-2286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uFillTx/>
                <a:latin typeface="+mj-lt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rgbClr val="253A3F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olidFill>
                  <a:schemeClr val="accent1"/>
                </a:solidFill>
              </a:rPr>
              <a:t>Add description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标题 3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3258820" y="984885"/>
            <a:ext cx="7955915" cy="2830830"/>
          </a:xfrm>
        </p:spPr>
        <p:txBody>
          <a:bodyPr/>
          <a:lstStyle/>
          <a:p>
            <a:r>
              <a:rPr lang="en-US" altLang="zh-CN" dirty="0">
                <a:ea typeface="+mj-ea"/>
              </a:rPr>
              <a:t>Click to add title</a:t>
            </a:r>
            <a:endParaRPr lang="en-US" altLang="zh-CN" dirty="0">
              <a:ea typeface="+mj-ea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477925" y="6314400"/>
            <a:ext cx="2700000" cy="316800"/>
          </a:xfrm>
        </p:spPr>
        <p:txBody>
          <a:bodyPr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7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9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Name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79_1*f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Add description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79_1*b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79_1*a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2.85&quot;,&quot;top&quot;:&quot;118.75&quot;,&quot;width&quot;:&quot;459.25&quot;,&quot;height&quot;:&quot;265.1&quot;}"/>
  <p:tag name="KSO_WM_SLIDE_ID" val="custom2023797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79"/>
  <p:tag name="KSO_WM_SLIDE_LAYOUT" val="a_b_f"/>
  <p:tag name="KSO_WM_SLIDE_LAYOUT_CNT" val="1_1_1"/>
  <p:tag name="KSO_WM_SLIDE_THEME_ID" val="3302786"/>
  <p:tag name="KSO_WM_SLIDE_THEME_NAME" val="Blue Chinoiserie"/>
</p:tagLst>
</file>

<file path=ppt/theme/theme1.xml><?xml version="1.0" encoding="utf-8"?>
<a:theme xmlns:a="http://schemas.openxmlformats.org/drawingml/2006/main" name="1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Manrope ExtraBold</vt:lpstr>
      <vt:lpstr>Alex Brush</vt:lpstr>
      <vt:lpstr>Lato</vt:lpstr>
      <vt:lpstr>Wingdings</vt:lpstr>
      <vt:lpstr>Charis SIL</vt:lpstr>
      <vt:lpstr>Crimson Text SemiBold</vt:lpstr>
      <vt:lpstr>1_Office Theme</vt:lpstr>
      <vt:lpstr>Click to add title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0C3DAE0D13044C0991C67F370F3FCED0_11</vt:lpwstr>
  </property>
  <property fmtid="{D5CDD505-2E9C-101B-9397-08002B2CF9AE}" pid="3" name="KSOProductBuildVer">
    <vt:lpwstr>1033-12.1.0.25862</vt:lpwstr>
  </property>
</Properties>
</file>