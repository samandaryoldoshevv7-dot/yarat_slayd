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 userDrawn="1"/>
        </p:nvSpPr>
        <p:spPr>
          <a:xfrm rot="5400000">
            <a:off x="248295" y="-248299"/>
            <a:ext cx="6121492" cy="6618088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488624" y="325272"/>
            <a:ext cx="3868224" cy="2265528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8274867" y="4206240"/>
            <a:ext cx="3078933" cy="2150110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 rot="5400000">
            <a:off x="1188263" y="-1188270"/>
            <a:ext cx="6858002" cy="9234538"/>
          </a:xfrm>
          <a:custGeom>
            <a:avLst/>
            <a:gdLst>
              <a:gd name="connsiteX0" fmla="*/ 0 w 6858002"/>
              <a:gd name="connsiteY0" fmla="*/ 9234538 h 9234538"/>
              <a:gd name="connsiteX1" fmla="*/ 0 w 6858002"/>
              <a:gd name="connsiteY1" fmla="*/ 0 h 9234538"/>
              <a:gd name="connsiteX2" fmla="*/ 6858002 w 6858002"/>
              <a:gd name="connsiteY2" fmla="*/ 8132832 h 9234538"/>
              <a:gd name="connsiteX3" fmla="*/ 6858002 w 6858002"/>
              <a:gd name="connsiteY3" fmla="*/ 9234538 h 923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2" h="9234538">
                <a:moveTo>
                  <a:pt x="0" y="9234538"/>
                </a:moveTo>
                <a:lnTo>
                  <a:pt x="0" y="0"/>
                </a:lnTo>
                <a:lnTo>
                  <a:pt x="6858002" y="8132832"/>
                </a:lnTo>
                <a:lnTo>
                  <a:pt x="6858002" y="92345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07818" y="365126"/>
            <a:ext cx="7525856" cy="8299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307817" y="1293878"/>
            <a:ext cx="4309449" cy="2843556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2" name="Content Placeholder 2"/>
          <p:cNvSpPr>
            <a:spLocks noGrp="1"/>
          </p:cNvSpPr>
          <p:nvPr>
            <p:ph idx="13"/>
          </p:nvPr>
        </p:nvSpPr>
        <p:spPr>
          <a:xfrm>
            <a:off x="7833674" y="3675707"/>
            <a:ext cx="3908669" cy="2507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 rot="5400000">
            <a:off x="777242" y="-777240"/>
            <a:ext cx="6858000" cy="8412482"/>
          </a:xfrm>
          <a:custGeom>
            <a:avLst/>
            <a:gdLst>
              <a:gd name="connsiteX0" fmla="*/ 0 w 6858000"/>
              <a:gd name="connsiteY0" fmla="*/ 8401620 h 8401620"/>
              <a:gd name="connsiteX1" fmla="*/ 0 w 6858000"/>
              <a:gd name="connsiteY1" fmla="*/ 0 h 8401620"/>
              <a:gd name="connsiteX2" fmla="*/ 6858000 w 6858000"/>
              <a:gd name="connsiteY2" fmla="*/ 8320160 h 8401620"/>
              <a:gd name="connsiteX3" fmla="*/ 6858000 w 6858000"/>
              <a:gd name="connsiteY3" fmla="*/ 8401620 h 8401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8401620">
                <a:moveTo>
                  <a:pt x="0" y="8401620"/>
                </a:moveTo>
                <a:lnTo>
                  <a:pt x="0" y="0"/>
                </a:lnTo>
                <a:lnTo>
                  <a:pt x="6858000" y="8320160"/>
                </a:lnTo>
                <a:lnTo>
                  <a:pt x="6858000" y="84016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62139" y="365125"/>
            <a:ext cx="7791261" cy="1279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362140" y="1736726"/>
            <a:ext cx="3422210" cy="4356256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2" name="Content Placeholder 2"/>
          <p:cNvSpPr>
            <a:spLocks noGrp="1"/>
          </p:cNvSpPr>
          <p:nvPr>
            <p:ph idx="13"/>
          </p:nvPr>
        </p:nvSpPr>
        <p:spPr>
          <a:xfrm>
            <a:off x="7985156" y="3340728"/>
            <a:ext cx="3711923" cy="27522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 userDrawn="1"/>
        </p:nvSpPr>
        <p:spPr>
          <a:xfrm rot="16200000">
            <a:off x="5432080" y="98078"/>
            <a:ext cx="6615065" cy="6904776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505323" y="3072177"/>
            <a:ext cx="4180772" cy="2186636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491335" y="5436664"/>
            <a:ext cx="5194759" cy="74183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 rot="16200000">
            <a:off x="5274398" y="-59602"/>
            <a:ext cx="6858000" cy="6977204"/>
          </a:xfrm>
          <a:custGeom>
            <a:avLst/>
            <a:gdLst>
              <a:gd name="connsiteX0" fmla="*/ 6858000 w 6858000"/>
              <a:gd name="connsiteY0" fmla="*/ 6787541 h 6977204"/>
              <a:gd name="connsiteX1" fmla="*/ 6858000 w 6858000"/>
              <a:gd name="connsiteY1" fmla="*/ 6977204 h 6977204"/>
              <a:gd name="connsiteX2" fmla="*/ 0 w 6858000"/>
              <a:gd name="connsiteY2" fmla="*/ 6977204 h 6977204"/>
              <a:gd name="connsiteX3" fmla="*/ 0 w 6858000"/>
              <a:gd name="connsiteY3" fmla="*/ 0 h 697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6977204">
                <a:moveTo>
                  <a:pt x="6858000" y="6787541"/>
                </a:moveTo>
                <a:lnTo>
                  <a:pt x="6858000" y="6977204"/>
                </a:lnTo>
                <a:lnTo>
                  <a:pt x="0" y="69772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432895" y="3790506"/>
            <a:ext cx="4195860" cy="1813739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645244" y="5675892"/>
            <a:ext cx="4983511" cy="769544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 userDrawn="1"/>
        </p:nvSpPr>
        <p:spPr>
          <a:xfrm rot="10800000">
            <a:off x="4093908" y="-1"/>
            <a:ext cx="8098091" cy="6536603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998301" y="648874"/>
            <a:ext cx="5653508" cy="1205517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7727511" y="1954324"/>
            <a:ext cx="3924298" cy="788054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9982200" y="4775463"/>
            <a:ext cx="1333500" cy="133350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10020300" y="3887476"/>
            <a:ext cx="13335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0020300" y="4114809"/>
            <a:ext cx="13335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10020300" y="4342142"/>
            <a:ext cx="13335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624" y="325272"/>
            <a:ext cx="3868224" cy="2265528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4867" y="4744016"/>
            <a:ext cx="3078933" cy="1059255"/>
          </a:xfrm>
        </p:spPr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818" y="365126"/>
            <a:ext cx="7525856" cy="829932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7817" y="1293878"/>
            <a:ext cx="4309449" cy="2843556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12" name="Content Placeholder 11"/>
          <p:cNvSpPr>
            <a:spLocks noGrp="1"/>
          </p:cNvSpPr>
          <p:nvPr>
            <p:ph idx="13"/>
          </p:nvPr>
        </p:nvSpPr>
        <p:spPr>
          <a:xfrm>
            <a:off x="7833674" y="3675707"/>
            <a:ext cx="3908669" cy="2507810"/>
          </a:xfrm>
        </p:spPr>
        <p:txBody>
          <a:bodyPr>
            <a:normAutofit fontScale="92500" lnSpcReduction="10000"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2139" y="365125"/>
            <a:ext cx="7791261" cy="1279525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61950" y="1736725"/>
            <a:ext cx="4114800" cy="4356100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12" name="Content Placeholder 11"/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05323" y="3072177"/>
            <a:ext cx="4180772" cy="2186636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491335" y="5436664"/>
            <a:ext cx="5194759" cy="741835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32895" y="3790506"/>
            <a:ext cx="4195860" cy="1813739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645244" y="5675892"/>
            <a:ext cx="4983511" cy="769544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8301" y="648874"/>
            <a:ext cx="5653508" cy="1205517"/>
          </a:xfrm>
        </p:spPr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27511" y="1954324"/>
            <a:ext cx="3924298" cy="788054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10020300" y="3887476"/>
            <a:ext cx="1333500" cy="228600"/>
          </a:xfrm>
        </p:spPr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10020300" y="4114809"/>
            <a:ext cx="1333500" cy="228600"/>
          </a:xfrm>
        </p:spPr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0020300" y="4342142"/>
            <a:ext cx="1333500" cy="228600"/>
          </a:xfrm>
        </p:spPr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WPS Presentation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BEFB35EF12EE4925A83F4E8AD634A441_11</vt:lpwstr>
  </property>
  <property fmtid="{D5CDD505-2E9C-101B-9397-08002B2CF9AE}" pid="3" name="KSOProductBuildVer">
    <vt:lpwstr>1033-12.1.0.25862</vt:lpwstr>
  </property>
</Properties>
</file>