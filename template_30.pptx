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85.xml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tags" Target="../tags/tag88.xml"/><Relationship Id="rId11" Type="http://schemas.openxmlformats.org/officeDocument/2006/relationships/tags" Target="../tags/tag87.xml"/><Relationship Id="rId10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18" hasCustomPrompt="1"/>
            <p:custDataLst>
              <p:tags r:id="rId2"/>
            </p:custDataLst>
          </p:nvPr>
        </p:nvSpPr>
        <p:spPr>
          <a:xfrm>
            <a:off x="1200785" y="745490"/>
            <a:ext cx="7195820" cy="352488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5400" b="0" i="0" u="none" strike="noStrike" kern="1200" cap="none" spc="0" normalizeH="0" baseline="0" noProof="1" dirty="0" err="1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18900000" scaled="0"/>
                </a:gra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副标题"/>
          <p:cNvSpPr txBox="1">
            <a:spLocks noGrp="1"/>
          </p:cNvSpPr>
          <p:nvPr>
            <p:ph type="body" idx="17" hasCustomPrompt="1"/>
            <p:custDataLst>
              <p:tags r:id="rId3"/>
            </p:custDataLst>
          </p:nvPr>
        </p:nvSpPr>
        <p:spPr>
          <a:xfrm>
            <a:off x="1200785" y="4317365"/>
            <a:ext cx="7196455" cy="91884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0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16200000" scaled="0"/>
                </a:gradFill>
                <a:latin typeface="+mj-lt"/>
              </a:defRPr>
            </a:lvl1pPr>
          </a:lstStyle>
          <a:p>
            <a:pPr lvl="0" algn="l"/>
            <a:r>
              <a:rPr>
                <a:latin typeface="+mj-lt"/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34" name="任意多边形: 形状 33"/>
          <p:cNvSpPr/>
          <p:nvPr userDrawn="1">
            <p:custDataLst>
              <p:tags r:id="rId4"/>
            </p:custDataLst>
          </p:nvPr>
        </p:nvSpPr>
        <p:spPr>
          <a:xfrm>
            <a:off x="4524647" y="-14513"/>
            <a:ext cx="2939329" cy="1192893"/>
          </a:xfrm>
          <a:custGeom>
            <a:avLst/>
            <a:gdLst>
              <a:gd name="connsiteX0" fmla="*/ 0 w 2939329"/>
              <a:gd name="connsiteY0" fmla="*/ 0 h 1192893"/>
              <a:gd name="connsiteX1" fmla="*/ 2939329 w 2939329"/>
              <a:gd name="connsiteY1" fmla="*/ 0 h 1192893"/>
              <a:gd name="connsiteX2" fmla="*/ 2903922 w 2939329"/>
              <a:gd name="connsiteY2" fmla="*/ 137700 h 1192893"/>
              <a:gd name="connsiteX3" fmla="*/ 1469664 w 2939329"/>
              <a:gd name="connsiteY3" fmla="*/ 1192893 h 1192893"/>
              <a:gd name="connsiteX4" fmla="*/ 35406 w 2939329"/>
              <a:gd name="connsiteY4" fmla="*/ 137700 h 1192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9329" h="1192893">
                <a:moveTo>
                  <a:pt x="0" y="0"/>
                </a:moveTo>
                <a:lnTo>
                  <a:pt x="2939329" y="0"/>
                </a:lnTo>
                <a:lnTo>
                  <a:pt x="2903922" y="137700"/>
                </a:lnTo>
                <a:cubicBezTo>
                  <a:pt x="2713780" y="749025"/>
                  <a:pt x="2143557" y="1192893"/>
                  <a:pt x="1469664" y="1192893"/>
                </a:cubicBezTo>
                <a:cubicBezTo>
                  <a:pt x="795771" y="1192893"/>
                  <a:pt x="225548" y="749025"/>
                  <a:pt x="35406" y="137700"/>
                </a:cubicBezTo>
                <a:close/>
              </a:path>
            </a:pathLst>
          </a:cu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50000"/>
                </a:schemeClr>
              </a:gs>
              <a:gs pos="82000">
                <a:schemeClr val="accent2">
                  <a:alpha val="90000"/>
                </a:schemeClr>
              </a:gs>
              <a:gs pos="88000">
                <a:schemeClr val="accent1">
                  <a:alpha val="9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7268904" y="2974639"/>
            <a:ext cx="454361" cy="454361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椭圆 6"/>
          <p:cNvSpPr/>
          <p:nvPr>
            <p:custDataLst>
              <p:tags r:id="rId6"/>
            </p:custDataLst>
          </p:nvPr>
        </p:nvSpPr>
        <p:spPr>
          <a:xfrm flipH="1" flipV="1">
            <a:off x="10270471" y="3781107"/>
            <a:ext cx="720744" cy="720744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任意多边形: 形状 37"/>
          <p:cNvSpPr/>
          <p:nvPr>
            <p:custDataLst>
              <p:tags r:id="rId7"/>
            </p:custDataLst>
          </p:nvPr>
        </p:nvSpPr>
        <p:spPr>
          <a:xfrm flipH="1" flipV="1">
            <a:off x="11187520" y="967176"/>
            <a:ext cx="1004480" cy="1725224"/>
          </a:xfrm>
          <a:custGeom>
            <a:avLst/>
            <a:gdLst>
              <a:gd name="connsiteX0" fmla="*/ 141868 w 1004480"/>
              <a:gd name="connsiteY0" fmla="*/ 1725224 h 1725224"/>
              <a:gd name="connsiteX1" fmla="*/ 53671 w 1004480"/>
              <a:gd name="connsiteY1" fmla="*/ 1720770 h 1725224"/>
              <a:gd name="connsiteX2" fmla="*/ 0 w 1004480"/>
              <a:gd name="connsiteY2" fmla="*/ 1712579 h 1725224"/>
              <a:gd name="connsiteX3" fmla="*/ 0 w 1004480"/>
              <a:gd name="connsiteY3" fmla="*/ 12645 h 1725224"/>
              <a:gd name="connsiteX4" fmla="*/ 53671 w 1004480"/>
              <a:gd name="connsiteY4" fmla="*/ 4454 h 1725224"/>
              <a:gd name="connsiteX5" fmla="*/ 141868 w 1004480"/>
              <a:gd name="connsiteY5" fmla="*/ 0 h 1725224"/>
              <a:gd name="connsiteX6" fmla="*/ 1004480 w 1004480"/>
              <a:gd name="connsiteY6" fmla="*/ 862612 h 1725224"/>
              <a:gd name="connsiteX7" fmla="*/ 141868 w 1004480"/>
              <a:gd name="connsiteY7" fmla="*/ 1725224 h 1725224"/>
              <a:gd name="connsiteX0-1" fmla="*/ 440632 w 1303244"/>
              <a:gd name="connsiteY0-2" fmla="*/ 1725224 h 1725224"/>
              <a:gd name="connsiteX1-3" fmla="*/ 352435 w 1303244"/>
              <a:gd name="connsiteY1-4" fmla="*/ 1720770 h 1725224"/>
              <a:gd name="connsiteX2-5" fmla="*/ 0 w 1303244"/>
              <a:gd name="connsiteY2-6" fmla="*/ 1160318 h 1725224"/>
              <a:gd name="connsiteX3-7" fmla="*/ 298764 w 1303244"/>
              <a:gd name="connsiteY3-8" fmla="*/ 12645 h 1725224"/>
              <a:gd name="connsiteX4-9" fmla="*/ 352435 w 1303244"/>
              <a:gd name="connsiteY4-10" fmla="*/ 4454 h 1725224"/>
              <a:gd name="connsiteX5-11" fmla="*/ 440632 w 1303244"/>
              <a:gd name="connsiteY5-12" fmla="*/ 0 h 1725224"/>
              <a:gd name="connsiteX6-13" fmla="*/ 1303244 w 1303244"/>
              <a:gd name="connsiteY6-14" fmla="*/ 862612 h 1725224"/>
              <a:gd name="connsiteX7-15" fmla="*/ 440632 w 1303244"/>
              <a:gd name="connsiteY7-16" fmla="*/ 1725224 h 1725224"/>
              <a:gd name="connsiteX0-17" fmla="*/ 0 w 1303244"/>
              <a:gd name="connsiteY0-18" fmla="*/ 1160318 h 1725224"/>
              <a:gd name="connsiteX1-19" fmla="*/ 298764 w 1303244"/>
              <a:gd name="connsiteY1-20" fmla="*/ 12645 h 1725224"/>
              <a:gd name="connsiteX2-21" fmla="*/ 352435 w 1303244"/>
              <a:gd name="connsiteY2-22" fmla="*/ 4454 h 1725224"/>
              <a:gd name="connsiteX3-23" fmla="*/ 440632 w 1303244"/>
              <a:gd name="connsiteY3-24" fmla="*/ 0 h 1725224"/>
              <a:gd name="connsiteX4-25" fmla="*/ 1303244 w 1303244"/>
              <a:gd name="connsiteY4-26" fmla="*/ 862612 h 1725224"/>
              <a:gd name="connsiteX5-27" fmla="*/ 440632 w 1303244"/>
              <a:gd name="connsiteY5-28" fmla="*/ 1725224 h 1725224"/>
              <a:gd name="connsiteX6-29" fmla="*/ 352435 w 1303244"/>
              <a:gd name="connsiteY6-30" fmla="*/ 1720770 h 1725224"/>
              <a:gd name="connsiteX7-31" fmla="*/ 91440 w 1303244"/>
              <a:gd name="connsiteY7-32" fmla="*/ 1251758 h 1725224"/>
              <a:gd name="connsiteX0-33" fmla="*/ 3330 w 1306574"/>
              <a:gd name="connsiteY0-34" fmla="*/ 1160318 h 1725224"/>
              <a:gd name="connsiteX1-35" fmla="*/ 0 w 1306574"/>
              <a:gd name="connsiteY1-36" fmla="*/ 1140396 h 1725224"/>
              <a:gd name="connsiteX2-37" fmla="*/ 302094 w 1306574"/>
              <a:gd name="connsiteY2-38" fmla="*/ 12645 h 1725224"/>
              <a:gd name="connsiteX3-39" fmla="*/ 355765 w 1306574"/>
              <a:gd name="connsiteY3-40" fmla="*/ 4454 h 1725224"/>
              <a:gd name="connsiteX4-41" fmla="*/ 443962 w 1306574"/>
              <a:gd name="connsiteY4-42" fmla="*/ 0 h 1725224"/>
              <a:gd name="connsiteX5-43" fmla="*/ 1306574 w 1306574"/>
              <a:gd name="connsiteY5-44" fmla="*/ 862612 h 1725224"/>
              <a:gd name="connsiteX6-45" fmla="*/ 443962 w 1306574"/>
              <a:gd name="connsiteY6-46" fmla="*/ 1725224 h 1725224"/>
              <a:gd name="connsiteX7-47" fmla="*/ 355765 w 1306574"/>
              <a:gd name="connsiteY7-48" fmla="*/ 1720770 h 1725224"/>
              <a:gd name="connsiteX8" fmla="*/ 94770 w 1306574"/>
              <a:gd name="connsiteY8" fmla="*/ 1251758 h 1725224"/>
              <a:gd name="connsiteX0-49" fmla="*/ 0 w 1303244"/>
              <a:gd name="connsiteY0-50" fmla="*/ 1160318 h 1725224"/>
              <a:gd name="connsiteX1-51" fmla="*/ 298764 w 1303244"/>
              <a:gd name="connsiteY1-52" fmla="*/ 12645 h 1725224"/>
              <a:gd name="connsiteX2-53" fmla="*/ 352435 w 1303244"/>
              <a:gd name="connsiteY2-54" fmla="*/ 4454 h 1725224"/>
              <a:gd name="connsiteX3-55" fmla="*/ 440632 w 1303244"/>
              <a:gd name="connsiteY3-56" fmla="*/ 0 h 1725224"/>
              <a:gd name="connsiteX4-57" fmla="*/ 1303244 w 1303244"/>
              <a:gd name="connsiteY4-58" fmla="*/ 862612 h 1725224"/>
              <a:gd name="connsiteX5-59" fmla="*/ 440632 w 1303244"/>
              <a:gd name="connsiteY5-60" fmla="*/ 1725224 h 1725224"/>
              <a:gd name="connsiteX6-61" fmla="*/ 352435 w 1303244"/>
              <a:gd name="connsiteY6-62" fmla="*/ 1720770 h 1725224"/>
              <a:gd name="connsiteX7-63" fmla="*/ 91440 w 1303244"/>
              <a:gd name="connsiteY7-64" fmla="*/ 1251758 h 1725224"/>
              <a:gd name="connsiteX0-65" fmla="*/ 207324 w 1211804"/>
              <a:gd name="connsiteY0-66" fmla="*/ 12645 h 1725224"/>
              <a:gd name="connsiteX1-67" fmla="*/ 260995 w 1211804"/>
              <a:gd name="connsiteY1-68" fmla="*/ 4454 h 1725224"/>
              <a:gd name="connsiteX2-69" fmla="*/ 349192 w 1211804"/>
              <a:gd name="connsiteY2-70" fmla="*/ 0 h 1725224"/>
              <a:gd name="connsiteX3-71" fmla="*/ 1211804 w 1211804"/>
              <a:gd name="connsiteY3-72" fmla="*/ 862612 h 1725224"/>
              <a:gd name="connsiteX4-73" fmla="*/ 349192 w 1211804"/>
              <a:gd name="connsiteY4-74" fmla="*/ 1725224 h 1725224"/>
              <a:gd name="connsiteX5-75" fmla="*/ 260995 w 1211804"/>
              <a:gd name="connsiteY5-76" fmla="*/ 1720770 h 1725224"/>
              <a:gd name="connsiteX6-77" fmla="*/ 0 w 1211804"/>
              <a:gd name="connsiteY6-78" fmla="*/ 1251758 h 1725224"/>
              <a:gd name="connsiteX0-79" fmla="*/ 0 w 1004480"/>
              <a:gd name="connsiteY0-80" fmla="*/ 12645 h 1725224"/>
              <a:gd name="connsiteX1-81" fmla="*/ 53671 w 1004480"/>
              <a:gd name="connsiteY1-82" fmla="*/ 4454 h 1725224"/>
              <a:gd name="connsiteX2-83" fmla="*/ 141868 w 1004480"/>
              <a:gd name="connsiteY2-84" fmla="*/ 0 h 1725224"/>
              <a:gd name="connsiteX3-85" fmla="*/ 1004480 w 1004480"/>
              <a:gd name="connsiteY3-86" fmla="*/ 862612 h 1725224"/>
              <a:gd name="connsiteX4-87" fmla="*/ 141868 w 1004480"/>
              <a:gd name="connsiteY4-88" fmla="*/ 1725224 h 1725224"/>
              <a:gd name="connsiteX5-89" fmla="*/ 53671 w 1004480"/>
              <a:gd name="connsiteY5-90" fmla="*/ 1720770 h 17252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04480" h="1725224">
                <a:moveTo>
                  <a:pt x="0" y="12645"/>
                </a:moveTo>
                <a:lnTo>
                  <a:pt x="53671" y="4454"/>
                </a:lnTo>
                <a:cubicBezTo>
                  <a:pt x="82669" y="1509"/>
                  <a:pt x="112093" y="0"/>
                  <a:pt x="141868" y="0"/>
                </a:cubicBezTo>
                <a:cubicBezTo>
                  <a:pt x="618275" y="0"/>
                  <a:pt x="1004480" y="386205"/>
                  <a:pt x="1004480" y="862612"/>
                </a:cubicBezTo>
                <a:cubicBezTo>
                  <a:pt x="1004480" y="1339019"/>
                  <a:pt x="618275" y="1725224"/>
                  <a:pt x="141868" y="1725224"/>
                </a:cubicBezTo>
                <a:cubicBezTo>
                  <a:pt x="112093" y="1725224"/>
                  <a:pt x="82669" y="1723715"/>
                  <a:pt x="53671" y="1720770"/>
                </a:cubicBezTo>
              </a:path>
            </a:pathLst>
          </a:custGeom>
          <a:gradFill flip="none" rotWithShape="1">
            <a:gsLst>
              <a:gs pos="34000">
                <a:schemeClr val="tx2">
                  <a:alpha val="0"/>
                </a:schemeClr>
              </a:gs>
              <a:gs pos="55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90000">
                <a:schemeClr val="accent1">
                  <a:alpha val="80000"/>
                </a:schemeClr>
              </a:gs>
              <a:gs pos="100000">
                <a:schemeClr val="accent1">
                  <a:alpha val="80000"/>
                </a:schemeClr>
              </a:gs>
            </a:gsLst>
            <a:lin ang="900000" scaled="0"/>
            <a:tileRect/>
          </a:gradFill>
          <a:ln w="22225">
            <a:gradFill>
              <a:gsLst>
                <a:gs pos="0">
                  <a:schemeClr val="bg2"/>
                </a:gs>
                <a:gs pos="53000">
                  <a:schemeClr val="accent3"/>
                </a:gs>
                <a:gs pos="100000">
                  <a:schemeClr val="bg2"/>
                </a:gs>
              </a:gsLst>
              <a:lin ang="5400000" scaled="1"/>
            </a:gradFill>
            <a:headEnd w="lg" len="lg"/>
            <a:tail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8870607" y="-14514"/>
            <a:ext cx="1169923" cy="5932714"/>
          </a:xfrm>
          <a:prstGeom prst="rect">
            <a:avLst/>
          </a:prstGeom>
          <a:gradFill>
            <a:gsLst>
              <a:gs pos="95000">
                <a:schemeClr val="accent2">
                  <a:lumMod val="90000"/>
                  <a:lumOff val="10000"/>
                </a:schemeClr>
              </a:gs>
              <a:gs pos="98000">
                <a:schemeClr val="accent2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  <a:gs pos="2000">
                <a:schemeClr val="accent2">
                  <a:lumMod val="75000"/>
                </a:schemeClr>
              </a:gs>
              <a:gs pos="0">
                <a:schemeClr val="accent2">
                  <a:lumMod val="75000"/>
                </a:schemeClr>
              </a:gs>
              <a:gs pos="5000">
                <a:schemeClr val="accent2">
                  <a:lumMod val="90000"/>
                  <a:lumOff val="10000"/>
                </a:schemeClr>
              </a:gs>
              <a:gs pos="50000">
                <a:schemeClr val="accent1"/>
              </a:gs>
              <a:gs pos="10000">
                <a:schemeClr val="accent1"/>
              </a:gs>
              <a:gs pos="90000">
                <a:schemeClr val="accent1"/>
              </a:gs>
            </a:gsLst>
            <a:lin ang="0" scaled="0"/>
          </a:gradFill>
          <a:ln w="47625">
            <a:noFill/>
          </a:ln>
          <a:effectLst>
            <a:glow rad="444500">
              <a:schemeClr val="accent2">
                <a:lumMod val="50000"/>
                <a:alpha val="54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梯形 9"/>
          <p:cNvSpPr/>
          <p:nvPr>
            <p:custDataLst>
              <p:tags r:id="rId9"/>
            </p:custDataLst>
          </p:nvPr>
        </p:nvSpPr>
        <p:spPr>
          <a:xfrm>
            <a:off x="7975110" y="5918201"/>
            <a:ext cx="2960915" cy="443386"/>
          </a:xfrm>
          <a:prstGeom prst="trapezoid">
            <a:avLst>
              <a:gd name="adj" fmla="val 205096"/>
            </a:avLst>
          </a:prstGeom>
          <a:gradFill>
            <a:gsLst>
              <a:gs pos="85000">
                <a:schemeClr val="accent2">
                  <a:lumMod val="75000"/>
                  <a:alpha val="70000"/>
                </a:schemeClr>
              </a:gs>
              <a:gs pos="15000">
                <a:schemeClr val="accent2">
                  <a:lumMod val="75000"/>
                  <a:alpha val="70000"/>
                </a:schemeClr>
              </a:gs>
              <a:gs pos="50000">
                <a:schemeClr val="accent1">
                  <a:alpha val="80000"/>
                </a:schemeClr>
              </a:gs>
            </a:gsLst>
            <a:lin ang="0" scaled="0"/>
          </a:gradFill>
          <a:ln>
            <a:noFill/>
          </a:ln>
          <a:effectLst>
            <a:glow rad="127000">
              <a:schemeClr val="accent2">
                <a:lumMod val="7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直接连接符 12"/>
          <p:cNvCxnSpPr/>
          <p:nvPr>
            <p:custDataLst>
              <p:tags r:id="rId10"/>
            </p:custDataLst>
          </p:nvPr>
        </p:nvCxnSpPr>
        <p:spPr>
          <a:xfrm>
            <a:off x="6794870" y="6404428"/>
            <a:ext cx="5346330" cy="0"/>
          </a:xfrm>
          <a:prstGeom prst="line">
            <a:avLst/>
          </a:prstGeom>
          <a:ln w="25400">
            <a:gradFill>
              <a:gsLst>
                <a:gs pos="50000">
                  <a:schemeClr val="accent1">
                    <a:lumMod val="75000"/>
                    <a:alpha val="80000"/>
                  </a:schemeClr>
                </a:gs>
                <a:gs pos="70000">
                  <a:schemeClr val="accent2">
                    <a:lumMod val="75000"/>
                    <a:alpha val="80000"/>
                  </a:schemeClr>
                </a:gs>
                <a:gs pos="30000">
                  <a:schemeClr val="accent2">
                    <a:lumMod val="75000"/>
                    <a:alpha val="80000"/>
                  </a:schemeClr>
                </a:gs>
                <a:gs pos="0">
                  <a:schemeClr val="tx2">
                    <a:alpha val="80000"/>
                  </a:schemeClr>
                </a:gs>
                <a:gs pos="100000">
                  <a:schemeClr val="tx2">
                    <a:alpha val="8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6788520" y="6495596"/>
            <a:ext cx="5359030" cy="0"/>
          </a:xfrm>
          <a:prstGeom prst="line">
            <a:avLst/>
          </a:prstGeom>
          <a:ln w="25400">
            <a:gradFill>
              <a:gsLst>
                <a:gs pos="50000">
                  <a:schemeClr val="accent1">
                    <a:lumMod val="75000"/>
                    <a:alpha val="70000"/>
                  </a:schemeClr>
                </a:gs>
                <a:gs pos="70000">
                  <a:schemeClr val="accent2">
                    <a:lumMod val="75000"/>
                    <a:alpha val="70000"/>
                  </a:schemeClr>
                </a:gs>
                <a:gs pos="30000">
                  <a:schemeClr val="accent2">
                    <a:lumMod val="75000"/>
                    <a:alpha val="70000"/>
                  </a:schemeClr>
                </a:gs>
                <a:gs pos="0">
                  <a:schemeClr val="tx2">
                    <a:alpha val="70000"/>
                  </a:schemeClr>
                </a:gs>
                <a:gs pos="100000">
                  <a:schemeClr val="tx2">
                    <a:alpha val="7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>
            <p:custDataLst>
              <p:tags r:id="rId12"/>
            </p:custDataLst>
          </p:nvPr>
        </p:nvCxnSpPr>
        <p:spPr>
          <a:xfrm>
            <a:off x="6788520" y="6677932"/>
            <a:ext cx="5359030" cy="0"/>
          </a:xfrm>
          <a:prstGeom prst="line">
            <a:avLst/>
          </a:prstGeom>
          <a:ln w="25400">
            <a:gradFill>
              <a:gsLst>
                <a:gs pos="50000">
                  <a:schemeClr val="accent1">
                    <a:lumMod val="75000"/>
                    <a:alpha val="50000"/>
                  </a:schemeClr>
                </a:gs>
                <a:gs pos="70000">
                  <a:schemeClr val="accent2">
                    <a:lumMod val="75000"/>
                    <a:alpha val="50000"/>
                  </a:schemeClr>
                </a:gs>
                <a:gs pos="30000">
                  <a:schemeClr val="accent2">
                    <a:lumMod val="75000"/>
                    <a:alpha val="50000"/>
                  </a:schemeClr>
                </a:gs>
                <a:gs pos="0">
                  <a:schemeClr val="tx2">
                    <a:alpha val="50000"/>
                  </a:schemeClr>
                </a:gs>
                <a:gs pos="100000">
                  <a:schemeClr val="tx2">
                    <a:alpha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>
            <p:custDataLst>
              <p:tags r:id="rId13"/>
            </p:custDataLst>
          </p:nvPr>
        </p:nvCxnSpPr>
        <p:spPr>
          <a:xfrm>
            <a:off x="6788520" y="6769100"/>
            <a:ext cx="5359030" cy="0"/>
          </a:xfrm>
          <a:prstGeom prst="line">
            <a:avLst/>
          </a:prstGeom>
          <a:ln w="25400">
            <a:gradFill>
              <a:gsLst>
                <a:gs pos="50000">
                  <a:schemeClr val="accent1">
                    <a:lumMod val="75000"/>
                    <a:alpha val="40000"/>
                  </a:schemeClr>
                </a:gs>
                <a:gs pos="70000">
                  <a:schemeClr val="accent2">
                    <a:lumMod val="75000"/>
                    <a:alpha val="40000"/>
                  </a:schemeClr>
                </a:gs>
                <a:gs pos="30000">
                  <a:schemeClr val="accent2">
                    <a:lumMod val="75000"/>
                    <a:alpha val="40000"/>
                  </a:schemeClr>
                </a:gs>
                <a:gs pos="0">
                  <a:schemeClr val="tx2">
                    <a:alpha val="40000"/>
                  </a:schemeClr>
                </a:gs>
                <a:gs pos="100000">
                  <a:schemeClr val="tx2">
                    <a:alpha val="4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>
            <p:custDataLst>
              <p:tags r:id="rId14"/>
            </p:custDataLst>
          </p:nvPr>
        </p:nvCxnSpPr>
        <p:spPr>
          <a:xfrm>
            <a:off x="6788520" y="6586764"/>
            <a:ext cx="5359030" cy="0"/>
          </a:xfrm>
          <a:prstGeom prst="line">
            <a:avLst/>
          </a:prstGeom>
          <a:ln w="25400">
            <a:gradFill>
              <a:gsLst>
                <a:gs pos="50000">
                  <a:schemeClr val="accent1">
                    <a:lumMod val="75000"/>
                    <a:alpha val="60000"/>
                  </a:schemeClr>
                </a:gs>
                <a:gs pos="70000">
                  <a:schemeClr val="accent2">
                    <a:lumMod val="75000"/>
                    <a:alpha val="60000"/>
                  </a:schemeClr>
                </a:gs>
                <a:gs pos="30000">
                  <a:schemeClr val="accent2">
                    <a:lumMod val="75000"/>
                    <a:alpha val="60000"/>
                  </a:schemeClr>
                </a:gs>
                <a:gs pos="0">
                  <a:schemeClr val="tx2">
                    <a:alpha val="60000"/>
                  </a:schemeClr>
                </a:gs>
                <a:gs pos="100000">
                  <a:schemeClr val="tx2">
                    <a:alpha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>
            <p:custDataLst>
              <p:tags r:id="rId15"/>
            </p:custDataLst>
          </p:nvPr>
        </p:nvSpPr>
        <p:spPr>
          <a:xfrm flipV="1">
            <a:off x="8396733" y="4387506"/>
            <a:ext cx="720744" cy="720744"/>
          </a:xfrm>
          <a:prstGeom prst="ellipse">
            <a:avLst/>
          </a:prstGeom>
          <a:gradFill flip="none" rotWithShape="1">
            <a:gsLst>
              <a:gs pos="30000">
                <a:schemeClr val="tx2"/>
              </a:gs>
              <a:gs pos="53000">
                <a:schemeClr val="tx2">
                  <a:lumMod val="75000"/>
                  <a:lumOff val="25000"/>
                </a:schemeClr>
              </a:gs>
              <a:gs pos="74000">
                <a:schemeClr val="accent2"/>
              </a:gs>
              <a:gs pos="88000">
                <a:schemeClr val="accent1"/>
              </a:gs>
              <a:gs pos="100000">
                <a:schemeClr val="accent1"/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3" name="署名占位符 10"/>
          <p:cNvSpPr>
            <a:spLocks noGrp="1"/>
          </p:cNvSpPr>
          <p:nvPr>
            <p:ph type="body" sz="quarter" idx="19" hasCustomPrompt="1"/>
            <p:custDataLst>
              <p:tags r:id="rId19"/>
            </p:custDataLst>
          </p:nvPr>
        </p:nvSpPr>
        <p:spPr>
          <a:xfrm>
            <a:off x="970280" y="5246555"/>
            <a:ext cx="2188800" cy="453601"/>
          </a:xfrm>
          <a:prstGeom prst="parallelogram">
            <a:avLst>
              <a:gd name="adj" fmla="val 37506"/>
            </a:avLst>
          </a:prstGeom>
          <a:gradFill>
            <a:gsLst>
              <a:gs pos="12000">
                <a:schemeClr val="accent2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文"/>
          <p:cNvSpPr txBox="1">
            <a:spLocks noGrp="1"/>
          </p:cNvSpPr>
          <p:nvPr>
            <p:ph idx="4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FACA60"/>
              </a:buClr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FACA60"/>
              </a:buClr>
            </a:pPr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608330" y="508635"/>
            <a:ext cx="10968990" cy="7632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tx1"/>
                    </a:gs>
                    <a:gs pos="90000">
                      <a:schemeClr val="accent1"/>
                    </a:gs>
                  </a:gsLst>
                  <a:lin ang="16200000" scaled="0"/>
                </a:gra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4"/>
            </p:custDataLst>
          </p:nvPr>
        </p:nvCxnSpPr>
        <p:spPr>
          <a:xfrm>
            <a:off x="581702" y="1159310"/>
            <a:ext cx="11361106" cy="0"/>
          </a:xfrm>
          <a:prstGeom prst="line">
            <a:avLst/>
          </a:prstGeom>
          <a:ln>
            <a:gradFill flip="none" rotWithShape="1">
              <a:gsLst>
                <a:gs pos="0">
                  <a:srgbClr val="FACA60"/>
                </a:gs>
                <a:gs pos="100000">
                  <a:srgbClr val="FD6E38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 flipH="1" flipV="1">
            <a:off x="294297" y="186415"/>
            <a:ext cx="988079" cy="988079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>
            <p:custDataLst>
              <p:tags r:id="rId2"/>
            </p:custDataLst>
          </p:nvPr>
        </p:nvSpPr>
        <p:spPr>
          <a:xfrm flipH="1" flipV="1">
            <a:off x="5015755" y="604047"/>
            <a:ext cx="720744" cy="720744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3028315" y="584200"/>
            <a:ext cx="6136640" cy="9639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+mj-lt"/>
              </a:defRPr>
            </a:lvl1pPr>
          </a:lstStyle>
          <a:p>
            <a:pPr lvl="0" algn="ctr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节编号"/>
          <p:cNvSpPr txBox="1">
            <a:spLocks noGrp="1"/>
          </p:cNvSpPr>
          <p:nvPr>
            <p:ph type="body" idx="4" hasCustomPrompt="1"/>
            <p:custDataLst>
              <p:tags r:id="rId2"/>
            </p:custDataLst>
          </p:nvPr>
        </p:nvSpPr>
        <p:spPr>
          <a:xfrm>
            <a:off x="1021079" y="2165350"/>
            <a:ext cx="8068945" cy="101854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7000" b="0" i="0" u="none" strike="noStrike" kern="1200" cap="none" spc="0" normalizeH="0" baseline="0" noProof="1" dirty="0">
                <a:solidFill>
                  <a:schemeClr val="accent1"/>
                </a:solidFill>
                <a:uFillTx/>
                <a:latin typeface="+mn-lt"/>
              </a:defRPr>
            </a:lvl1pPr>
          </a:lstStyle>
          <a:p>
            <a:pPr lvl="0" algn="l"/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1021080" y="3378835"/>
            <a:ext cx="10077450" cy="24523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5300" b="0" i="0" u="none" strike="noStrike" kern="1200" cap="none" spc="0" normalizeH="0" baseline="0" noProof="1" dirty="0" err="1">
                <a:gradFill>
                  <a:gsLst>
                    <a:gs pos="0">
                      <a:schemeClr val="tx1"/>
                    </a:gs>
                    <a:gs pos="90000">
                      <a:schemeClr val="accent1"/>
                    </a:gs>
                  </a:gsLst>
                  <a:lin ang="16200000" scaled="0"/>
                </a:gradFill>
                <a:latin typeface="+mj-lt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4"/>
            </p:custDataLst>
          </p:nvPr>
        </p:nvSpPr>
        <p:spPr>
          <a:xfrm flipV="1">
            <a:off x="11098318" y="2375536"/>
            <a:ext cx="541020" cy="541020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 rot="6300000">
            <a:off x="8804072" y="-1289760"/>
            <a:ext cx="2116227" cy="3676948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3333" h="5790">
                <a:moveTo>
                  <a:pt x="304" y="0"/>
                </a:moveTo>
                <a:cubicBezTo>
                  <a:pt x="1977" y="0"/>
                  <a:pt x="3333" y="1356"/>
                  <a:pt x="3333" y="3028"/>
                </a:cubicBezTo>
                <a:cubicBezTo>
                  <a:pt x="3333" y="4257"/>
                  <a:pt x="2601" y="5314"/>
                  <a:pt x="1551" y="5789"/>
                </a:cubicBezTo>
                <a:lnTo>
                  <a:pt x="1547" y="5790"/>
                </a:lnTo>
                <a:lnTo>
                  <a:pt x="0" y="15"/>
                </a:lnTo>
                <a:lnTo>
                  <a:pt x="33" y="12"/>
                </a:lnTo>
                <a:cubicBezTo>
                  <a:pt x="122" y="4"/>
                  <a:pt x="213" y="0"/>
                  <a:pt x="304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50000"/>
                </a:schemeClr>
              </a:gs>
              <a:gs pos="82000">
                <a:schemeClr val="accent2">
                  <a:alpha val="90000"/>
                </a:schemeClr>
              </a:gs>
              <a:gs pos="88000">
                <a:schemeClr val="accent1">
                  <a:alpha val="9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"/>
          <p:cNvSpPr txBox="1">
            <a:spLocks noGrp="1"/>
          </p:cNvSpPr>
          <p:nvPr>
            <p:ph idx="5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330" y="508635"/>
            <a:ext cx="10968990" cy="7632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00" b="0" i="0" u="none" strike="noStrike" kern="1200" cap="none" spc="0" normalizeH="0" baseline="0" noProof="1" dirty="0" smtClean="0">
                <a:ln>
                  <a:noFill/>
                  <a:prstDash val="sysDot"/>
                </a:ln>
                <a:gradFill>
                  <a:gsLst>
                    <a:gs pos="0">
                      <a:schemeClr val="tx1"/>
                    </a:gs>
                    <a:gs pos="90000">
                      <a:schemeClr val="accent1"/>
                    </a:gs>
                  </a:gsLst>
                  <a:lin ang="16200000" scaled="0"/>
                </a:gradFill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5"/>
            </p:custDataLst>
          </p:nvPr>
        </p:nvCxnSpPr>
        <p:spPr>
          <a:xfrm>
            <a:off x="581702" y="1159310"/>
            <a:ext cx="11361106" cy="0"/>
          </a:xfrm>
          <a:prstGeom prst="line">
            <a:avLst/>
          </a:prstGeom>
          <a:ln>
            <a:gradFill flip="none" rotWithShape="1">
              <a:gsLst>
                <a:gs pos="0">
                  <a:srgbClr val="FACA60"/>
                </a:gs>
                <a:gs pos="100000">
                  <a:srgbClr val="FD6E38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 flipH="1" flipV="1">
            <a:off x="294297" y="186415"/>
            <a:ext cx="988079" cy="988079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文"/>
          <p:cNvSpPr txBox="1">
            <a:spLocks noGrp="1"/>
          </p:cNvSpPr>
          <p:nvPr>
            <p:ph idx="7" hasCustomPrompt="1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5" name="标题"/>
          <p:cNvSpPr txBox="1">
            <a:spLocks noGrp="1"/>
          </p:cNvSpPr>
          <p:nvPr>
            <p:ph type="title" idx="6" hasCustomPrompt="1"/>
            <p:custDataLst>
              <p:tags r:id="rId3"/>
            </p:custDataLst>
          </p:nvPr>
        </p:nvSpPr>
        <p:spPr>
          <a:xfrm>
            <a:off x="6235065" y="1343025"/>
            <a:ext cx="5342255" cy="4864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4" name="正文"/>
          <p:cNvSpPr txBox="1">
            <a:spLocks noGrp="1"/>
          </p:cNvSpPr>
          <p:nvPr>
            <p:ph idx="5" hasCustomPrompt="1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 hasCustomPrompt="1"/>
            <p:custDataLst>
              <p:tags r:id="rId5"/>
            </p:custDataLst>
          </p:nvPr>
        </p:nvSpPr>
        <p:spPr>
          <a:xfrm>
            <a:off x="608330" y="1343025"/>
            <a:ext cx="5342255" cy="4864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6"/>
            </p:custDataLst>
          </p:nvPr>
        </p:nvSpPr>
        <p:spPr>
          <a:xfrm>
            <a:off x="608330" y="508635"/>
            <a:ext cx="10968990" cy="7632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tx1"/>
                    </a:gs>
                    <a:gs pos="90000">
                      <a:schemeClr val="accent1"/>
                    </a:gs>
                  </a:gsLst>
                  <a:lin ang="162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581702" y="1159310"/>
            <a:ext cx="11361106" cy="0"/>
          </a:xfrm>
          <a:prstGeom prst="line">
            <a:avLst/>
          </a:prstGeom>
          <a:ln>
            <a:gradFill flip="none" rotWithShape="1">
              <a:gsLst>
                <a:gs pos="0">
                  <a:srgbClr val="FACA60"/>
                </a:gs>
                <a:gs pos="100000">
                  <a:srgbClr val="FD6E38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 flipH="1" flipV="1">
            <a:off x="294297" y="186415"/>
            <a:ext cx="988079" cy="988079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2"/>
            </p:custDataLst>
          </p:nvPr>
        </p:nvSpPr>
        <p:spPr>
          <a:xfrm>
            <a:off x="608330" y="508635"/>
            <a:ext cx="10968990" cy="7632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00" b="0" i="0" u="none" strike="noStrike" kern="1200" cap="none" spc="0" normalizeH="0" baseline="0" noProof="1" dirty="0" smtClean="0">
                <a:ln>
                  <a:noFill/>
                  <a:prstDash val="sysDot"/>
                </a:ln>
                <a:gradFill>
                  <a:gsLst>
                    <a:gs pos="0">
                      <a:schemeClr val="tx1"/>
                    </a:gs>
                    <a:gs pos="90000">
                      <a:schemeClr val="accent1"/>
                    </a:gs>
                  </a:gsLst>
                  <a:lin ang="16200000" scaled="0"/>
                </a:gradFill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7" name="直接连接符 6"/>
          <p:cNvCxnSpPr/>
          <p:nvPr>
            <p:custDataLst>
              <p:tags r:id="rId3"/>
            </p:custDataLst>
          </p:nvPr>
        </p:nvCxnSpPr>
        <p:spPr>
          <a:xfrm>
            <a:off x="581702" y="1159310"/>
            <a:ext cx="11361106" cy="0"/>
          </a:xfrm>
          <a:prstGeom prst="line">
            <a:avLst/>
          </a:prstGeom>
          <a:ln>
            <a:gradFill flip="none" rotWithShape="1">
              <a:gsLst>
                <a:gs pos="0">
                  <a:srgbClr val="FACA60"/>
                </a:gs>
                <a:gs pos="100000">
                  <a:srgbClr val="FD6E38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 flipH="1" flipV="1">
            <a:off x="294297" y="186415"/>
            <a:ext cx="988079" cy="988079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 flipH="1" flipV="1">
            <a:off x="294297" y="186415"/>
            <a:ext cx="988079" cy="988079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>
            <p:custDataLst>
              <p:tags r:id="rId2"/>
            </p:custDataLst>
          </p:nvPr>
        </p:nvSpPr>
        <p:spPr>
          <a:xfrm flipH="1" flipV="1">
            <a:off x="294297" y="186415"/>
            <a:ext cx="988079" cy="988079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latin typeface="+mn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标题"/>
          <p:cNvSpPr txBox="1">
            <a:spLocks noGrp="1"/>
          </p:cNvSpPr>
          <p:nvPr>
            <p:ph type="body" idx="4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/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608330" y="508635"/>
            <a:ext cx="10968990" cy="7632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 anchor="ctr" anchorCtr="0">
            <a:normAutofit/>
          </a:bodyPr>
          <a:lstStyle>
            <a:lvl1pPr marL="0" algn="ctr" defTabSz="914400" eaLnBrk="1" fontAlgn="auto" latinLnBrk="0" hangingPunct="1">
              <a:defRPr kumimoji="0" lang="en-US" sz="4000" b="0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tx1"/>
                    </a:gs>
                    <a:gs pos="90000">
                      <a:schemeClr val="accent1"/>
                    </a:gs>
                  </a:gsLst>
                  <a:lin ang="16200000" scaled="0"/>
                </a:gradFill>
                <a:uFillTx/>
                <a:latin typeface="+mj-lt"/>
                <a:sym typeface="+mn-ea"/>
              </a:defRPr>
            </a:lvl1pPr>
          </a:lstStyle>
          <a:p>
            <a: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cxnSp>
        <p:nvCxnSpPr>
          <p:cNvPr id="13" name="直接连接符 12"/>
          <p:cNvCxnSpPr/>
          <p:nvPr>
            <p:custDataLst>
              <p:tags r:id="rId4"/>
            </p:custDataLst>
          </p:nvPr>
        </p:nvCxnSpPr>
        <p:spPr>
          <a:xfrm>
            <a:off x="581702" y="1159310"/>
            <a:ext cx="11361106" cy="0"/>
          </a:xfrm>
          <a:prstGeom prst="line">
            <a:avLst/>
          </a:prstGeom>
          <a:ln>
            <a:gradFill flip="none" rotWithShape="1">
              <a:gsLst>
                <a:gs pos="0">
                  <a:srgbClr val="FACA60"/>
                </a:gs>
                <a:gs pos="100000">
                  <a:srgbClr val="FD6E38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>
            <p:custDataLst>
              <p:tags r:id="rId5"/>
            </p:custDataLst>
          </p:nvPr>
        </p:nvSpPr>
        <p:spPr>
          <a:xfrm flipH="1" flipV="1">
            <a:off x="294297" y="186415"/>
            <a:ext cx="988079" cy="988079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: 形状 4"/>
          <p:cNvSpPr/>
          <p:nvPr>
            <p:custDataLst>
              <p:tags r:id="rId2"/>
            </p:custDataLst>
          </p:nvPr>
        </p:nvSpPr>
        <p:spPr>
          <a:xfrm>
            <a:off x="4524647" y="-14513"/>
            <a:ext cx="2939329" cy="1192893"/>
          </a:xfrm>
          <a:custGeom>
            <a:avLst/>
            <a:gdLst>
              <a:gd name="connsiteX0" fmla="*/ 0 w 2939329"/>
              <a:gd name="connsiteY0" fmla="*/ 0 h 1192893"/>
              <a:gd name="connsiteX1" fmla="*/ 2939329 w 2939329"/>
              <a:gd name="connsiteY1" fmla="*/ 0 h 1192893"/>
              <a:gd name="connsiteX2" fmla="*/ 2903922 w 2939329"/>
              <a:gd name="connsiteY2" fmla="*/ 137700 h 1192893"/>
              <a:gd name="connsiteX3" fmla="*/ 1469664 w 2939329"/>
              <a:gd name="connsiteY3" fmla="*/ 1192893 h 1192893"/>
              <a:gd name="connsiteX4" fmla="*/ 35406 w 2939329"/>
              <a:gd name="connsiteY4" fmla="*/ 137700 h 1192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9329" h="1192893">
                <a:moveTo>
                  <a:pt x="0" y="0"/>
                </a:moveTo>
                <a:lnTo>
                  <a:pt x="2939329" y="0"/>
                </a:lnTo>
                <a:lnTo>
                  <a:pt x="2903922" y="137700"/>
                </a:lnTo>
                <a:cubicBezTo>
                  <a:pt x="2713780" y="749025"/>
                  <a:pt x="2143557" y="1192893"/>
                  <a:pt x="1469664" y="1192893"/>
                </a:cubicBezTo>
                <a:cubicBezTo>
                  <a:pt x="795771" y="1192893"/>
                  <a:pt x="225548" y="749025"/>
                  <a:pt x="35406" y="137700"/>
                </a:cubicBezTo>
                <a:close/>
              </a:path>
            </a:pathLst>
          </a:cu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50000"/>
                </a:schemeClr>
              </a:gs>
              <a:gs pos="82000">
                <a:schemeClr val="accent2">
                  <a:alpha val="90000"/>
                </a:schemeClr>
              </a:gs>
              <a:gs pos="88000">
                <a:schemeClr val="accent1">
                  <a:alpha val="9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椭圆 18"/>
          <p:cNvSpPr/>
          <p:nvPr>
            <p:custDataLst>
              <p:tags r:id="rId3"/>
            </p:custDataLst>
          </p:nvPr>
        </p:nvSpPr>
        <p:spPr>
          <a:xfrm>
            <a:off x="7268904" y="2974639"/>
            <a:ext cx="454361" cy="454361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椭圆 17"/>
          <p:cNvSpPr/>
          <p:nvPr>
            <p:custDataLst>
              <p:tags r:id="rId4"/>
            </p:custDataLst>
          </p:nvPr>
        </p:nvSpPr>
        <p:spPr>
          <a:xfrm flipH="1" flipV="1">
            <a:off x="10270471" y="3781107"/>
            <a:ext cx="720744" cy="720744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8870607" y="-14514"/>
            <a:ext cx="1169923" cy="5932714"/>
          </a:xfrm>
          <a:prstGeom prst="rect">
            <a:avLst/>
          </a:prstGeom>
          <a:gradFill>
            <a:gsLst>
              <a:gs pos="95000">
                <a:schemeClr val="accent2">
                  <a:lumMod val="90000"/>
                  <a:lumOff val="10000"/>
                </a:schemeClr>
              </a:gs>
              <a:gs pos="98000">
                <a:schemeClr val="accent2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  <a:gs pos="2000">
                <a:schemeClr val="accent2">
                  <a:lumMod val="75000"/>
                </a:schemeClr>
              </a:gs>
              <a:gs pos="0">
                <a:schemeClr val="accent2">
                  <a:lumMod val="75000"/>
                </a:schemeClr>
              </a:gs>
              <a:gs pos="5000">
                <a:schemeClr val="accent2">
                  <a:lumMod val="90000"/>
                  <a:lumOff val="10000"/>
                </a:schemeClr>
              </a:gs>
              <a:gs pos="50000">
                <a:schemeClr val="accent1"/>
              </a:gs>
              <a:gs pos="10000">
                <a:schemeClr val="accent1"/>
              </a:gs>
              <a:gs pos="90000">
                <a:schemeClr val="accent1"/>
              </a:gs>
            </a:gsLst>
            <a:lin ang="0" scaled="0"/>
          </a:gradFill>
          <a:ln w="47625">
            <a:noFill/>
          </a:ln>
          <a:effectLst>
            <a:glow rad="444500">
              <a:schemeClr val="accent2">
                <a:lumMod val="50000"/>
                <a:alpha val="54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sym typeface="+mn-lt"/>
            </a:endParaRPr>
          </a:p>
        </p:txBody>
      </p:sp>
      <p:sp>
        <p:nvSpPr>
          <p:cNvPr id="10" name="梯形 9"/>
          <p:cNvSpPr/>
          <p:nvPr>
            <p:custDataLst>
              <p:tags r:id="rId6"/>
            </p:custDataLst>
          </p:nvPr>
        </p:nvSpPr>
        <p:spPr>
          <a:xfrm>
            <a:off x="7975110" y="5918201"/>
            <a:ext cx="2960915" cy="443386"/>
          </a:xfrm>
          <a:prstGeom prst="trapezoid">
            <a:avLst>
              <a:gd name="adj" fmla="val 205096"/>
            </a:avLst>
          </a:prstGeom>
          <a:gradFill>
            <a:gsLst>
              <a:gs pos="85000">
                <a:schemeClr val="accent2">
                  <a:lumMod val="75000"/>
                  <a:alpha val="70000"/>
                </a:schemeClr>
              </a:gs>
              <a:gs pos="15000">
                <a:schemeClr val="accent2">
                  <a:lumMod val="75000"/>
                  <a:alpha val="70000"/>
                </a:schemeClr>
              </a:gs>
              <a:gs pos="50000">
                <a:schemeClr val="accent1">
                  <a:alpha val="80000"/>
                </a:schemeClr>
              </a:gs>
            </a:gsLst>
            <a:lin ang="0" scaled="0"/>
          </a:gradFill>
          <a:ln>
            <a:noFill/>
          </a:ln>
          <a:effectLst>
            <a:glow rad="127000">
              <a:schemeClr val="accent2">
                <a:lumMod val="75000"/>
                <a:alpha val="1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直接连接符 10"/>
          <p:cNvCxnSpPr/>
          <p:nvPr>
            <p:custDataLst>
              <p:tags r:id="rId7"/>
            </p:custDataLst>
          </p:nvPr>
        </p:nvCxnSpPr>
        <p:spPr>
          <a:xfrm>
            <a:off x="6794870" y="6404428"/>
            <a:ext cx="5346330" cy="0"/>
          </a:xfrm>
          <a:prstGeom prst="line">
            <a:avLst/>
          </a:prstGeom>
          <a:ln w="25400">
            <a:gradFill>
              <a:gsLst>
                <a:gs pos="50000">
                  <a:schemeClr val="accent1">
                    <a:lumMod val="75000"/>
                    <a:alpha val="80000"/>
                  </a:schemeClr>
                </a:gs>
                <a:gs pos="70000">
                  <a:schemeClr val="accent2">
                    <a:lumMod val="75000"/>
                    <a:alpha val="80000"/>
                  </a:schemeClr>
                </a:gs>
                <a:gs pos="30000">
                  <a:schemeClr val="accent2">
                    <a:lumMod val="75000"/>
                    <a:alpha val="80000"/>
                  </a:schemeClr>
                </a:gs>
                <a:gs pos="0">
                  <a:schemeClr val="tx2">
                    <a:alpha val="80000"/>
                  </a:schemeClr>
                </a:gs>
                <a:gs pos="100000">
                  <a:schemeClr val="tx2">
                    <a:alpha val="8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6788520" y="6495596"/>
            <a:ext cx="5359030" cy="0"/>
          </a:xfrm>
          <a:prstGeom prst="line">
            <a:avLst/>
          </a:prstGeom>
          <a:ln w="25400">
            <a:gradFill>
              <a:gsLst>
                <a:gs pos="50000">
                  <a:schemeClr val="accent1">
                    <a:lumMod val="75000"/>
                    <a:alpha val="70000"/>
                  </a:schemeClr>
                </a:gs>
                <a:gs pos="70000">
                  <a:schemeClr val="accent2">
                    <a:lumMod val="75000"/>
                    <a:alpha val="70000"/>
                  </a:schemeClr>
                </a:gs>
                <a:gs pos="30000">
                  <a:schemeClr val="accent2">
                    <a:lumMod val="75000"/>
                    <a:alpha val="70000"/>
                  </a:schemeClr>
                </a:gs>
                <a:gs pos="0">
                  <a:schemeClr val="tx2">
                    <a:alpha val="70000"/>
                  </a:schemeClr>
                </a:gs>
                <a:gs pos="100000">
                  <a:schemeClr val="tx2">
                    <a:alpha val="7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>
            <p:custDataLst>
              <p:tags r:id="rId9"/>
            </p:custDataLst>
          </p:nvPr>
        </p:nvCxnSpPr>
        <p:spPr>
          <a:xfrm>
            <a:off x="6788520" y="6677932"/>
            <a:ext cx="5359030" cy="0"/>
          </a:xfrm>
          <a:prstGeom prst="line">
            <a:avLst/>
          </a:prstGeom>
          <a:ln w="25400">
            <a:gradFill>
              <a:gsLst>
                <a:gs pos="50000">
                  <a:schemeClr val="accent1">
                    <a:lumMod val="75000"/>
                    <a:alpha val="50000"/>
                  </a:schemeClr>
                </a:gs>
                <a:gs pos="70000">
                  <a:schemeClr val="accent2">
                    <a:lumMod val="75000"/>
                    <a:alpha val="50000"/>
                  </a:schemeClr>
                </a:gs>
                <a:gs pos="30000">
                  <a:schemeClr val="accent2">
                    <a:lumMod val="75000"/>
                    <a:alpha val="50000"/>
                  </a:schemeClr>
                </a:gs>
                <a:gs pos="0">
                  <a:schemeClr val="tx2">
                    <a:alpha val="50000"/>
                  </a:schemeClr>
                </a:gs>
                <a:gs pos="100000">
                  <a:schemeClr val="tx2">
                    <a:alpha val="5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10"/>
            </p:custDataLst>
          </p:nvPr>
        </p:nvCxnSpPr>
        <p:spPr>
          <a:xfrm>
            <a:off x="6788520" y="6769100"/>
            <a:ext cx="5359030" cy="0"/>
          </a:xfrm>
          <a:prstGeom prst="line">
            <a:avLst/>
          </a:prstGeom>
          <a:ln w="25400">
            <a:gradFill>
              <a:gsLst>
                <a:gs pos="50000">
                  <a:schemeClr val="accent1">
                    <a:lumMod val="75000"/>
                    <a:alpha val="40000"/>
                  </a:schemeClr>
                </a:gs>
                <a:gs pos="70000">
                  <a:schemeClr val="accent2">
                    <a:lumMod val="75000"/>
                    <a:alpha val="40000"/>
                  </a:schemeClr>
                </a:gs>
                <a:gs pos="30000">
                  <a:schemeClr val="accent2">
                    <a:lumMod val="75000"/>
                    <a:alpha val="40000"/>
                  </a:schemeClr>
                </a:gs>
                <a:gs pos="0">
                  <a:schemeClr val="tx2">
                    <a:alpha val="40000"/>
                  </a:schemeClr>
                </a:gs>
                <a:gs pos="100000">
                  <a:schemeClr val="tx2">
                    <a:alpha val="4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6788520" y="6586764"/>
            <a:ext cx="5359030" cy="0"/>
          </a:xfrm>
          <a:prstGeom prst="line">
            <a:avLst/>
          </a:prstGeom>
          <a:ln w="25400">
            <a:gradFill>
              <a:gsLst>
                <a:gs pos="50000">
                  <a:schemeClr val="accent1">
                    <a:lumMod val="75000"/>
                    <a:alpha val="60000"/>
                  </a:schemeClr>
                </a:gs>
                <a:gs pos="70000">
                  <a:schemeClr val="accent2">
                    <a:lumMod val="75000"/>
                    <a:alpha val="60000"/>
                  </a:schemeClr>
                </a:gs>
                <a:gs pos="30000">
                  <a:schemeClr val="accent2">
                    <a:lumMod val="75000"/>
                    <a:alpha val="60000"/>
                  </a:schemeClr>
                </a:gs>
                <a:gs pos="0">
                  <a:schemeClr val="tx2">
                    <a:alpha val="60000"/>
                  </a:schemeClr>
                </a:gs>
                <a:gs pos="100000">
                  <a:schemeClr val="tx2">
                    <a:alpha val="6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2"/>
            </p:custDataLst>
          </p:nvPr>
        </p:nvSpPr>
        <p:spPr>
          <a:xfrm flipV="1">
            <a:off x="8396733" y="4387506"/>
            <a:ext cx="720744" cy="720744"/>
          </a:xfrm>
          <a:prstGeom prst="ellipse">
            <a:avLst/>
          </a:prstGeom>
          <a:gradFill flip="none" rotWithShape="1">
            <a:gsLst>
              <a:gs pos="30000">
                <a:schemeClr val="tx2"/>
              </a:gs>
              <a:gs pos="53000">
                <a:schemeClr val="tx2">
                  <a:lumMod val="75000"/>
                  <a:lumOff val="25000"/>
                </a:schemeClr>
              </a:gs>
              <a:gs pos="74000">
                <a:schemeClr val="accent2"/>
              </a:gs>
              <a:gs pos="88000">
                <a:schemeClr val="accent1"/>
              </a:gs>
              <a:gs pos="100000">
                <a:schemeClr val="accent1"/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13"/>
            </p:custDataLst>
          </p:nvPr>
        </p:nvSpPr>
        <p:spPr>
          <a:xfrm>
            <a:off x="1200785" y="1308735"/>
            <a:ext cx="6117590" cy="22650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7200" b="0" i="0" u="none" strike="noStrike" kern="1200" cap="none" spc="0" normalizeH="0" baseline="0" noProof="1" dirty="0">
                <a:gradFill>
                  <a:gsLst>
                    <a:gs pos="0">
                      <a:schemeClr val="tx1"/>
                    </a:gs>
                    <a:gs pos="90000">
                      <a:schemeClr val="accent1"/>
                    </a:gs>
                  </a:gsLst>
                  <a:lin ang="16200000" scaled="0"/>
                </a:gradFill>
                <a:latin typeface="+mj-lt"/>
              </a:defRPr>
            </a:lvl1pPr>
          </a:lstStyle>
          <a:p>
            <a:pPr lvl="0"/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3" name="署名占位符 10"/>
          <p:cNvSpPr>
            <a:spLocks noGrp="1"/>
          </p:cNvSpPr>
          <p:nvPr>
            <p:ph type="body" sz="quarter" idx="18" hasCustomPrompt="1"/>
            <p:custDataLst>
              <p:tags r:id="rId17"/>
            </p:custDataLst>
          </p:nvPr>
        </p:nvSpPr>
        <p:spPr>
          <a:xfrm>
            <a:off x="970280" y="3807460"/>
            <a:ext cx="2188800" cy="453601"/>
          </a:xfrm>
          <a:prstGeom prst="parallelogram">
            <a:avLst>
              <a:gd name="adj" fmla="val 37506"/>
            </a:avLst>
          </a:prstGeom>
          <a:gradFill>
            <a:gsLst>
              <a:gs pos="12000">
                <a:schemeClr val="accent2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</p:spPr>
        <p:txBody>
          <a:bodyPr wrap="square" anchor="ctr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60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4" name="任意多边形: 形状 23"/>
          <p:cNvSpPr/>
          <p:nvPr userDrawn="1">
            <p:custDataLst>
              <p:tags r:id="rId18"/>
            </p:custDataLst>
          </p:nvPr>
        </p:nvSpPr>
        <p:spPr>
          <a:xfrm flipH="1" flipV="1">
            <a:off x="11187520" y="967176"/>
            <a:ext cx="1004480" cy="1725224"/>
          </a:xfrm>
          <a:custGeom>
            <a:avLst/>
            <a:gdLst>
              <a:gd name="connsiteX0" fmla="*/ 141868 w 1004480"/>
              <a:gd name="connsiteY0" fmla="*/ 1725224 h 1725224"/>
              <a:gd name="connsiteX1" fmla="*/ 53671 w 1004480"/>
              <a:gd name="connsiteY1" fmla="*/ 1720770 h 1725224"/>
              <a:gd name="connsiteX2" fmla="*/ 0 w 1004480"/>
              <a:gd name="connsiteY2" fmla="*/ 1712579 h 1725224"/>
              <a:gd name="connsiteX3" fmla="*/ 0 w 1004480"/>
              <a:gd name="connsiteY3" fmla="*/ 12645 h 1725224"/>
              <a:gd name="connsiteX4" fmla="*/ 53671 w 1004480"/>
              <a:gd name="connsiteY4" fmla="*/ 4454 h 1725224"/>
              <a:gd name="connsiteX5" fmla="*/ 141868 w 1004480"/>
              <a:gd name="connsiteY5" fmla="*/ 0 h 1725224"/>
              <a:gd name="connsiteX6" fmla="*/ 1004480 w 1004480"/>
              <a:gd name="connsiteY6" fmla="*/ 862612 h 1725224"/>
              <a:gd name="connsiteX7" fmla="*/ 141868 w 1004480"/>
              <a:gd name="connsiteY7" fmla="*/ 1725224 h 1725224"/>
              <a:gd name="connsiteX0-1" fmla="*/ 440632 w 1303244"/>
              <a:gd name="connsiteY0-2" fmla="*/ 1725224 h 1725224"/>
              <a:gd name="connsiteX1-3" fmla="*/ 352435 w 1303244"/>
              <a:gd name="connsiteY1-4" fmla="*/ 1720770 h 1725224"/>
              <a:gd name="connsiteX2-5" fmla="*/ 0 w 1303244"/>
              <a:gd name="connsiteY2-6" fmla="*/ 1160318 h 1725224"/>
              <a:gd name="connsiteX3-7" fmla="*/ 298764 w 1303244"/>
              <a:gd name="connsiteY3-8" fmla="*/ 12645 h 1725224"/>
              <a:gd name="connsiteX4-9" fmla="*/ 352435 w 1303244"/>
              <a:gd name="connsiteY4-10" fmla="*/ 4454 h 1725224"/>
              <a:gd name="connsiteX5-11" fmla="*/ 440632 w 1303244"/>
              <a:gd name="connsiteY5-12" fmla="*/ 0 h 1725224"/>
              <a:gd name="connsiteX6-13" fmla="*/ 1303244 w 1303244"/>
              <a:gd name="connsiteY6-14" fmla="*/ 862612 h 1725224"/>
              <a:gd name="connsiteX7-15" fmla="*/ 440632 w 1303244"/>
              <a:gd name="connsiteY7-16" fmla="*/ 1725224 h 1725224"/>
              <a:gd name="connsiteX0-17" fmla="*/ 0 w 1303244"/>
              <a:gd name="connsiteY0-18" fmla="*/ 1160318 h 1725224"/>
              <a:gd name="connsiteX1-19" fmla="*/ 298764 w 1303244"/>
              <a:gd name="connsiteY1-20" fmla="*/ 12645 h 1725224"/>
              <a:gd name="connsiteX2-21" fmla="*/ 352435 w 1303244"/>
              <a:gd name="connsiteY2-22" fmla="*/ 4454 h 1725224"/>
              <a:gd name="connsiteX3-23" fmla="*/ 440632 w 1303244"/>
              <a:gd name="connsiteY3-24" fmla="*/ 0 h 1725224"/>
              <a:gd name="connsiteX4-25" fmla="*/ 1303244 w 1303244"/>
              <a:gd name="connsiteY4-26" fmla="*/ 862612 h 1725224"/>
              <a:gd name="connsiteX5-27" fmla="*/ 440632 w 1303244"/>
              <a:gd name="connsiteY5-28" fmla="*/ 1725224 h 1725224"/>
              <a:gd name="connsiteX6-29" fmla="*/ 352435 w 1303244"/>
              <a:gd name="connsiteY6-30" fmla="*/ 1720770 h 1725224"/>
              <a:gd name="connsiteX7-31" fmla="*/ 91440 w 1303244"/>
              <a:gd name="connsiteY7-32" fmla="*/ 1251758 h 1725224"/>
              <a:gd name="connsiteX0-33" fmla="*/ 3330 w 1306574"/>
              <a:gd name="connsiteY0-34" fmla="*/ 1160318 h 1725224"/>
              <a:gd name="connsiteX1-35" fmla="*/ 0 w 1306574"/>
              <a:gd name="connsiteY1-36" fmla="*/ 1140396 h 1725224"/>
              <a:gd name="connsiteX2-37" fmla="*/ 302094 w 1306574"/>
              <a:gd name="connsiteY2-38" fmla="*/ 12645 h 1725224"/>
              <a:gd name="connsiteX3-39" fmla="*/ 355765 w 1306574"/>
              <a:gd name="connsiteY3-40" fmla="*/ 4454 h 1725224"/>
              <a:gd name="connsiteX4-41" fmla="*/ 443962 w 1306574"/>
              <a:gd name="connsiteY4-42" fmla="*/ 0 h 1725224"/>
              <a:gd name="connsiteX5-43" fmla="*/ 1306574 w 1306574"/>
              <a:gd name="connsiteY5-44" fmla="*/ 862612 h 1725224"/>
              <a:gd name="connsiteX6-45" fmla="*/ 443962 w 1306574"/>
              <a:gd name="connsiteY6-46" fmla="*/ 1725224 h 1725224"/>
              <a:gd name="connsiteX7-47" fmla="*/ 355765 w 1306574"/>
              <a:gd name="connsiteY7-48" fmla="*/ 1720770 h 1725224"/>
              <a:gd name="connsiteX8" fmla="*/ 94770 w 1306574"/>
              <a:gd name="connsiteY8" fmla="*/ 1251758 h 1725224"/>
              <a:gd name="connsiteX0-49" fmla="*/ 0 w 1303244"/>
              <a:gd name="connsiteY0-50" fmla="*/ 1160318 h 1725224"/>
              <a:gd name="connsiteX1-51" fmla="*/ 298764 w 1303244"/>
              <a:gd name="connsiteY1-52" fmla="*/ 12645 h 1725224"/>
              <a:gd name="connsiteX2-53" fmla="*/ 352435 w 1303244"/>
              <a:gd name="connsiteY2-54" fmla="*/ 4454 h 1725224"/>
              <a:gd name="connsiteX3-55" fmla="*/ 440632 w 1303244"/>
              <a:gd name="connsiteY3-56" fmla="*/ 0 h 1725224"/>
              <a:gd name="connsiteX4-57" fmla="*/ 1303244 w 1303244"/>
              <a:gd name="connsiteY4-58" fmla="*/ 862612 h 1725224"/>
              <a:gd name="connsiteX5-59" fmla="*/ 440632 w 1303244"/>
              <a:gd name="connsiteY5-60" fmla="*/ 1725224 h 1725224"/>
              <a:gd name="connsiteX6-61" fmla="*/ 352435 w 1303244"/>
              <a:gd name="connsiteY6-62" fmla="*/ 1720770 h 1725224"/>
              <a:gd name="connsiteX7-63" fmla="*/ 91440 w 1303244"/>
              <a:gd name="connsiteY7-64" fmla="*/ 1251758 h 1725224"/>
              <a:gd name="connsiteX0-65" fmla="*/ 207324 w 1211804"/>
              <a:gd name="connsiteY0-66" fmla="*/ 12645 h 1725224"/>
              <a:gd name="connsiteX1-67" fmla="*/ 260995 w 1211804"/>
              <a:gd name="connsiteY1-68" fmla="*/ 4454 h 1725224"/>
              <a:gd name="connsiteX2-69" fmla="*/ 349192 w 1211804"/>
              <a:gd name="connsiteY2-70" fmla="*/ 0 h 1725224"/>
              <a:gd name="connsiteX3-71" fmla="*/ 1211804 w 1211804"/>
              <a:gd name="connsiteY3-72" fmla="*/ 862612 h 1725224"/>
              <a:gd name="connsiteX4-73" fmla="*/ 349192 w 1211804"/>
              <a:gd name="connsiteY4-74" fmla="*/ 1725224 h 1725224"/>
              <a:gd name="connsiteX5-75" fmla="*/ 260995 w 1211804"/>
              <a:gd name="connsiteY5-76" fmla="*/ 1720770 h 1725224"/>
              <a:gd name="connsiteX6-77" fmla="*/ 0 w 1211804"/>
              <a:gd name="connsiteY6-78" fmla="*/ 1251758 h 1725224"/>
              <a:gd name="connsiteX0-79" fmla="*/ 0 w 1004480"/>
              <a:gd name="connsiteY0-80" fmla="*/ 12645 h 1725224"/>
              <a:gd name="connsiteX1-81" fmla="*/ 53671 w 1004480"/>
              <a:gd name="connsiteY1-82" fmla="*/ 4454 h 1725224"/>
              <a:gd name="connsiteX2-83" fmla="*/ 141868 w 1004480"/>
              <a:gd name="connsiteY2-84" fmla="*/ 0 h 1725224"/>
              <a:gd name="connsiteX3-85" fmla="*/ 1004480 w 1004480"/>
              <a:gd name="connsiteY3-86" fmla="*/ 862612 h 1725224"/>
              <a:gd name="connsiteX4-87" fmla="*/ 141868 w 1004480"/>
              <a:gd name="connsiteY4-88" fmla="*/ 1725224 h 1725224"/>
              <a:gd name="connsiteX5-89" fmla="*/ 53671 w 1004480"/>
              <a:gd name="connsiteY5-90" fmla="*/ 1720770 h 172522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04480" h="1725224">
                <a:moveTo>
                  <a:pt x="0" y="12645"/>
                </a:moveTo>
                <a:lnTo>
                  <a:pt x="53671" y="4454"/>
                </a:lnTo>
                <a:cubicBezTo>
                  <a:pt x="82669" y="1509"/>
                  <a:pt x="112093" y="0"/>
                  <a:pt x="141868" y="0"/>
                </a:cubicBezTo>
                <a:cubicBezTo>
                  <a:pt x="618275" y="0"/>
                  <a:pt x="1004480" y="386205"/>
                  <a:pt x="1004480" y="862612"/>
                </a:cubicBezTo>
                <a:cubicBezTo>
                  <a:pt x="1004480" y="1339019"/>
                  <a:pt x="618275" y="1725224"/>
                  <a:pt x="141868" y="1725224"/>
                </a:cubicBezTo>
                <a:cubicBezTo>
                  <a:pt x="112093" y="1725224"/>
                  <a:pt x="82669" y="1723715"/>
                  <a:pt x="53671" y="1720770"/>
                </a:cubicBezTo>
              </a:path>
            </a:pathLst>
          </a:custGeom>
          <a:gradFill flip="none" rotWithShape="1">
            <a:gsLst>
              <a:gs pos="34000">
                <a:schemeClr val="tx2">
                  <a:alpha val="0"/>
                </a:schemeClr>
              </a:gs>
              <a:gs pos="55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90000">
                <a:schemeClr val="accent1">
                  <a:alpha val="80000"/>
                </a:schemeClr>
              </a:gs>
              <a:gs pos="100000">
                <a:schemeClr val="accent1">
                  <a:alpha val="80000"/>
                </a:schemeClr>
              </a:gs>
            </a:gsLst>
            <a:lin ang="900000" scaled="0"/>
            <a:tileRect/>
          </a:gradFill>
          <a:ln w="22225">
            <a:gradFill>
              <a:gsLst>
                <a:gs pos="0">
                  <a:schemeClr val="bg2"/>
                </a:gs>
                <a:gs pos="53000">
                  <a:schemeClr val="accent3"/>
                </a:gs>
                <a:gs pos="100000">
                  <a:schemeClr val="bg2"/>
                </a:gs>
              </a:gsLst>
              <a:lin ang="5400000" scaled="1"/>
            </a:gradFill>
            <a:headEnd w="lg" len="lg"/>
            <a:tailEnd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02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 userDrawn="1">
            <p:custDataLst>
              <p:tags r:id="rId12"/>
            </p:custDataLst>
          </p:nvPr>
        </p:nvCxnSpPr>
        <p:spPr>
          <a:xfrm>
            <a:off x="581702" y="1159310"/>
            <a:ext cx="11361106" cy="0"/>
          </a:xfrm>
          <a:prstGeom prst="line">
            <a:avLst/>
          </a:prstGeom>
          <a:ln>
            <a:gradFill flip="none" rotWithShape="1">
              <a:gsLst>
                <a:gs pos="0">
                  <a:srgbClr val="FACA60"/>
                </a:gs>
                <a:gs pos="100000">
                  <a:srgbClr val="FD6E38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>
            <p:custDataLst>
              <p:tags r:id="rId13"/>
            </p:custDataLst>
          </p:nvPr>
        </p:nvSpPr>
        <p:spPr>
          <a:xfrm flipH="1" flipV="1">
            <a:off x="294297" y="186415"/>
            <a:ext cx="988079" cy="988079"/>
          </a:xfrm>
          <a:prstGeom prst="ellipse">
            <a:avLst/>
          </a:prstGeom>
          <a:gradFill flip="none" rotWithShape="1">
            <a:gsLst>
              <a:gs pos="34000">
                <a:schemeClr val="tx2">
                  <a:alpha val="0"/>
                </a:schemeClr>
              </a:gs>
              <a:gs pos="61000">
                <a:schemeClr val="accent2">
                  <a:lumMod val="50000"/>
                  <a:alpha val="20000"/>
                </a:schemeClr>
              </a:gs>
              <a:gs pos="82000">
                <a:schemeClr val="accent2">
                  <a:alpha val="60000"/>
                </a:schemeClr>
              </a:gs>
              <a:gs pos="88000">
                <a:schemeClr val="accent1">
                  <a:alpha val="70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5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1" name="日期占位符 10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rgbClr val="FACA60"/>
              </a:buClr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dirty="0" smtClean="0">
          <a:ln>
            <a:noFill/>
            <a:prstDash val="sysDot"/>
          </a:ln>
          <a:gradFill>
            <a:gsLst>
              <a:gs pos="0">
                <a:schemeClr val="tx1"/>
              </a:gs>
              <a:gs pos="90000">
                <a:schemeClr val="accent1"/>
              </a:gs>
            </a:gsLst>
            <a:lin ang="16200000" scaled="0"/>
          </a:gradFill>
          <a:uFillTx/>
          <a:latin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0" normalizeH="0" baseline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>
          <a:solidFill>
            <a:schemeClr val="tx1"/>
          </a:solidFill>
          <a:uFillTx/>
          <a:latin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>
          <a:solidFill>
            <a:schemeClr val="tx1"/>
          </a:solidFill>
          <a:uFillTx/>
          <a:latin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>
          <a:solidFill>
            <a:schemeClr val="tx1"/>
          </a:solidFill>
          <a:uFillTx/>
          <a:latin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>
          <a:solidFill>
            <a:schemeClr val="tx1"/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/>
          <p:cNvSpPr>
            <a:spLocks noGrp="1"/>
          </p:cNvSpPr>
          <p:nvPr>
            <p:ph type="title" idx="18"/>
            <p:custDataLst>
              <p:tags r:id="rId1"/>
            </p:custDataLst>
          </p:nvPr>
        </p:nvSpPr>
        <p:spPr>
          <a:xfrm>
            <a:off x="1200785" y="745490"/>
            <a:ext cx="7195820" cy="3524885"/>
          </a:xfrm>
        </p:spPr>
        <p:txBody>
          <a:bodyPr/>
          <a:lstStyle/>
          <a:p>
            <a:r>
              <a:rPr lang="en-US">
                <a:ea typeface="+mj-ea"/>
              </a:rPr>
              <a:t>Title</a:t>
            </a:r>
            <a:endParaRPr lang="en-US">
              <a:ea typeface="+mj-ea"/>
            </a:endParaRPr>
          </a:p>
        </p:txBody>
      </p:sp>
      <p:sp>
        <p:nvSpPr>
          <p:cNvPr id="6" name="文本占位符 4"/>
          <p:cNvSpPr>
            <a:spLocks noGrp="1"/>
          </p:cNvSpPr>
          <p:nvPr>
            <p:ph type="body" idx="17"/>
            <p:custDataLst>
              <p:tags r:id="rId2"/>
            </p:custDataLst>
          </p:nvPr>
        </p:nvSpPr>
        <p:spPr>
          <a:xfrm>
            <a:off x="1200785" y="4317365"/>
            <a:ext cx="7196455" cy="918845"/>
          </a:xfrm>
        </p:spPr>
        <p:txBody>
          <a:bodyPr/>
          <a:lstStyle/>
          <a:p>
            <a:r>
              <a:rPr lang="en-US" sz="2400" dirty="0">
                <a:ea typeface="+mn-ea"/>
              </a:rPr>
              <a:t>Add description</a:t>
            </a:r>
            <a:endParaRPr lang="en-US" sz="2400" dirty="0">
              <a:ea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70280" y="5246555"/>
            <a:ext cx="2188800" cy="453601"/>
          </a:xfrm>
          <a:prstGeom prst="parallelogram">
            <a:avLst>
              <a:gd name="adj" fmla="val 37506"/>
            </a:avLst>
          </a:prstGeom>
          <a:gradFill>
            <a:gsLst>
              <a:gs pos="12000">
                <a:schemeClr val="accent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  <a:prstDash val="sysDash"/>
          </a:ln>
        </p:spPr>
        <p:txBody>
          <a:bodyPr vert="horz" wrap="square" lIns="90000" tIns="46800" rIns="90000" bIns="46800" rtlCol="0" anchor="ctr">
            <a:norm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en-US" sz="1600" b="0" i="0" u="none" strike="noStrike" kern="1200" cap="none" spc="0" normalizeH="0" baseline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kumimoji="0" lang="en-US" sz="1600" b="0" i="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600" b="0" i="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400" b="0" i="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400" b="0" i="0" u="none" strike="noStrike" kern="1200" cap="none" spc="150" normalizeH="0" baseline="0">
                <a:solidFill>
                  <a:schemeClr val="tx1"/>
                </a:solidFill>
                <a:uFillTx/>
                <a:latin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Name</a:t>
            </a:r>
            <a:endParaRPr 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6*i*2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1"/>
</p:tagLst>
</file>

<file path=ppt/tags/tag10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1"/>
</p:tagLst>
</file>

<file path=ppt/tags/tag102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1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1_1*a*1"/>
  <p:tag name="KSO_WM_TEMPLATE_CATEGORY" val="custom"/>
  <p:tag name="KSO_WM_TEMPLATE_INDEX" val="20233481"/>
  <p:tag name="KSO_WM_UNIT_LAYERLEVEL" val="1"/>
  <p:tag name="KSO_WM_TAG_VERSION" val="3.0"/>
  <p:tag name="KSO_WM_BEAUTIFY_FLAG" val="#wm#"/>
  <p:tag name="KSO_WM_UNIT_PRESET_TEXT" val="Title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3481_1*b*1"/>
  <p:tag name="KSO_WM_TEMPLATE_CATEGORY" val="custom"/>
  <p:tag name="KSO_WM_TEMPLATE_INDEX" val="20233481"/>
  <p:tag name="KSO_WM_UNIT_LAYERLEVEL" val="1"/>
  <p:tag name="KSO_WM_TAG_VERSION" val="3.0"/>
  <p:tag name="KSO_WM_BEAUTIFY_FLAG" val="#wm#"/>
  <p:tag name="KSO_WM_UNIT_PRESET_TEXT" val="Add description"/>
</p:tagLst>
</file>

<file path=ppt/tags/tag105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81_1*f*1"/>
  <p:tag name="KSO_WM_TEMPLATE_CATEGORY" val="custom"/>
  <p:tag name="KSO_WM_TEMPLATE_INDEX" val="20233481"/>
  <p:tag name="KSO_WM_UNIT_LAYERLEVEL" val="1"/>
  <p:tag name="KSO_WM_TAG_VERSION" val="3.0"/>
  <p:tag name="KSO_WM_BEAUTIFY_FLAG" val="#wm#"/>
  <p:tag name="KSO_WM_UNIT_PRESET_TEXT" val="Name"/>
</p:tagLst>
</file>

<file path=ppt/tags/tag106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3.51669&quot;,&quot;top&quot;:&quot;87.15&quot;,&quot;width&quot;:&quot;559.85&quot;,&quot;height&quot;:&quot;365.7&quot;}"/>
  <p:tag name="KSO_WM_SLIDE_ID" val="custom20233481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1"/>
  <p:tag name="KSO_WM_SLIDE_LAYOUT" val="a_b_f"/>
  <p:tag name="KSO_WM_SLIDE_LAYOUT_CNT" val="1_1_1"/>
  <p:tag name="KSO_WM_SLIDE_THEME_ID" val="3302602"/>
  <p:tag name="KSO_WM_SLIDE_THEME_NAME" val="Orange Technolog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6">
      <a:dk1>
        <a:srgbClr val="000000"/>
      </a:dk1>
      <a:lt1>
        <a:srgbClr val="FFFFFF"/>
      </a:lt1>
      <a:dk2>
        <a:srgbClr val="230B09"/>
      </a:dk2>
      <a:lt2>
        <a:srgbClr val="FEF4DF"/>
      </a:lt2>
      <a:accent1>
        <a:srgbClr val="FACA60"/>
      </a:accent1>
      <a:accent2>
        <a:srgbClr val="FD6E38"/>
      </a:accent2>
      <a:accent3>
        <a:srgbClr val="FBA550"/>
      </a:accent3>
      <a:accent4>
        <a:srgbClr val="FE986A"/>
      </a:accent4>
      <a:accent5>
        <a:srgbClr val="FE7F6A"/>
      </a:accent5>
      <a:accent6>
        <a:srgbClr val="FF4747"/>
      </a:accent6>
      <a:hlink>
        <a:srgbClr val="0563C1"/>
      </a:hlink>
      <a:folHlink>
        <a:srgbClr val="954D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Presentation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Wingdings</vt:lpstr>
      <vt:lpstr>Lato</vt:lpstr>
      <vt:lpstr>Alex Brush</vt:lpstr>
      <vt:lpstr>Manrope ExtraBold</vt:lpstr>
      <vt:lpstr>Office Theme</vt:lpstr>
      <vt:lpstr>1_Office Theme</vt:lpstr>
      <vt:lpstr>Title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4</cp:revision>
  <dcterms:created xsi:type="dcterms:W3CDTF">2025-07-23T00:59:00Z</dcterms:created>
  <dcterms:modified xsi:type="dcterms:W3CDTF">2026-05-11T07:54:01Z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EBF9BF79ACE8449B9EF8945B79903395_13</vt:lpwstr>
  </property>
  <property fmtid="{D5CDD505-2E9C-101B-9397-08002B2CF9AE}" pid="3" name="KSOProductBuildVer">
    <vt:lpwstr>1033-12.1.0.25862</vt:lpwstr>
  </property>
</Properties>
</file>